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6"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5143500" cx="9144000"/>
  <p:notesSz cx="6858000" cy="9144000"/>
  <p:embeddedFontLst>
    <p:embeddedFont>
      <p:font typeface="Bakbak One"/>
      <p:regular r:id="rId14"/>
    </p:embeddedFont>
    <p:embeddedFont>
      <p:font typeface="Bebas Neue"/>
      <p:regular r:id="rId15"/>
    </p:embeddedFont>
    <p:embeddedFont>
      <p:font typeface="Barlow Condensed ExtraBold"/>
      <p:bold r:id="rId16"/>
      <p:boldItalic r:id="rId17"/>
    </p:embeddedFont>
    <p:embeddedFont>
      <p:font typeface="Barlow Condensed"/>
      <p:regular r:id="rId18"/>
      <p:bold r:id="rId19"/>
      <p:italic r:id="rId20"/>
      <p:boldItalic r:id="rId21"/>
    </p:embeddedFont>
    <p:embeddedFont>
      <p:font typeface="Anek Gujarati"/>
      <p:regular r:id="rId22"/>
      <p:bold r:id="rId23"/>
    </p:embeddedFont>
    <p:embeddedFont>
      <p:font typeface="Barlow"/>
      <p:regular r:id="rId24"/>
      <p:bold r:id="rId25"/>
      <p:italic r:id="rId26"/>
      <p:boldItalic r:id="rId27"/>
    </p:embeddedFont>
    <p:embeddedFont>
      <p:font typeface="Barlow Black"/>
      <p:bold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BarlowCondensed-italic.fntdata"/><Relationship Id="rId22" Type="http://schemas.openxmlformats.org/officeDocument/2006/relationships/font" Target="fonts/AnekGujarati-regular.fntdata"/><Relationship Id="rId21" Type="http://schemas.openxmlformats.org/officeDocument/2006/relationships/font" Target="fonts/BarlowCondensed-boldItalic.fntdata"/><Relationship Id="rId24" Type="http://schemas.openxmlformats.org/officeDocument/2006/relationships/font" Target="fonts/Barlow-regular.fntdata"/><Relationship Id="rId23" Type="http://schemas.openxmlformats.org/officeDocument/2006/relationships/font" Target="fonts/AnekGujarati-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Barlow-italic.fntdata"/><Relationship Id="rId25" Type="http://schemas.openxmlformats.org/officeDocument/2006/relationships/font" Target="fonts/Barlow-bold.fntdata"/><Relationship Id="rId28" Type="http://schemas.openxmlformats.org/officeDocument/2006/relationships/font" Target="fonts/BarlowBlack-bold.fntdata"/><Relationship Id="rId27" Type="http://schemas.openxmlformats.org/officeDocument/2006/relationships/font" Target="fonts/Barlow-bold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BarlowBlack-boldItalic.fnt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font" Target="fonts/BebasNeue-regular.fntdata"/><Relationship Id="rId14" Type="http://schemas.openxmlformats.org/officeDocument/2006/relationships/font" Target="fonts/BakbakOne-regular.fntdata"/><Relationship Id="rId17" Type="http://schemas.openxmlformats.org/officeDocument/2006/relationships/font" Target="fonts/BarlowCondensedExtraBold-boldItalic.fntdata"/><Relationship Id="rId16" Type="http://schemas.openxmlformats.org/officeDocument/2006/relationships/font" Target="fonts/BarlowCondensedExtraBold-bold.fntdata"/><Relationship Id="rId19" Type="http://schemas.openxmlformats.org/officeDocument/2006/relationships/font" Target="fonts/BarlowCondensed-bold.fntdata"/><Relationship Id="rId18" Type="http://schemas.openxmlformats.org/officeDocument/2006/relationships/font" Target="fonts/BarlowCondensed-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1f7c0575df0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1f7c0575df0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5ef855d32d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35ef855d32d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1de20e295d3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1de20e295d3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1e24599cd84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1e24599cd84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35ef855d32d_0_6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35ef855d32d_0_6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2d4ca38181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2d4ca38181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5ef855d32d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35ef855d32d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18680c38407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18680c38407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35ef855d32d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35ef855d32d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p:nvPr/>
        </p:nvSpPr>
        <p:spPr>
          <a:xfrm>
            <a:off x="6074000" y="-288800"/>
            <a:ext cx="3899475" cy="1866000"/>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rgbClr val="52AFC8"/>
            </a:solidFill>
            <a:prstDash val="lgDash"/>
            <a:round/>
            <a:headEnd len="med" w="med" type="none"/>
            <a:tailEnd len="med" w="med" type="none"/>
          </a:ln>
        </p:spPr>
      </p:sp>
      <p:sp>
        <p:nvSpPr>
          <p:cNvPr id="10" name="Google Shape;10;p2"/>
          <p:cNvSpPr/>
          <p:nvPr/>
        </p:nvSpPr>
        <p:spPr>
          <a:xfrm>
            <a:off x="-442575" y="944975"/>
            <a:ext cx="620025" cy="1124375"/>
          </a:xfrm>
          <a:custGeom>
            <a:rect b="b" l="l" r="r" t="t"/>
            <a:pathLst>
              <a:path extrusionOk="0" h="44975" w="24801">
                <a:moveTo>
                  <a:pt x="0" y="0"/>
                </a:moveTo>
                <a:cubicBezTo>
                  <a:pt x="9939" y="2840"/>
                  <a:pt x="22701" y="8942"/>
                  <a:pt x="24402" y="19138"/>
                </a:cubicBezTo>
                <a:cubicBezTo>
                  <a:pt x="25999" y="28707"/>
                  <a:pt x="19683" y="40640"/>
                  <a:pt x="11004" y="44975"/>
                </a:cubicBezTo>
              </a:path>
            </a:pathLst>
          </a:custGeom>
          <a:noFill/>
          <a:ln cap="flat" cmpd="sng" w="9525">
            <a:solidFill>
              <a:srgbClr val="52AFC8"/>
            </a:solidFill>
            <a:prstDash val="lgDash"/>
            <a:round/>
            <a:headEnd len="med" w="med" type="none"/>
            <a:tailEnd len="med" w="med" type="none"/>
          </a:ln>
        </p:spPr>
      </p:sp>
      <p:sp>
        <p:nvSpPr>
          <p:cNvPr id="11" name="Google Shape;11;p2"/>
          <p:cNvSpPr/>
          <p:nvPr/>
        </p:nvSpPr>
        <p:spPr>
          <a:xfrm rot="-2397370">
            <a:off x="3545248" y="-584398"/>
            <a:ext cx="1010520" cy="997374"/>
          </a:xfrm>
          <a:custGeom>
            <a:rect b="b" l="l" r="r" t="t"/>
            <a:pathLst>
              <a:path extrusionOk="0" h="27390" w="27751">
                <a:moveTo>
                  <a:pt x="27751" y="26316"/>
                </a:moveTo>
                <a:cubicBezTo>
                  <a:pt x="20672" y="29147"/>
                  <a:pt x="10504" y="26049"/>
                  <a:pt x="5741" y="20096"/>
                </a:cubicBezTo>
                <a:cubicBezTo>
                  <a:pt x="1388" y="14656"/>
                  <a:pt x="3113" y="6232"/>
                  <a:pt x="0" y="0"/>
                </a:cubicBezTo>
              </a:path>
            </a:pathLst>
          </a:custGeom>
          <a:noFill/>
          <a:ln cap="flat" cmpd="sng" w="9525">
            <a:solidFill>
              <a:srgbClr val="52AFC8"/>
            </a:solidFill>
            <a:prstDash val="lgDash"/>
            <a:round/>
            <a:headEnd len="med" w="med" type="none"/>
            <a:tailEnd len="med" w="med" type="none"/>
          </a:ln>
        </p:spPr>
      </p:sp>
      <p:sp>
        <p:nvSpPr>
          <p:cNvPr id="12" name="Google Shape;12;p2"/>
          <p:cNvSpPr/>
          <p:nvPr/>
        </p:nvSpPr>
        <p:spPr>
          <a:xfrm rot="10799680">
            <a:off x="-130646" y="4479036"/>
            <a:ext cx="4195445" cy="2007256"/>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rgbClr val="52AFC8"/>
            </a:solidFill>
            <a:prstDash val="lgDash"/>
            <a:round/>
            <a:headEnd len="med" w="med" type="none"/>
            <a:tailEnd len="med" w="med" type="none"/>
          </a:ln>
        </p:spPr>
      </p:sp>
      <p:sp>
        <p:nvSpPr>
          <p:cNvPr id="13" name="Google Shape;13;p2"/>
          <p:cNvSpPr txBox="1"/>
          <p:nvPr>
            <p:ph type="ctrTitle"/>
          </p:nvPr>
        </p:nvSpPr>
        <p:spPr>
          <a:xfrm>
            <a:off x="713214" y="985900"/>
            <a:ext cx="4147800" cy="25029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rgbClr val="191919"/>
              </a:buClr>
              <a:buSzPts val="4000"/>
              <a:buNone/>
              <a:defRPr sz="4800">
                <a:latin typeface="Bakbak One"/>
                <a:ea typeface="Bakbak One"/>
                <a:cs typeface="Bakbak One"/>
                <a:sym typeface="Bakbak On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4" name="Google Shape;14;p2"/>
          <p:cNvSpPr txBox="1"/>
          <p:nvPr>
            <p:ph idx="1" type="subTitle"/>
          </p:nvPr>
        </p:nvSpPr>
        <p:spPr>
          <a:xfrm>
            <a:off x="713214" y="3681825"/>
            <a:ext cx="4147800" cy="4758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600">
                <a:solidFill>
                  <a:schemeClr val="lt1"/>
                </a:solidFill>
                <a:latin typeface="Anek Gujarati"/>
                <a:ea typeface="Anek Gujarati"/>
                <a:cs typeface="Anek Gujarati"/>
                <a:sym typeface="Anek Gujarati"/>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5" name="Google Shape;15;p2"/>
          <p:cNvSpPr/>
          <p:nvPr/>
        </p:nvSpPr>
        <p:spPr>
          <a:xfrm flipH="1" rot="-10799680">
            <a:off x="7987179" y="3199061"/>
            <a:ext cx="4195445" cy="2007256"/>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rgbClr val="52AFC8"/>
            </a:solidFill>
            <a:prstDash val="lgDash"/>
            <a:round/>
            <a:headEnd len="med" w="med" type="none"/>
            <a:tailEnd len="med" w="med" type="none"/>
          </a:ln>
        </p:spPr>
      </p:sp>
      <p:sp>
        <p:nvSpPr>
          <p:cNvPr id="16" name="Google Shape;16;p2"/>
          <p:cNvSpPr txBox="1"/>
          <p:nvPr>
            <p:ph idx="2" type="subTitle"/>
          </p:nvPr>
        </p:nvSpPr>
        <p:spPr>
          <a:xfrm>
            <a:off x="2411400" y="3154200"/>
            <a:ext cx="4321200" cy="497100"/>
          </a:xfrm>
          <a:prstGeom prst="rect">
            <a:avLst/>
          </a:prstGeom>
          <a:solidFill>
            <a:schemeClr val="accent2"/>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solidFill>
                  <a:schemeClr val="lt1"/>
                </a:solidFill>
              </a:defRPr>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p:nvPr/>
        </p:nvSpPr>
        <p:spPr>
          <a:xfrm>
            <a:off x="4385200" y="-35875"/>
            <a:ext cx="4758900" cy="5213100"/>
          </a:xfrm>
          <a:prstGeom prst="rect">
            <a:avLst/>
          </a:prstGeom>
          <a:solidFill>
            <a:srgbClr val="7BB930"/>
          </a:solidFill>
          <a:ln>
            <a:noFill/>
          </a:ln>
          <a:effectLst>
            <a:outerShdw blurRad="57150" rotWithShape="0" algn="bl" dir="4200000" dist="114300">
              <a:schemeClr val="dk1">
                <a:alpha val="1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txBox="1"/>
          <p:nvPr>
            <p:ph type="title"/>
          </p:nvPr>
        </p:nvSpPr>
        <p:spPr>
          <a:xfrm>
            <a:off x="4525925" y="2175900"/>
            <a:ext cx="3904800" cy="1315500"/>
          </a:xfrm>
          <a:prstGeom prst="rect">
            <a:avLst/>
          </a:prstGeom>
        </p:spPr>
        <p:txBody>
          <a:bodyPr anchorCtr="0" anchor="ctr" bIns="91425" lIns="91425" spcFirstLastPara="1" rIns="91425" wrap="square" tIns="91425">
            <a:noAutofit/>
          </a:bodyPr>
          <a:lstStyle>
            <a:lvl1pPr lvl="0" algn="r">
              <a:lnSpc>
                <a:spcPct val="80000"/>
              </a:lnSpc>
              <a:spcBef>
                <a:spcPts val="0"/>
              </a:spcBef>
              <a:spcAft>
                <a:spcPts val="0"/>
              </a:spcAft>
              <a:buSzPts val="3600"/>
              <a:buNone/>
              <a:defRPr sz="5000">
                <a:solidFill>
                  <a:schemeClr val="l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0" name="Google Shape;20;p3"/>
          <p:cNvSpPr txBox="1"/>
          <p:nvPr>
            <p:ph hasCustomPrompt="1" idx="2" type="title"/>
          </p:nvPr>
        </p:nvSpPr>
        <p:spPr>
          <a:xfrm>
            <a:off x="7059475" y="1154500"/>
            <a:ext cx="1371300" cy="8418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Clr>
                <a:schemeClr val="lt1"/>
              </a:buClr>
              <a:buSzPts val="6000"/>
              <a:buNone/>
              <a:defRPr sz="72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1" name="Google Shape;21;p3"/>
          <p:cNvSpPr/>
          <p:nvPr/>
        </p:nvSpPr>
        <p:spPr>
          <a:xfrm rot="7802080">
            <a:off x="5238753" y="3521846"/>
            <a:ext cx="4195605" cy="2007300"/>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lt1"/>
            </a:solidFill>
            <a:prstDash val="lgDash"/>
            <a:round/>
            <a:headEnd len="med" w="med" type="none"/>
            <a:tailEnd len="med" w="med" type="none"/>
          </a:ln>
        </p:spPr>
      </p:sp>
      <p:sp>
        <p:nvSpPr>
          <p:cNvPr id="22" name="Google Shape;22;p3"/>
          <p:cNvSpPr/>
          <p:nvPr/>
        </p:nvSpPr>
        <p:spPr>
          <a:xfrm>
            <a:off x="6595800" y="-501775"/>
            <a:ext cx="3899475" cy="1866000"/>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lt1"/>
            </a:solidFill>
            <a:prstDash val="lgDash"/>
            <a:round/>
            <a:headEnd len="med" w="med" type="none"/>
            <a:tailEnd len="med" w="med" type="none"/>
          </a:ln>
        </p:spPr>
      </p:sp>
      <p:sp>
        <p:nvSpPr>
          <p:cNvPr id="23" name="Google Shape;23;p3"/>
          <p:cNvSpPr/>
          <p:nvPr/>
        </p:nvSpPr>
        <p:spPr>
          <a:xfrm rot="-4238987">
            <a:off x="4532162" y="-506466"/>
            <a:ext cx="1119366" cy="1104804"/>
          </a:xfrm>
          <a:custGeom>
            <a:rect b="b" l="l" r="r" t="t"/>
            <a:pathLst>
              <a:path extrusionOk="0" h="27390" w="27751">
                <a:moveTo>
                  <a:pt x="27751" y="26316"/>
                </a:moveTo>
                <a:cubicBezTo>
                  <a:pt x="20672" y="29147"/>
                  <a:pt x="10504" y="26049"/>
                  <a:pt x="5741" y="20096"/>
                </a:cubicBezTo>
                <a:cubicBezTo>
                  <a:pt x="1388" y="14656"/>
                  <a:pt x="3113" y="6232"/>
                  <a:pt x="0" y="0"/>
                </a:cubicBezTo>
              </a:path>
            </a:pathLst>
          </a:custGeom>
          <a:noFill/>
          <a:ln cap="flat" cmpd="sng" w="9525">
            <a:solidFill>
              <a:schemeClr val="lt1"/>
            </a:solidFill>
            <a:prstDash val="lgDash"/>
            <a:round/>
            <a:headEnd len="med" w="med" type="none"/>
            <a:tailEnd len="med" w="med" type="none"/>
          </a:ln>
        </p:spPr>
      </p:sp>
      <p:grpSp>
        <p:nvGrpSpPr>
          <p:cNvPr id="24" name="Google Shape;24;p3"/>
          <p:cNvGrpSpPr/>
          <p:nvPr/>
        </p:nvGrpSpPr>
        <p:grpSpPr>
          <a:xfrm rot="5400000">
            <a:off x="6674224" y="-129862"/>
            <a:ext cx="416587" cy="977813"/>
            <a:chOff x="8555949" y="425163"/>
            <a:chExt cx="416587" cy="977813"/>
          </a:xfrm>
        </p:grpSpPr>
        <p:sp>
          <p:nvSpPr>
            <p:cNvPr id="25" name="Google Shape;25;p3"/>
            <p:cNvSpPr/>
            <p:nvPr/>
          </p:nvSpPr>
          <p:spPr>
            <a:xfrm>
              <a:off x="8630075" y="984025"/>
              <a:ext cx="135900" cy="135900"/>
            </a:xfrm>
            <a:prstGeom prst="plus">
              <a:avLst>
                <a:gd fmla="val 4390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a:off x="8862861" y="1309675"/>
              <a:ext cx="93300" cy="933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a:off x="8879236" y="425163"/>
              <a:ext cx="93300" cy="933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a:off x="8555949" y="1267400"/>
              <a:ext cx="54900" cy="54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 name="Google Shape;29;p3"/>
          <p:cNvGrpSpPr/>
          <p:nvPr/>
        </p:nvGrpSpPr>
        <p:grpSpPr>
          <a:xfrm rot="5400000">
            <a:off x="8139343" y="4220094"/>
            <a:ext cx="1238412" cy="385925"/>
            <a:chOff x="8251149" y="734000"/>
            <a:chExt cx="1238412" cy="385925"/>
          </a:xfrm>
        </p:grpSpPr>
        <p:sp>
          <p:nvSpPr>
            <p:cNvPr id="30" name="Google Shape;30;p3"/>
            <p:cNvSpPr/>
            <p:nvPr/>
          </p:nvSpPr>
          <p:spPr>
            <a:xfrm>
              <a:off x="8630075" y="984025"/>
              <a:ext cx="135900" cy="135900"/>
            </a:xfrm>
            <a:prstGeom prst="plus">
              <a:avLst>
                <a:gd fmla="val 4390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a:off x="9396261" y="928675"/>
              <a:ext cx="93300" cy="933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a:off x="9031636" y="806163"/>
              <a:ext cx="93300" cy="933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a:off x="8251149" y="734000"/>
              <a:ext cx="54900" cy="54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3"/>
          <p:cNvSpPr/>
          <p:nvPr/>
        </p:nvSpPr>
        <p:spPr>
          <a:xfrm flipH="1" rot="-10799680">
            <a:off x="193005" y="3936561"/>
            <a:ext cx="4195445" cy="2007256"/>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rgbClr val="7BB930"/>
            </a:solidFill>
            <a:prstDash val="lgDash"/>
            <a:round/>
            <a:headEnd len="med" w="med" type="none"/>
            <a:tailEnd len="med" w="med" type="none"/>
          </a:ln>
        </p:spPr>
      </p:sp>
      <p:sp>
        <p:nvSpPr>
          <p:cNvPr id="35" name="Google Shape;35;p3"/>
          <p:cNvSpPr/>
          <p:nvPr/>
        </p:nvSpPr>
        <p:spPr>
          <a:xfrm flipH="1">
            <a:off x="-493158" y="-164900"/>
            <a:ext cx="3899475" cy="1866000"/>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rgbClr val="7BB930"/>
            </a:solidFill>
            <a:prstDash val="lgDash"/>
            <a:round/>
            <a:headEnd len="med" w="med" type="none"/>
            <a:tailEnd len="med" w="med" type="none"/>
          </a:ln>
        </p:spPr>
      </p:sp>
      <p:grpSp>
        <p:nvGrpSpPr>
          <p:cNvPr id="36" name="Google Shape;36;p3"/>
          <p:cNvGrpSpPr/>
          <p:nvPr/>
        </p:nvGrpSpPr>
        <p:grpSpPr>
          <a:xfrm rot="5400000">
            <a:off x="137099" y="469700"/>
            <a:ext cx="568987" cy="596813"/>
            <a:chOff x="8555949" y="806163"/>
            <a:chExt cx="568987" cy="596813"/>
          </a:xfrm>
        </p:grpSpPr>
        <p:sp>
          <p:nvSpPr>
            <p:cNvPr id="37" name="Google Shape;37;p3"/>
            <p:cNvSpPr/>
            <p:nvPr/>
          </p:nvSpPr>
          <p:spPr>
            <a:xfrm>
              <a:off x="8630075" y="984025"/>
              <a:ext cx="135900" cy="135900"/>
            </a:xfrm>
            <a:prstGeom prst="plus">
              <a:avLst>
                <a:gd fmla="val 43902" name="adj"/>
              </a:avLst>
            </a:prstGeom>
            <a:solidFill>
              <a:schemeClr val="lt2"/>
            </a:solidFill>
            <a:ln cap="flat" cmpd="sng" w="9525">
              <a:solidFill>
                <a:srgbClr val="7BB9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7BB930"/>
                </a:highlight>
              </a:endParaRPr>
            </a:p>
          </p:txBody>
        </p:sp>
        <p:sp>
          <p:nvSpPr>
            <p:cNvPr id="38" name="Google Shape;38;p3"/>
            <p:cNvSpPr/>
            <p:nvPr/>
          </p:nvSpPr>
          <p:spPr>
            <a:xfrm>
              <a:off x="8862861" y="1309675"/>
              <a:ext cx="93300" cy="93300"/>
            </a:xfrm>
            <a:prstGeom prst="ellipse">
              <a:avLst/>
            </a:prstGeom>
            <a:noFill/>
            <a:ln cap="flat" cmpd="sng" w="19050">
              <a:solidFill>
                <a:srgbClr val="7BB9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7BB930"/>
                </a:highlight>
              </a:endParaRPr>
            </a:p>
          </p:txBody>
        </p:sp>
        <p:sp>
          <p:nvSpPr>
            <p:cNvPr id="39" name="Google Shape;39;p3"/>
            <p:cNvSpPr/>
            <p:nvPr/>
          </p:nvSpPr>
          <p:spPr>
            <a:xfrm>
              <a:off x="9031636" y="806163"/>
              <a:ext cx="93300" cy="93300"/>
            </a:xfrm>
            <a:prstGeom prst="ellipse">
              <a:avLst/>
            </a:prstGeom>
            <a:solidFill>
              <a:srgbClr val="7BB930"/>
            </a:solidFill>
            <a:ln cap="flat" cmpd="sng" w="19050">
              <a:solidFill>
                <a:srgbClr val="7BB9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7BB930"/>
                </a:highlight>
              </a:endParaRPr>
            </a:p>
          </p:txBody>
        </p:sp>
        <p:sp>
          <p:nvSpPr>
            <p:cNvPr id="40" name="Google Shape;40;p3"/>
            <p:cNvSpPr/>
            <p:nvPr/>
          </p:nvSpPr>
          <p:spPr>
            <a:xfrm>
              <a:off x="8555949" y="1267400"/>
              <a:ext cx="54900" cy="54900"/>
            </a:xfrm>
            <a:prstGeom prst="ellipse">
              <a:avLst/>
            </a:prstGeom>
            <a:solidFill>
              <a:schemeClr val="lt2"/>
            </a:solidFill>
            <a:ln cap="flat" cmpd="sng" w="19050">
              <a:solidFill>
                <a:srgbClr val="7BB9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7BB930"/>
                </a:highlight>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sp>
        <p:nvSpPr>
          <p:cNvPr id="42" name="Google Shape;42;p4"/>
          <p:cNvSpPr/>
          <p:nvPr>
            <p:ph idx="2" type="pic"/>
          </p:nvPr>
        </p:nvSpPr>
        <p:spPr>
          <a:xfrm>
            <a:off x="5813325" y="-75687"/>
            <a:ext cx="4107300" cy="5295000"/>
          </a:xfrm>
          <a:prstGeom prst="rect">
            <a:avLst/>
          </a:prstGeom>
          <a:noFill/>
          <a:ln>
            <a:noFill/>
          </a:ln>
        </p:spPr>
      </p:sp>
      <p:sp>
        <p:nvSpPr>
          <p:cNvPr id="43" name="Google Shape;43;p4"/>
          <p:cNvSpPr/>
          <p:nvPr/>
        </p:nvSpPr>
        <p:spPr>
          <a:xfrm>
            <a:off x="-71775" y="-35875"/>
            <a:ext cx="5885100" cy="5213100"/>
          </a:xfrm>
          <a:prstGeom prst="rect">
            <a:avLst/>
          </a:prstGeom>
          <a:solidFill>
            <a:srgbClr val="52AFC8"/>
          </a:solidFill>
          <a:ln>
            <a:noFill/>
          </a:ln>
          <a:effectLst>
            <a:outerShdw blurRad="57150" rotWithShape="0" algn="bl" dir="4200000" dist="114300">
              <a:schemeClr val="dk1">
                <a:alpha val="1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rot="10799680">
            <a:off x="-574246" y="4320611"/>
            <a:ext cx="4195445" cy="2007256"/>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lt1"/>
            </a:solidFill>
            <a:prstDash val="lgDash"/>
            <a:round/>
            <a:headEnd len="med" w="med" type="none"/>
            <a:tailEnd len="med" w="med" type="none"/>
          </a:ln>
        </p:spPr>
      </p:sp>
      <p:sp>
        <p:nvSpPr>
          <p:cNvPr id="45" name="Google Shape;45;p4"/>
          <p:cNvSpPr/>
          <p:nvPr/>
        </p:nvSpPr>
        <p:spPr>
          <a:xfrm rot="-2700226">
            <a:off x="-373517" y="-1266334"/>
            <a:ext cx="4195301" cy="2007164"/>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lt1"/>
            </a:solidFill>
            <a:prstDash val="lgDash"/>
            <a:round/>
            <a:headEnd len="med" w="med" type="none"/>
            <a:tailEnd len="med" w="med" type="none"/>
          </a:ln>
        </p:spPr>
      </p:sp>
      <p:sp>
        <p:nvSpPr>
          <p:cNvPr id="46" name="Google Shape;46;p4"/>
          <p:cNvSpPr/>
          <p:nvPr/>
        </p:nvSpPr>
        <p:spPr>
          <a:xfrm>
            <a:off x="5119550" y="-288800"/>
            <a:ext cx="693775" cy="684750"/>
          </a:xfrm>
          <a:custGeom>
            <a:rect b="b" l="l" r="r" t="t"/>
            <a:pathLst>
              <a:path extrusionOk="0" h="27390" w="27751">
                <a:moveTo>
                  <a:pt x="27751" y="26316"/>
                </a:moveTo>
                <a:cubicBezTo>
                  <a:pt x="20672" y="29147"/>
                  <a:pt x="10504" y="26049"/>
                  <a:pt x="5741" y="20096"/>
                </a:cubicBezTo>
                <a:cubicBezTo>
                  <a:pt x="1388" y="14656"/>
                  <a:pt x="3113" y="6232"/>
                  <a:pt x="0" y="0"/>
                </a:cubicBezTo>
              </a:path>
            </a:pathLst>
          </a:custGeom>
          <a:noFill/>
          <a:ln cap="flat" cmpd="sng" w="9525">
            <a:solidFill>
              <a:schemeClr val="lt1"/>
            </a:solidFill>
            <a:prstDash val="lgDash"/>
            <a:round/>
            <a:headEnd len="med" w="med" type="none"/>
            <a:tailEnd len="med" w="med" type="none"/>
          </a:ln>
        </p:spPr>
      </p:sp>
      <p:sp>
        <p:nvSpPr>
          <p:cNvPr id="47" name="Google Shape;47;p4">
            <a:hlinkClick action="ppaction://hlinkshowjump?jump=nextslide"/>
          </p:cNvPr>
          <p:cNvSpPr/>
          <p:nvPr/>
        </p:nvSpPr>
        <p:spPr>
          <a:xfrm>
            <a:off x="265001" y="4781610"/>
            <a:ext cx="210596" cy="210596"/>
          </a:xfrm>
          <a:prstGeom prst="ellipse">
            <a:avLst/>
          </a:prstGeom>
          <a:solidFill>
            <a:srgbClr val="52AFC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 name="Google Shape;48;p4"/>
          <p:cNvGrpSpPr/>
          <p:nvPr/>
        </p:nvGrpSpPr>
        <p:grpSpPr>
          <a:xfrm>
            <a:off x="297108" y="4836218"/>
            <a:ext cx="146350" cy="101353"/>
            <a:chOff x="-797260" y="3184175"/>
            <a:chExt cx="502500" cy="348000"/>
          </a:xfrm>
        </p:grpSpPr>
        <p:cxnSp>
          <p:nvCxnSpPr>
            <p:cNvPr id="49" name="Google Shape;49;p4"/>
            <p:cNvCxnSpPr/>
            <p:nvPr/>
          </p:nvCxnSpPr>
          <p:spPr>
            <a:xfrm>
              <a:off x="-797260" y="3361225"/>
              <a:ext cx="502500" cy="0"/>
            </a:xfrm>
            <a:prstGeom prst="straightConnector1">
              <a:avLst/>
            </a:prstGeom>
            <a:noFill/>
            <a:ln cap="flat" cmpd="sng" w="9525">
              <a:solidFill>
                <a:schemeClr val="lt1"/>
              </a:solidFill>
              <a:prstDash val="solid"/>
              <a:round/>
              <a:headEnd len="med" w="med" type="none"/>
              <a:tailEnd len="med" w="med" type="none"/>
            </a:ln>
          </p:spPr>
        </p:cxnSp>
        <p:cxnSp>
          <p:nvCxnSpPr>
            <p:cNvPr id="50" name="Google Shape;50;p4"/>
            <p:cNvCxnSpPr/>
            <p:nvPr/>
          </p:nvCxnSpPr>
          <p:spPr>
            <a:xfrm>
              <a:off x="-471875" y="3184175"/>
              <a:ext cx="174000" cy="174000"/>
            </a:xfrm>
            <a:prstGeom prst="straightConnector1">
              <a:avLst/>
            </a:prstGeom>
            <a:noFill/>
            <a:ln cap="flat" cmpd="sng" w="9525">
              <a:solidFill>
                <a:schemeClr val="lt1"/>
              </a:solidFill>
              <a:prstDash val="solid"/>
              <a:round/>
              <a:headEnd len="med" w="med" type="none"/>
              <a:tailEnd len="med" w="med" type="none"/>
            </a:ln>
          </p:spPr>
        </p:cxnSp>
        <p:cxnSp>
          <p:nvCxnSpPr>
            <p:cNvPr id="51" name="Google Shape;51;p4"/>
            <p:cNvCxnSpPr/>
            <p:nvPr/>
          </p:nvCxnSpPr>
          <p:spPr>
            <a:xfrm flipH="1" rot="10800000">
              <a:off x="-471875" y="3358175"/>
              <a:ext cx="174000" cy="174000"/>
            </a:xfrm>
            <a:prstGeom prst="straightConnector1">
              <a:avLst/>
            </a:prstGeom>
            <a:noFill/>
            <a:ln cap="flat" cmpd="sng" w="9525">
              <a:solidFill>
                <a:schemeClr val="lt1"/>
              </a:solidFill>
              <a:prstDash val="solid"/>
              <a:round/>
              <a:headEnd len="med" w="med" type="none"/>
              <a:tailEnd len="med" w="med" type="none"/>
            </a:ln>
          </p:spPr>
        </p:cxnSp>
      </p:grpSp>
      <p:grpSp>
        <p:nvGrpSpPr>
          <p:cNvPr id="52" name="Google Shape;52;p4"/>
          <p:cNvGrpSpPr/>
          <p:nvPr/>
        </p:nvGrpSpPr>
        <p:grpSpPr>
          <a:xfrm rot="5400000">
            <a:off x="4847243" y="3991494"/>
            <a:ext cx="1238412" cy="385925"/>
            <a:chOff x="8251149" y="734000"/>
            <a:chExt cx="1238412" cy="385925"/>
          </a:xfrm>
        </p:grpSpPr>
        <p:sp>
          <p:nvSpPr>
            <p:cNvPr id="53" name="Google Shape;53;p4"/>
            <p:cNvSpPr/>
            <p:nvPr/>
          </p:nvSpPr>
          <p:spPr>
            <a:xfrm>
              <a:off x="8630075" y="984025"/>
              <a:ext cx="135900" cy="135900"/>
            </a:xfrm>
            <a:prstGeom prst="plus">
              <a:avLst>
                <a:gd fmla="val 4390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a:off x="9396261" y="928675"/>
              <a:ext cx="93300" cy="933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p:nvPr/>
          </p:nvSpPr>
          <p:spPr>
            <a:xfrm>
              <a:off x="9031636" y="806163"/>
              <a:ext cx="93300" cy="933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4"/>
            <p:cNvSpPr/>
            <p:nvPr/>
          </p:nvSpPr>
          <p:spPr>
            <a:xfrm>
              <a:off x="8251149" y="734000"/>
              <a:ext cx="54900" cy="54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4"/>
          <p:cNvSpPr txBox="1"/>
          <p:nvPr>
            <p:ph type="title"/>
          </p:nvPr>
        </p:nvSpPr>
        <p:spPr>
          <a:xfrm>
            <a:off x="720000" y="445025"/>
            <a:ext cx="4483500" cy="1217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8" name="Google Shape;58;p4"/>
          <p:cNvSpPr txBox="1"/>
          <p:nvPr>
            <p:ph idx="1" type="body"/>
          </p:nvPr>
        </p:nvSpPr>
        <p:spPr>
          <a:xfrm>
            <a:off x="720000" y="1997600"/>
            <a:ext cx="4124400" cy="26346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Font typeface="KoHo SemiBold"/>
              <a:buAutoNum type="arabicPeriod"/>
              <a:defRPr/>
            </a:lvl1pPr>
            <a:lvl2pPr indent="-317500" lvl="1" marL="914400" rtl="0">
              <a:lnSpc>
                <a:spcPct val="100000"/>
              </a:lnSpc>
              <a:spcBef>
                <a:spcPts val="1000"/>
              </a:spcBef>
              <a:spcAft>
                <a:spcPts val="0"/>
              </a:spcAft>
              <a:buSzPts val="1400"/>
              <a:buFont typeface="Darker Grotesque SemiBold"/>
              <a:buAutoNum type="alphaLcPeriod"/>
              <a:defRPr/>
            </a:lvl2pPr>
            <a:lvl3pPr indent="-317500" lvl="2" marL="1371600" rtl="0">
              <a:lnSpc>
                <a:spcPct val="100000"/>
              </a:lnSpc>
              <a:spcBef>
                <a:spcPts val="0"/>
              </a:spcBef>
              <a:spcAft>
                <a:spcPts val="0"/>
              </a:spcAft>
              <a:buSzPts val="1400"/>
              <a:buFont typeface="Darker Grotesque SemiBold"/>
              <a:buAutoNum type="romanLcPeriod"/>
              <a:defRPr/>
            </a:lvl3pPr>
            <a:lvl4pPr indent="-317500" lvl="3" marL="1828800" rtl="0">
              <a:lnSpc>
                <a:spcPct val="100000"/>
              </a:lnSpc>
              <a:spcBef>
                <a:spcPts val="0"/>
              </a:spcBef>
              <a:spcAft>
                <a:spcPts val="0"/>
              </a:spcAft>
              <a:buSzPts val="1400"/>
              <a:buFont typeface="Darker Grotesque SemiBold"/>
              <a:buAutoNum type="arabicPeriod"/>
              <a:defRPr/>
            </a:lvl4pPr>
            <a:lvl5pPr indent="-317500" lvl="4" marL="2286000" rtl="0">
              <a:lnSpc>
                <a:spcPct val="100000"/>
              </a:lnSpc>
              <a:spcBef>
                <a:spcPts val="0"/>
              </a:spcBef>
              <a:spcAft>
                <a:spcPts val="0"/>
              </a:spcAft>
              <a:buSzPts val="1400"/>
              <a:buFont typeface="Darker Grotesque SemiBold"/>
              <a:buAutoNum type="alphaLcPeriod"/>
              <a:defRPr/>
            </a:lvl5pPr>
            <a:lvl6pPr indent="-317500" lvl="5" marL="2743200" rtl="0">
              <a:lnSpc>
                <a:spcPct val="100000"/>
              </a:lnSpc>
              <a:spcBef>
                <a:spcPts val="0"/>
              </a:spcBef>
              <a:spcAft>
                <a:spcPts val="0"/>
              </a:spcAft>
              <a:buSzPts val="1400"/>
              <a:buFont typeface="Darker Grotesque SemiBold"/>
              <a:buAutoNum type="romanLcPeriod"/>
              <a:defRPr/>
            </a:lvl6pPr>
            <a:lvl7pPr indent="-317500" lvl="6" marL="3200400" rtl="0">
              <a:lnSpc>
                <a:spcPct val="100000"/>
              </a:lnSpc>
              <a:spcBef>
                <a:spcPts val="0"/>
              </a:spcBef>
              <a:spcAft>
                <a:spcPts val="0"/>
              </a:spcAft>
              <a:buSzPts val="1400"/>
              <a:buFont typeface="Darker Grotesque SemiBold"/>
              <a:buAutoNum type="arabicPeriod"/>
              <a:defRPr/>
            </a:lvl7pPr>
            <a:lvl8pPr indent="-317500" lvl="7" marL="3657600" rtl="0">
              <a:lnSpc>
                <a:spcPct val="100000"/>
              </a:lnSpc>
              <a:spcBef>
                <a:spcPts val="0"/>
              </a:spcBef>
              <a:spcAft>
                <a:spcPts val="0"/>
              </a:spcAft>
              <a:buSzPts val="1400"/>
              <a:buFont typeface="Darker Grotesque SemiBold"/>
              <a:buAutoNum type="alphaLcPeriod"/>
              <a:defRPr/>
            </a:lvl8pPr>
            <a:lvl9pPr indent="-317500" lvl="8" marL="4114800" rtl="0">
              <a:lnSpc>
                <a:spcPct val="100000"/>
              </a:lnSpc>
              <a:spcBef>
                <a:spcPts val="0"/>
              </a:spcBef>
              <a:spcAft>
                <a:spcPts val="0"/>
              </a:spcAft>
              <a:buSzPts val="1400"/>
              <a:buFont typeface="Darker Grotesque SemiBold"/>
              <a:buAutoNum type="romanLcPeriod"/>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9" name="Shape 59"/>
        <p:cNvGrpSpPr/>
        <p:nvPr/>
      </p:nvGrpSpPr>
      <p:grpSpPr>
        <a:xfrm>
          <a:off x="0" y="0"/>
          <a:ext cx="0" cy="0"/>
          <a:chOff x="0" y="0"/>
          <a:chExt cx="0" cy="0"/>
        </a:xfrm>
      </p:grpSpPr>
      <p:sp>
        <p:nvSpPr>
          <p:cNvPr id="60" name="Google Shape;60;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61" name="Google Shape;61;p5"/>
          <p:cNvSpPr txBox="1"/>
          <p:nvPr>
            <p:ph idx="1" type="subTitle"/>
          </p:nvPr>
        </p:nvSpPr>
        <p:spPr>
          <a:xfrm>
            <a:off x="5064212" y="3025999"/>
            <a:ext cx="3046200" cy="150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62" name="Google Shape;62;p5"/>
          <p:cNvSpPr txBox="1"/>
          <p:nvPr>
            <p:ph idx="2" type="subTitle"/>
          </p:nvPr>
        </p:nvSpPr>
        <p:spPr>
          <a:xfrm>
            <a:off x="1033587" y="3025999"/>
            <a:ext cx="3046200" cy="150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63" name="Google Shape;63;p5"/>
          <p:cNvSpPr txBox="1"/>
          <p:nvPr>
            <p:ph idx="3" type="subTitle"/>
          </p:nvPr>
        </p:nvSpPr>
        <p:spPr>
          <a:xfrm>
            <a:off x="1033587" y="2498300"/>
            <a:ext cx="3046200" cy="527700"/>
          </a:xfrm>
          <a:prstGeom prst="rect">
            <a:avLst/>
          </a:prstGeom>
          <a:noFill/>
          <a:ln>
            <a:noFill/>
          </a:ln>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600">
                <a:solidFill>
                  <a:schemeClr val="dk1"/>
                </a:solidFill>
                <a:latin typeface="Bakbak One"/>
                <a:ea typeface="Bakbak One"/>
                <a:cs typeface="Bakbak One"/>
                <a:sym typeface="Bakbak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4" name="Google Shape;64;p5"/>
          <p:cNvSpPr txBox="1"/>
          <p:nvPr>
            <p:ph idx="4" type="subTitle"/>
          </p:nvPr>
        </p:nvSpPr>
        <p:spPr>
          <a:xfrm>
            <a:off x="5064213" y="2498300"/>
            <a:ext cx="3046200" cy="527700"/>
          </a:xfrm>
          <a:prstGeom prst="rect">
            <a:avLst/>
          </a:prstGeom>
          <a:noFill/>
          <a:ln>
            <a:noFill/>
          </a:ln>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600">
                <a:solidFill>
                  <a:schemeClr val="dk1"/>
                </a:solidFill>
                <a:latin typeface="Bakbak One"/>
                <a:ea typeface="Bakbak One"/>
                <a:cs typeface="Bakbak One"/>
                <a:sym typeface="Bakbak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5" name="Google Shape;65;p5"/>
          <p:cNvSpPr/>
          <p:nvPr/>
        </p:nvSpPr>
        <p:spPr>
          <a:xfrm rot="1095117">
            <a:off x="5801043" y="-393669"/>
            <a:ext cx="3899522" cy="1866023"/>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lt2"/>
            </a:solidFill>
            <a:prstDash val="lgDash"/>
            <a:round/>
            <a:headEnd len="med" w="med" type="none"/>
            <a:tailEnd len="med" w="med" type="none"/>
          </a:ln>
        </p:spPr>
      </p:sp>
      <p:sp>
        <p:nvSpPr>
          <p:cNvPr id="66" name="Google Shape;66;p5"/>
          <p:cNvSpPr/>
          <p:nvPr/>
        </p:nvSpPr>
        <p:spPr>
          <a:xfrm rot="10799680">
            <a:off x="-130646" y="4479036"/>
            <a:ext cx="4195445" cy="2007256"/>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lt2"/>
            </a:solidFill>
            <a:prstDash val="lgDash"/>
            <a:round/>
            <a:headEnd len="med" w="med" type="none"/>
            <a:tailEnd len="med" w="med" type="none"/>
          </a:ln>
        </p:spPr>
      </p:sp>
      <p:sp>
        <p:nvSpPr>
          <p:cNvPr id="67" name="Google Shape;67;p5"/>
          <p:cNvSpPr/>
          <p:nvPr/>
        </p:nvSpPr>
        <p:spPr>
          <a:xfrm>
            <a:off x="8562625" y="-288800"/>
            <a:ext cx="693775" cy="684750"/>
          </a:xfrm>
          <a:custGeom>
            <a:rect b="b" l="l" r="r" t="t"/>
            <a:pathLst>
              <a:path extrusionOk="0" h="27390" w="27751">
                <a:moveTo>
                  <a:pt x="27751" y="26316"/>
                </a:moveTo>
                <a:cubicBezTo>
                  <a:pt x="20672" y="29147"/>
                  <a:pt x="10504" y="26049"/>
                  <a:pt x="5741" y="20096"/>
                </a:cubicBezTo>
                <a:cubicBezTo>
                  <a:pt x="1388" y="14656"/>
                  <a:pt x="3113" y="6232"/>
                  <a:pt x="0" y="0"/>
                </a:cubicBezTo>
              </a:path>
            </a:pathLst>
          </a:custGeom>
          <a:noFill/>
          <a:ln cap="flat" cmpd="sng" w="9525">
            <a:solidFill>
              <a:schemeClr val="lt2"/>
            </a:solidFill>
            <a:prstDash val="lgDash"/>
            <a:round/>
            <a:headEnd len="med" w="med" type="none"/>
            <a:tailEnd len="med" w="med" type="none"/>
          </a:ln>
        </p:spPr>
      </p:sp>
      <p:sp>
        <p:nvSpPr>
          <p:cNvPr id="68" name="Google Shape;68;p5"/>
          <p:cNvSpPr/>
          <p:nvPr/>
        </p:nvSpPr>
        <p:spPr>
          <a:xfrm rot="5400000">
            <a:off x="8198450" y="3915325"/>
            <a:ext cx="2405873" cy="2374576"/>
          </a:xfrm>
          <a:custGeom>
            <a:rect b="b" l="l" r="r" t="t"/>
            <a:pathLst>
              <a:path extrusionOk="0" h="27390" w="27751">
                <a:moveTo>
                  <a:pt x="27751" y="26316"/>
                </a:moveTo>
                <a:cubicBezTo>
                  <a:pt x="20672" y="29147"/>
                  <a:pt x="10504" y="26049"/>
                  <a:pt x="5741" y="20096"/>
                </a:cubicBezTo>
                <a:cubicBezTo>
                  <a:pt x="1388" y="14656"/>
                  <a:pt x="3113" y="6232"/>
                  <a:pt x="0" y="0"/>
                </a:cubicBezTo>
              </a:path>
            </a:pathLst>
          </a:custGeom>
          <a:noFill/>
          <a:ln cap="flat" cmpd="sng" w="9525">
            <a:solidFill>
              <a:schemeClr val="lt2"/>
            </a:solidFill>
            <a:prstDash val="lgDash"/>
            <a:round/>
            <a:headEnd len="med" w="med" type="none"/>
            <a:tailEnd len="med" w="med" type="none"/>
          </a:ln>
        </p:spPr>
      </p:sp>
      <p:sp>
        <p:nvSpPr>
          <p:cNvPr id="69" name="Google Shape;69;p5"/>
          <p:cNvSpPr/>
          <p:nvPr/>
        </p:nvSpPr>
        <p:spPr>
          <a:xfrm rot="-2499097">
            <a:off x="-630975" y="-879433"/>
            <a:ext cx="3899477" cy="1866001"/>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lt2"/>
            </a:solidFill>
            <a:prstDash val="lgDash"/>
            <a:round/>
            <a:headEnd len="med" w="med" type="none"/>
            <a:tailEnd len="med" w="med" type="none"/>
          </a:ln>
        </p:spPr>
      </p:sp>
      <p:sp>
        <p:nvSpPr>
          <p:cNvPr id="70" name="Google Shape;70;p5"/>
          <p:cNvSpPr/>
          <p:nvPr/>
        </p:nvSpPr>
        <p:spPr>
          <a:xfrm rot="-598330">
            <a:off x="552518" y="782087"/>
            <a:ext cx="152164" cy="190205"/>
          </a:xfrm>
          <a:custGeom>
            <a:rect b="b" l="l" r="r" t="t"/>
            <a:pathLst>
              <a:path extrusionOk="0" h="4276" w="3421">
                <a:moveTo>
                  <a:pt x="1718" y="979"/>
                </a:moveTo>
                <a:cubicBezTo>
                  <a:pt x="2155" y="979"/>
                  <a:pt x="2500" y="1388"/>
                  <a:pt x="2423" y="1864"/>
                </a:cubicBezTo>
                <a:cubicBezTo>
                  <a:pt x="2380" y="2149"/>
                  <a:pt x="2171" y="2380"/>
                  <a:pt x="1908" y="2445"/>
                </a:cubicBezTo>
                <a:cubicBezTo>
                  <a:pt x="1839" y="2466"/>
                  <a:pt x="1772" y="2475"/>
                  <a:pt x="1706" y="2475"/>
                </a:cubicBezTo>
                <a:cubicBezTo>
                  <a:pt x="1275" y="2475"/>
                  <a:pt x="923" y="2066"/>
                  <a:pt x="1009" y="1590"/>
                </a:cubicBezTo>
                <a:cubicBezTo>
                  <a:pt x="1053" y="1305"/>
                  <a:pt x="1261" y="1074"/>
                  <a:pt x="1513" y="1009"/>
                </a:cubicBezTo>
                <a:cubicBezTo>
                  <a:pt x="1583" y="988"/>
                  <a:pt x="1652" y="979"/>
                  <a:pt x="1718" y="979"/>
                </a:cubicBezTo>
                <a:close/>
                <a:moveTo>
                  <a:pt x="1716" y="0"/>
                </a:moveTo>
                <a:cubicBezTo>
                  <a:pt x="1628" y="0"/>
                  <a:pt x="1538" y="7"/>
                  <a:pt x="1447" y="22"/>
                </a:cubicBezTo>
                <a:cubicBezTo>
                  <a:pt x="680" y="143"/>
                  <a:pt x="77" y="823"/>
                  <a:pt x="22" y="1634"/>
                </a:cubicBezTo>
                <a:cubicBezTo>
                  <a:pt x="0" y="2029"/>
                  <a:pt x="99" y="2402"/>
                  <a:pt x="285" y="2697"/>
                </a:cubicBezTo>
                <a:cubicBezTo>
                  <a:pt x="329" y="2774"/>
                  <a:pt x="384" y="2840"/>
                  <a:pt x="439" y="2906"/>
                </a:cubicBezTo>
                <a:lnTo>
                  <a:pt x="1535" y="4144"/>
                </a:lnTo>
                <a:cubicBezTo>
                  <a:pt x="1612" y="4231"/>
                  <a:pt x="1719" y="4275"/>
                  <a:pt x="1828" y="4275"/>
                </a:cubicBezTo>
                <a:cubicBezTo>
                  <a:pt x="1953" y="4275"/>
                  <a:pt x="2078" y="4218"/>
                  <a:pt x="2160" y="4100"/>
                </a:cubicBezTo>
                <a:lnTo>
                  <a:pt x="2840" y="3147"/>
                </a:lnTo>
                <a:cubicBezTo>
                  <a:pt x="2894" y="3048"/>
                  <a:pt x="3016" y="2873"/>
                  <a:pt x="3114" y="2719"/>
                </a:cubicBezTo>
                <a:cubicBezTo>
                  <a:pt x="3311" y="2412"/>
                  <a:pt x="3421" y="2061"/>
                  <a:pt x="3410" y="1700"/>
                </a:cubicBezTo>
                <a:lnTo>
                  <a:pt x="3410" y="1688"/>
                </a:lnTo>
                <a:cubicBezTo>
                  <a:pt x="3370" y="740"/>
                  <a:pt x="2620" y="0"/>
                  <a:pt x="171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p:nvPr/>
        </p:nvSpPr>
        <p:spPr>
          <a:xfrm flipH="1" rot="598330">
            <a:off x="8417618" y="4402062"/>
            <a:ext cx="152164" cy="190205"/>
          </a:xfrm>
          <a:custGeom>
            <a:rect b="b" l="l" r="r" t="t"/>
            <a:pathLst>
              <a:path extrusionOk="0" h="4276" w="3421">
                <a:moveTo>
                  <a:pt x="1718" y="979"/>
                </a:moveTo>
                <a:cubicBezTo>
                  <a:pt x="2155" y="979"/>
                  <a:pt x="2500" y="1388"/>
                  <a:pt x="2423" y="1864"/>
                </a:cubicBezTo>
                <a:cubicBezTo>
                  <a:pt x="2380" y="2149"/>
                  <a:pt x="2171" y="2380"/>
                  <a:pt x="1908" y="2445"/>
                </a:cubicBezTo>
                <a:cubicBezTo>
                  <a:pt x="1839" y="2466"/>
                  <a:pt x="1772" y="2475"/>
                  <a:pt x="1706" y="2475"/>
                </a:cubicBezTo>
                <a:cubicBezTo>
                  <a:pt x="1275" y="2475"/>
                  <a:pt x="923" y="2066"/>
                  <a:pt x="1009" y="1590"/>
                </a:cubicBezTo>
                <a:cubicBezTo>
                  <a:pt x="1053" y="1305"/>
                  <a:pt x="1261" y="1074"/>
                  <a:pt x="1513" y="1009"/>
                </a:cubicBezTo>
                <a:cubicBezTo>
                  <a:pt x="1583" y="988"/>
                  <a:pt x="1652" y="979"/>
                  <a:pt x="1718" y="979"/>
                </a:cubicBezTo>
                <a:close/>
                <a:moveTo>
                  <a:pt x="1716" y="0"/>
                </a:moveTo>
                <a:cubicBezTo>
                  <a:pt x="1628" y="0"/>
                  <a:pt x="1538" y="7"/>
                  <a:pt x="1447" y="22"/>
                </a:cubicBezTo>
                <a:cubicBezTo>
                  <a:pt x="680" y="143"/>
                  <a:pt x="77" y="823"/>
                  <a:pt x="22" y="1634"/>
                </a:cubicBezTo>
                <a:cubicBezTo>
                  <a:pt x="0" y="2029"/>
                  <a:pt x="99" y="2402"/>
                  <a:pt x="285" y="2697"/>
                </a:cubicBezTo>
                <a:cubicBezTo>
                  <a:pt x="329" y="2774"/>
                  <a:pt x="384" y="2840"/>
                  <a:pt x="439" y="2906"/>
                </a:cubicBezTo>
                <a:lnTo>
                  <a:pt x="1535" y="4144"/>
                </a:lnTo>
                <a:cubicBezTo>
                  <a:pt x="1612" y="4231"/>
                  <a:pt x="1719" y="4275"/>
                  <a:pt x="1828" y="4275"/>
                </a:cubicBezTo>
                <a:cubicBezTo>
                  <a:pt x="1953" y="4275"/>
                  <a:pt x="2078" y="4218"/>
                  <a:pt x="2160" y="4100"/>
                </a:cubicBezTo>
                <a:lnTo>
                  <a:pt x="2840" y="3147"/>
                </a:lnTo>
                <a:cubicBezTo>
                  <a:pt x="2894" y="3048"/>
                  <a:pt x="3016" y="2873"/>
                  <a:pt x="3114" y="2719"/>
                </a:cubicBezTo>
                <a:cubicBezTo>
                  <a:pt x="3311" y="2412"/>
                  <a:pt x="3421" y="2061"/>
                  <a:pt x="3410" y="1700"/>
                </a:cubicBezTo>
                <a:lnTo>
                  <a:pt x="3410" y="1688"/>
                </a:lnTo>
                <a:cubicBezTo>
                  <a:pt x="3370" y="740"/>
                  <a:pt x="2620" y="0"/>
                  <a:pt x="171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5"/>
          <p:cNvSpPr/>
          <p:nvPr/>
        </p:nvSpPr>
        <p:spPr>
          <a:xfrm>
            <a:off x="8214107" y="454246"/>
            <a:ext cx="679193" cy="170205"/>
          </a:xfrm>
          <a:custGeom>
            <a:rect b="b" l="l" r="r" t="t"/>
            <a:pathLst>
              <a:path extrusionOk="0" h="1569" w="6261">
                <a:moveTo>
                  <a:pt x="4049" y="1"/>
                </a:moveTo>
                <a:cubicBezTo>
                  <a:pt x="3686" y="1"/>
                  <a:pt x="3325" y="221"/>
                  <a:pt x="3169" y="560"/>
                </a:cubicBezTo>
                <a:cubicBezTo>
                  <a:pt x="2982" y="411"/>
                  <a:pt x="2745" y="333"/>
                  <a:pt x="2505" y="333"/>
                </a:cubicBezTo>
                <a:cubicBezTo>
                  <a:pt x="2392" y="333"/>
                  <a:pt x="2279" y="350"/>
                  <a:pt x="2171" y="385"/>
                </a:cubicBezTo>
                <a:cubicBezTo>
                  <a:pt x="1842" y="494"/>
                  <a:pt x="1579" y="779"/>
                  <a:pt x="1491" y="1120"/>
                </a:cubicBezTo>
                <a:cubicBezTo>
                  <a:pt x="1323" y="943"/>
                  <a:pt x="1084" y="837"/>
                  <a:pt x="843" y="837"/>
                </a:cubicBezTo>
                <a:cubicBezTo>
                  <a:pt x="770" y="837"/>
                  <a:pt x="697" y="847"/>
                  <a:pt x="625" y="867"/>
                </a:cubicBezTo>
                <a:cubicBezTo>
                  <a:pt x="319" y="944"/>
                  <a:pt x="66" y="1196"/>
                  <a:pt x="0" y="1503"/>
                </a:cubicBezTo>
                <a:lnTo>
                  <a:pt x="6239" y="1569"/>
                </a:lnTo>
                <a:cubicBezTo>
                  <a:pt x="6261" y="1273"/>
                  <a:pt x="6096" y="977"/>
                  <a:pt x="5844" y="823"/>
                </a:cubicBezTo>
                <a:cubicBezTo>
                  <a:pt x="5723" y="749"/>
                  <a:pt x="5581" y="714"/>
                  <a:pt x="5438" y="714"/>
                </a:cubicBezTo>
                <a:cubicBezTo>
                  <a:pt x="5285" y="714"/>
                  <a:pt x="5131" y="755"/>
                  <a:pt x="5000" y="835"/>
                </a:cubicBezTo>
                <a:cubicBezTo>
                  <a:pt x="4945" y="418"/>
                  <a:pt x="4594" y="67"/>
                  <a:pt x="4188" y="12"/>
                </a:cubicBezTo>
                <a:cubicBezTo>
                  <a:pt x="4142" y="4"/>
                  <a:pt x="4095" y="1"/>
                  <a:pt x="4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5"/>
          <p:cNvSpPr/>
          <p:nvPr/>
        </p:nvSpPr>
        <p:spPr>
          <a:xfrm>
            <a:off x="2350782" y="126846"/>
            <a:ext cx="679193" cy="170205"/>
          </a:xfrm>
          <a:custGeom>
            <a:rect b="b" l="l" r="r" t="t"/>
            <a:pathLst>
              <a:path extrusionOk="0" h="1569" w="6261">
                <a:moveTo>
                  <a:pt x="4049" y="1"/>
                </a:moveTo>
                <a:cubicBezTo>
                  <a:pt x="3686" y="1"/>
                  <a:pt x="3325" y="221"/>
                  <a:pt x="3169" y="560"/>
                </a:cubicBezTo>
                <a:cubicBezTo>
                  <a:pt x="2982" y="411"/>
                  <a:pt x="2745" y="333"/>
                  <a:pt x="2505" y="333"/>
                </a:cubicBezTo>
                <a:cubicBezTo>
                  <a:pt x="2392" y="333"/>
                  <a:pt x="2279" y="350"/>
                  <a:pt x="2171" y="385"/>
                </a:cubicBezTo>
                <a:cubicBezTo>
                  <a:pt x="1842" y="494"/>
                  <a:pt x="1579" y="779"/>
                  <a:pt x="1491" y="1120"/>
                </a:cubicBezTo>
                <a:cubicBezTo>
                  <a:pt x="1323" y="943"/>
                  <a:pt x="1084" y="837"/>
                  <a:pt x="843" y="837"/>
                </a:cubicBezTo>
                <a:cubicBezTo>
                  <a:pt x="770" y="837"/>
                  <a:pt x="697" y="847"/>
                  <a:pt x="625" y="867"/>
                </a:cubicBezTo>
                <a:cubicBezTo>
                  <a:pt x="319" y="944"/>
                  <a:pt x="66" y="1196"/>
                  <a:pt x="0" y="1503"/>
                </a:cubicBezTo>
                <a:lnTo>
                  <a:pt x="6239" y="1569"/>
                </a:lnTo>
                <a:cubicBezTo>
                  <a:pt x="6261" y="1273"/>
                  <a:pt x="6096" y="977"/>
                  <a:pt x="5844" y="823"/>
                </a:cubicBezTo>
                <a:cubicBezTo>
                  <a:pt x="5723" y="749"/>
                  <a:pt x="5581" y="714"/>
                  <a:pt x="5438" y="714"/>
                </a:cubicBezTo>
                <a:cubicBezTo>
                  <a:pt x="5285" y="714"/>
                  <a:pt x="5131" y="755"/>
                  <a:pt x="5000" y="835"/>
                </a:cubicBezTo>
                <a:cubicBezTo>
                  <a:pt x="4945" y="418"/>
                  <a:pt x="4594" y="67"/>
                  <a:pt x="4188" y="12"/>
                </a:cubicBezTo>
                <a:cubicBezTo>
                  <a:pt x="4142" y="4"/>
                  <a:pt x="4095" y="1"/>
                  <a:pt x="4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5"/>
          <p:cNvSpPr/>
          <p:nvPr/>
        </p:nvSpPr>
        <p:spPr>
          <a:xfrm>
            <a:off x="8464807" y="3242521"/>
            <a:ext cx="679193" cy="170205"/>
          </a:xfrm>
          <a:custGeom>
            <a:rect b="b" l="l" r="r" t="t"/>
            <a:pathLst>
              <a:path extrusionOk="0" h="1569" w="6261">
                <a:moveTo>
                  <a:pt x="4049" y="1"/>
                </a:moveTo>
                <a:cubicBezTo>
                  <a:pt x="3686" y="1"/>
                  <a:pt x="3325" y="221"/>
                  <a:pt x="3169" y="560"/>
                </a:cubicBezTo>
                <a:cubicBezTo>
                  <a:pt x="2982" y="411"/>
                  <a:pt x="2745" y="333"/>
                  <a:pt x="2505" y="333"/>
                </a:cubicBezTo>
                <a:cubicBezTo>
                  <a:pt x="2392" y="333"/>
                  <a:pt x="2279" y="350"/>
                  <a:pt x="2171" y="385"/>
                </a:cubicBezTo>
                <a:cubicBezTo>
                  <a:pt x="1842" y="494"/>
                  <a:pt x="1579" y="779"/>
                  <a:pt x="1491" y="1120"/>
                </a:cubicBezTo>
                <a:cubicBezTo>
                  <a:pt x="1323" y="943"/>
                  <a:pt x="1084" y="837"/>
                  <a:pt x="843" y="837"/>
                </a:cubicBezTo>
                <a:cubicBezTo>
                  <a:pt x="770" y="837"/>
                  <a:pt x="697" y="847"/>
                  <a:pt x="625" y="867"/>
                </a:cubicBezTo>
                <a:cubicBezTo>
                  <a:pt x="319" y="944"/>
                  <a:pt x="66" y="1196"/>
                  <a:pt x="0" y="1503"/>
                </a:cubicBezTo>
                <a:lnTo>
                  <a:pt x="6239" y="1569"/>
                </a:lnTo>
                <a:cubicBezTo>
                  <a:pt x="6261" y="1273"/>
                  <a:pt x="6096" y="977"/>
                  <a:pt x="5844" y="823"/>
                </a:cubicBezTo>
                <a:cubicBezTo>
                  <a:pt x="5723" y="749"/>
                  <a:pt x="5581" y="714"/>
                  <a:pt x="5438" y="714"/>
                </a:cubicBezTo>
                <a:cubicBezTo>
                  <a:pt x="5285" y="714"/>
                  <a:pt x="5131" y="755"/>
                  <a:pt x="5000" y="835"/>
                </a:cubicBezTo>
                <a:cubicBezTo>
                  <a:pt x="4945" y="418"/>
                  <a:pt x="4594" y="67"/>
                  <a:pt x="4188" y="12"/>
                </a:cubicBezTo>
                <a:cubicBezTo>
                  <a:pt x="4142" y="4"/>
                  <a:pt x="4095" y="1"/>
                  <a:pt x="4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5"/>
          <p:cNvSpPr/>
          <p:nvPr/>
        </p:nvSpPr>
        <p:spPr>
          <a:xfrm>
            <a:off x="2441007" y="4816196"/>
            <a:ext cx="679193" cy="170205"/>
          </a:xfrm>
          <a:custGeom>
            <a:rect b="b" l="l" r="r" t="t"/>
            <a:pathLst>
              <a:path extrusionOk="0" h="1569" w="6261">
                <a:moveTo>
                  <a:pt x="4049" y="1"/>
                </a:moveTo>
                <a:cubicBezTo>
                  <a:pt x="3686" y="1"/>
                  <a:pt x="3325" y="221"/>
                  <a:pt x="3169" y="560"/>
                </a:cubicBezTo>
                <a:cubicBezTo>
                  <a:pt x="2982" y="411"/>
                  <a:pt x="2745" y="333"/>
                  <a:pt x="2505" y="333"/>
                </a:cubicBezTo>
                <a:cubicBezTo>
                  <a:pt x="2392" y="333"/>
                  <a:pt x="2279" y="350"/>
                  <a:pt x="2171" y="385"/>
                </a:cubicBezTo>
                <a:cubicBezTo>
                  <a:pt x="1842" y="494"/>
                  <a:pt x="1579" y="779"/>
                  <a:pt x="1491" y="1120"/>
                </a:cubicBezTo>
                <a:cubicBezTo>
                  <a:pt x="1323" y="943"/>
                  <a:pt x="1084" y="837"/>
                  <a:pt x="843" y="837"/>
                </a:cubicBezTo>
                <a:cubicBezTo>
                  <a:pt x="770" y="837"/>
                  <a:pt x="697" y="847"/>
                  <a:pt x="625" y="867"/>
                </a:cubicBezTo>
                <a:cubicBezTo>
                  <a:pt x="319" y="944"/>
                  <a:pt x="66" y="1196"/>
                  <a:pt x="0" y="1503"/>
                </a:cubicBezTo>
                <a:lnTo>
                  <a:pt x="6239" y="1569"/>
                </a:lnTo>
                <a:cubicBezTo>
                  <a:pt x="6261" y="1273"/>
                  <a:pt x="6096" y="977"/>
                  <a:pt x="5844" y="823"/>
                </a:cubicBezTo>
                <a:cubicBezTo>
                  <a:pt x="5723" y="749"/>
                  <a:pt x="5581" y="714"/>
                  <a:pt x="5438" y="714"/>
                </a:cubicBezTo>
                <a:cubicBezTo>
                  <a:pt x="5285" y="714"/>
                  <a:pt x="5131" y="755"/>
                  <a:pt x="5000" y="835"/>
                </a:cubicBezTo>
                <a:cubicBezTo>
                  <a:pt x="4945" y="418"/>
                  <a:pt x="4594" y="67"/>
                  <a:pt x="4188" y="12"/>
                </a:cubicBezTo>
                <a:cubicBezTo>
                  <a:pt x="4142" y="4"/>
                  <a:pt x="4095" y="1"/>
                  <a:pt x="4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5"/>
          <p:cNvSpPr/>
          <p:nvPr/>
        </p:nvSpPr>
        <p:spPr>
          <a:xfrm>
            <a:off x="-364043" y="2429271"/>
            <a:ext cx="679193" cy="170205"/>
          </a:xfrm>
          <a:custGeom>
            <a:rect b="b" l="l" r="r" t="t"/>
            <a:pathLst>
              <a:path extrusionOk="0" h="1569" w="6261">
                <a:moveTo>
                  <a:pt x="4049" y="1"/>
                </a:moveTo>
                <a:cubicBezTo>
                  <a:pt x="3686" y="1"/>
                  <a:pt x="3325" y="221"/>
                  <a:pt x="3169" y="560"/>
                </a:cubicBezTo>
                <a:cubicBezTo>
                  <a:pt x="2982" y="411"/>
                  <a:pt x="2745" y="333"/>
                  <a:pt x="2505" y="333"/>
                </a:cubicBezTo>
                <a:cubicBezTo>
                  <a:pt x="2392" y="333"/>
                  <a:pt x="2279" y="350"/>
                  <a:pt x="2171" y="385"/>
                </a:cubicBezTo>
                <a:cubicBezTo>
                  <a:pt x="1842" y="494"/>
                  <a:pt x="1579" y="779"/>
                  <a:pt x="1491" y="1120"/>
                </a:cubicBezTo>
                <a:cubicBezTo>
                  <a:pt x="1323" y="943"/>
                  <a:pt x="1084" y="837"/>
                  <a:pt x="843" y="837"/>
                </a:cubicBezTo>
                <a:cubicBezTo>
                  <a:pt x="770" y="837"/>
                  <a:pt x="697" y="847"/>
                  <a:pt x="625" y="867"/>
                </a:cubicBezTo>
                <a:cubicBezTo>
                  <a:pt x="319" y="944"/>
                  <a:pt x="66" y="1196"/>
                  <a:pt x="0" y="1503"/>
                </a:cubicBezTo>
                <a:lnTo>
                  <a:pt x="6239" y="1569"/>
                </a:lnTo>
                <a:cubicBezTo>
                  <a:pt x="6261" y="1273"/>
                  <a:pt x="6096" y="977"/>
                  <a:pt x="5844" y="823"/>
                </a:cubicBezTo>
                <a:cubicBezTo>
                  <a:pt x="5723" y="749"/>
                  <a:pt x="5581" y="714"/>
                  <a:pt x="5438" y="714"/>
                </a:cubicBezTo>
                <a:cubicBezTo>
                  <a:pt x="5285" y="714"/>
                  <a:pt x="5131" y="755"/>
                  <a:pt x="5000" y="835"/>
                </a:cubicBezTo>
                <a:cubicBezTo>
                  <a:pt x="4945" y="418"/>
                  <a:pt x="4594" y="67"/>
                  <a:pt x="4188" y="12"/>
                </a:cubicBezTo>
                <a:cubicBezTo>
                  <a:pt x="4142" y="4"/>
                  <a:pt x="4095" y="1"/>
                  <a:pt x="4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 name="Google Shape;77;p5"/>
          <p:cNvGrpSpPr/>
          <p:nvPr/>
        </p:nvGrpSpPr>
        <p:grpSpPr>
          <a:xfrm>
            <a:off x="8555949" y="806163"/>
            <a:ext cx="416587" cy="596813"/>
            <a:chOff x="8555949" y="806163"/>
            <a:chExt cx="416587" cy="596813"/>
          </a:xfrm>
        </p:grpSpPr>
        <p:sp>
          <p:nvSpPr>
            <p:cNvPr id="78" name="Google Shape;78;p5"/>
            <p:cNvSpPr/>
            <p:nvPr/>
          </p:nvSpPr>
          <p:spPr>
            <a:xfrm>
              <a:off x="8630075" y="984025"/>
              <a:ext cx="135900" cy="135900"/>
            </a:xfrm>
            <a:prstGeom prst="plus">
              <a:avLst>
                <a:gd fmla="val 4390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5"/>
            <p:cNvSpPr/>
            <p:nvPr/>
          </p:nvSpPr>
          <p:spPr>
            <a:xfrm>
              <a:off x="8862861" y="1309675"/>
              <a:ext cx="93300" cy="93300"/>
            </a:xfrm>
            <a:prstGeom prst="ellipse">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5"/>
            <p:cNvSpPr/>
            <p:nvPr/>
          </p:nvSpPr>
          <p:spPr>
            <a:xfrm>
              <a:off x="8879236" y="806163"/>
              <a:ext cx="93300" cy="93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5"/>
            <p:cNvSpPr/>
            <p:nvPr/>
          </p:nvSpPr>
          <p:spPr>
            <a:xfrm>
              <a:off x="8555949" y="1267400"/>
              <a:ext cx="54900" cy="54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 name="Google Shape;82;p5"/>
          <p:cNvGrpSpPr/>
          <p:nvPr/>
        </p:nvGrpSpPr>
        <p:grpSpPr>
          <a:xfrm rot="5400000">
            <a:off x="137099" y="3885763"/>
            <a:ext cx="568987" cy="596813"/>
            <a:chOff x="8555949" y="806163"/>
            <a:chExt cx="568987" cy="596813"/>
          </a:xfrm>
        </p:grpSpPr>
        <p:sp>
          <p:nvSpPr>
            <p:cNvPr id="83" name="Google Shape;83;p5"/>
            <p:cNvSpPr/>
            <p:nvPr/>
          </p:nvSpPr>
          <p:spPr>
            <a:xfrm>
              <a:off x="8630075" y="984025"/>
              <a:ext cx="135900" cy="135900"/>
            </a:xfrm>
            <a:prstGeom prst="plus">
              <a:avLst>
                <a:gd fmla="val 4390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5"/>
            <p:cNvSpPr/>
            <p:nvPr/>
          </p:nvSpPr>
          <p:spPr>
            <a:xfrm>
              <a:off x="8862861" y="1309675"/>
              <a:ext cx="93300" cy="93300"/>
            </a:xfrm>
            <a:prstGeom prst="ellipse">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5"/>
            <p:cNvSpPr/>
            <p:nvPr/>
          </p:nvSpPr>
          <p:spPr>
            <a:xfrm>
              <a:off x="9031636" y="806163"/>
              <a:ext cx="93300" cy="93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5"/>
            <p:cNvSpPr/>
            <p:nvPr/>
          </p:nvSpPr>
          <p:spPr>
            <a:xfrm>
              <a:off x="8555949" y="1267400"/>
              <a:ext cx="54900" cy="54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7" name="Shape 87"/>
        <p:cNvGrpSpPr/>
        <p:nvPr/>
      </p:nvGrpSpPr>
      <p:grpSpPr>
        <a:xfrm>
          <a:off x="0" y="0"/>
          <a:ext cx="0" cy="0"/>
          <a:chOff x="0" y="0"/>
          <a:chExt cx="0" cy="0"/>
        </a:xfrm>
      </p:grpSpPr>
      <p:sp>
        <p:nvSpPr>
          <p:cNvPr id="88" name="Google Shape;88;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89" name="Google Shape;89;p6"/>
          <p:cNvSpPr/>
          <p:nvPr/>
        </p:nvSpPr>
        <p:spPr>
          <a:xfrm rot="1095117">
            <a:off x="5801043" y="-393669"/>
            <a:ext cx="3899522" cy="1866023"/>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rgbClr val="52AFC8"/>
            </a:solidFill>
            <a:prstDash val="lgDash"/>
            <a:round/>
            <a:headEnd len="med" w="med" type="none"/>
            <a:tailEnd len="med" w="med" type="none"/>
          </a:ln>
        </p:spPr>
      </p:sp>
      <p:sp>
        <p:nvSpPr>
          <p:cNvPr id="90" name="Google Shape;90;p6"/>
          <p:cNvSpPr/>
          <p:nvPr/>
        </p:nvSpPr>
        <p:spPr>
          <a:xfrm rot="10799680">
            <a:off x="-130646" y="4479036"/>
            <a:ext cx="4195445" cy="2007256"/>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rgbClr val="52AFC8"/>
            </a:solidFill>
            <a:prstDash val="lgDash"/>
            <a:round/>
            <a:headEnd len="med" w="med" type="none"/>
            <a:tailEnd len="med" w="med" type="none"/>
          </a:ln>
        </p:spPr>
      </p:sp>
      <p:sp>
        <p:nvSpPr>
          <p:cNvPr id="91" name="Google Shape;91;p6"/>
          <p:cNvSpPr/>
          <p:nvPr/>
        </p:nvSpPr>
        <p:spPr>
          <a:xfrm>
            <a:off x="-299350" y="-370825"/>
            <a:ext cx="1019350" cy="1339700"/>
          </a:xfrm>
          <a:custGeom>
            <a:rect b="b" l="l" r="r" t="t"/>
            <a:pathLst>
              <a:path extrusionOk="0" h="53588" w="40774">
                <a:moveTo>
                  <a:pt x="33493" y="0"/>
                </a:moveTo>
                <a:cubicBezTo>
                  <a:pt x="44905" y="5708"/>
                  <a:pt x="41319" y="28589"/>
                  <a:pt x="33014" y="38277"/>
                </a:cubicBezTo>
                <a:cubicBezTo>
                  <a:pt x="25119" y="47487"/>
                  <a:pt x="12131" y="53588"/>
                  <a:pt x="0" y="53588"/>
                </a:cubicBezTo>
              </a:path>
            </a:pathLst>
          </a:custGeom>
          <a:noFill/>
          <a:ln cap="flat" cmpd="sng" w="9525">
            <a:solidFill>
              <a:srgbClr val="52AFC8"/>
            </a:solidFill>
            <a:prstDash val="lgDash"/>
            <a:round/>
            <a:headEnd len="med" w="med" type="none"/>
            <a:tailEnd len="med" w="med" type="none"/>
          </a:ln>
        </p:spPr>
      </p:sp>
      <p:sp>
        <p:nvSpPr>
          <p:cNvPr id="92" name="Google Shape;92;p6"/>
          <p:cNvSpPr/>
          <p:nvPr/>
        </p:nvSpPr>
        <p:spPr>
          <a:xfrm rot="10061061">
            <a:off x="8561918" y="4386800"/>
            <a:ext cx="1019363" cy="1339717"/>
          </a:xfrm>
          <a:custGeom>
            <a:rect b="b" l="l" r="r" t="t"/>
            <a:pathLst>
              <a:path extrusionOk="0" h="53588" w="40774">
                <a:moveTo>
                  <a:pt x="33493" y="0"/>
                </a:moveTo>
                <a:cubicBezTo>
                  <a:pt x="44905" y="5708"/>
                  <a:pt x="41319" y="28589"/>
                  <a:pt x="33014" y="38277"/>
                </a:cubicBezTo>
                <a:cubicBezTo>
                  <a:pt x="25119" y="47487"/>
                  <a:pt x="12131" y="53588"/>
                  <a:pt x="0" y="53588"/>
                </a:cubicBezTo>
              </a:path>
            </a:pathLst>
          </a:custGeom>
          <a:noFill/>
          <a:ln cap="flat" cmpd="sng" w="9525">
            <a:solidFill>
              <a:srgbClr val="52AFC8"/>
            </a:solidFill>
            <a:prstDash val="lgDash"/>
            <a:round/>
            <a:headEnd len="med" w="med" type="none"/>
            <a:tailEnd len="med" w="med" type="none"/>
          </a:ln>
        </p:spPr>
      </p:sp>
      <p:grpSp>
        <p:nvGrpSpPr>
          <p:cNvPr id="93" name="Google Shape;93;p6"/>
          <p:cNvGrpSpPr/>
          <p:nvPr/>
        </p:nvGrpSpPr>
        <p:grpSpPr>
          <a:xfrm>
            <a:off x="8402289" y="308647"/>
            <a:ext cx="461594" cy="461695"/>
            <a:chOff x="3601725" y="3116375"/>
            <a:chExt cx="253275" cy="253400"/>
          </a:xfrm>
        </p:grpSpPr>
        <p:sp>
          <p:nvSpPr>
            <p:cNvPr id="94" name="Google Shape;94;p6"/>
            <p:cNvSpPr/>
            <p:nvPr/>
          </p:nvSpPr>
          <p:spPr>
            <a:xfrm>
              <a:off x="3601725" y="3116650"/>
              <a:ext cx="251900" cy="252200"/>
            </a:xfrm>
            <a:custGeom>
              <a:rect b="b" l="l" r="r" t="t"/>
              <a:pathLst>
                <a:path extrusionOk="0" h="10088" w="10076">
                  <a:moveTo>
                    <a:pt x="5044" y="1"/>
                  </a:moveTo>
                  <a:cubicBezTo>
                    <a:pt x="2259" y="1"/>
                    <a:pt x="0" y="2259"/>
                    <a:pt x="0" y="5044"/>
                  </a:cubicBezTo>
                  <a:cubicBezTo>
                    <a:pt x="0" y="7829"/>
                    <a:pt x="2259" y="10088"/>
                    <a:pt x="5044" y="10088"/>
                  </a:cubicBezTo>
                  <a:cubicBezTo>
                    <a:pt x="7817" y="10088"/>
                    <a:pt x="10076" y="7829"/>
                    <a:pt x="10076" y="5044"/>
                  </a:cubicBezTo>
                  <a:cubicBezTo>
                    <a:pt x="10076" y="2259"/>
                    <a:pt x="7817" y="1"/>
                    <a:pt x="5044" y="1"/>
                  </a:cubicBezTo>
                  <a:close/>
                </a:path>
              </a:pathLst>
            </a:custGeom>
            <a:solidFill>
              <a:srgbClr val="52AFC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6"/>
            <p:cNvSpPr/>
            <p:nvPr/>
          </p:nvSpPr>
          <p:spPr>
            <a:xfrm>
              <a:off x="3623650" y="3116400"/>
              <a:ext cx="105275" cy="252200"/>
            </a:xfrm>
            <a:custGeom>
              <a:rect b="b" l="l" r="r" t="t"/>
              <a:pathLst>
                <a:path extrusionOk="0" h="10088" w="4211">
                  <a:moveTo>
                    <a:pt x="4046" y="0"/>
                  </a:moveTo>
                  <a:cubicBezTo>
                    <a:pt x="3180" y="88"/>
                    <a:pt x="2368" y="406"/>
                    <a:pt x="1721" y="976"/>
                  </a:cubicBezTo>
                  <a:cubicBezTo>
                    <a:pt x="1184" y="1448"/>
                    <a:pt x="768" y="2050"/>
                    <a:pt x="493" y="2708"/>
                  </a:cubicBezTo>
                  <a:cubicBezTo>
                    <a:pt x="77" y="3706"/>
                    <a:pt x="0" y="4813"/>
                    <a:pt x="164" y="5877"/>
                  </a:cubicBezTo>
                  <a:cubicBezTo>
                    <a:pt x="329" y="6886"/>
                    <a:pt x="691" y="7872"/>
                    <a:pt x="1348" y="8662"/>
                  </a:cubicBezTo>
                  <a:cubicBezTo>
                    <a:pt x="1962" y="9407"/>
                    <a:pt x="2839" y="9956"/>
                    <a:pt x="3804" y="10065"/>
                  </a:cubicBezTo>
                  <a:cubicBezTo>
                    <a:pt x="3925" y="10087"/>
                    <a:pt x="4046" y="10087"/>
                    <a:pt x="4167" y="10087"/>
                  </a:cubicBezTo>
                  <a:cubicBezTo>
                    <a:pt x="4210" y="10087"/>
                    <a:pt x="4210" y="10010"/>
                    <a:pt x="4167" y="10010"/>
                  </a:cubicBezTo>
                  <a:cubicBezTo>
                    <a:pt x="3202" y="9999"/>
                    <a:pt x="2291" y="9539"/>
                    <a:pt x="1623" y="8859"/>
                  </a:cubicBezTo>
                  <a:cubicBezTo>
                    <a:pt x="932" y="8136"/>
                    <a:pt x="515" y="7181"/>
                    <a:pt x="307" y="6206"/>
                  </a:cubicBezTo>
                  <a:cubicBezTo>
                    <a:pt x="99" y="5186"/>
                    <a:pt x="110" y="4111"/>
                    <a:pt x="427" y="3114"/>
                  </a:cubicBezTo>
                  <a:cubicBezTo>
                    <a:pt x="658" y="2423"/>
                    <a:pt x="1041" y="1765"/>
                    <a:pt x="1557" y="1239"/>
                  </a:cubicBezTo>
                  <a:cubicBezTo>
                    <a:pt x="2127" y="658"/>
                    <a:pt x="2873" y="274"/>
                    <a:pt x="3673" y="132"/>
                  </a:cubicBezTo>
                  <a:cubicBezTo>
                    <a:pt x="3794" y="110"/>
                    <a:pt x="3925" y="99"/>
                    <a:pt x="4046" y="88"/>
                  </a:cubicBezTo>
                  <a:cubicBezTo>
                    <a:pt x="4101" y="77"/>
                    <a:pt x="4101" y="0"/>
                    <a:pt x="4046" y="0"/>
                  </a:cubicBezTo>
                  <a:close/>
                </a:path>
              </a:pathLst>
            </a:custGeom>
            <a:solidFill>
              <a:srgbClr val="52AFC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6"/>
            <p:cNvSpPr/>
            <p:nvPr/>
          </p:nvSpPr>
          <p:spPr>
            <a:xfrm>
              <a:off x="3665575" y="3116475"/>
              <a:ext cx="64850" cy="253300"/>
            </a:xfrm>
            <a:custGeom>
              <a:rect b="b" l="l" r="r" t="t"/>
              <a:pathLst>
                <a:path extrusionOk="0" h="10132" w="2594">
                  <a:moveTo>
                    <a:pt x="2369" y="0"/>
                  </a:moveTo>
                  <a:cubicBezTo>
                    <a:pt x="2362" y="0"/>
                    <a:pt x="2354" y="2"/>
                    <a:pt x="2347" y="8"/>
                  </a:cubicBezTo>
                  <a:cubicBezTo>
                    <a:pt x="1733" y="359"/>
                    <a:pt x="1240" y="940"/>
                    <a:pt x="856" y="1543"/>
                  </a:cubicBezTo>
                  <a:cubicBezTo>
                    <a:pt x="670" y="1839"/>
                    <a:pt x="505" y="2157"/>
                    <a:pt x="385" y="2486"/>
                  </a:cubicBezTo>
                  <a:cubicBezTo>
                    <a:pt x="242" y="2880"/>
                    <a:pt x="165" y="3297"/>
                    <a:pt x="110" y="3703"/>
                  </a:cubicBezTo>
                  <a:cubicBezTo>
                    <a:pt x="0" y="4580"/>
                    <a:pt x="22" y="5479"/>
                    <a:pt x="99" y="6356"/>
                  </a:cubicBezTo>
                  <a:cubicBezTo>
                    <a:pt x="143" y="6784"/>
                    <a:pt x="209" y="7212"/>
                    <a:pt x="307" y="7639"/>
                  </a:cubicBezTo>
                  <a:cubicBezTo>
                    <a:pt x="406" y="8012"/>
                    <a:pt x="527" y="8406"/>
                    <a:pt x="735" y="8747"/>
                  </a:cubicBezTo>
                  <a:cubicBezTo>
                    <a:pt x="1141" y="9415"/>
                    <a:pt x="1810" y="9853"/>
                    <a:pt x="2533" y="10128"/>
                  </a:cubicBezTo>
                  <a:cubicBezTo>
                    <a:pt x="2539" y="10131"/>
                    <a:pt x="2544" y="10132"/>
                    <a:pt x="2548" y="10132"/>
                  </a:cubicBezTo>
                  <a:cubicBezTo>
                    <a:pt x="2582" y="10132"/>
                    <a:pt x="2594" y="10070"/>
                    <a:pt x="2555" y="10051"/>
                  </a:cubicBezTo>
                  <a:cubicBezTo>
                    <a:pt x="1919" y="9810"/>
                    <a:pt x="1305" y="9426"/>
                    <a:pt x="911" y="8867"/>
                  </a:cubicBezTo>
                  <a:cubicBezTo>
                    <a:pt x="691" y="8549"/>
                    <a:pt x="560" y="8198"/>
                    <a:pt x="450" y="7848"/>
                  </a:cubicBezTo>
                  <a:cubicBezTo>
                    <a:pt x="329" y="7441"/>
                    <a:pt x="253" y="7014"/>
                    <a:pt x="209" y="6598"/>
                  </a:cubicBezTo>
                  <a:cubicBezTo>
                    <a:pt x="110" y="5764"/>
                    <a:pt x="88" y="4898"/>
                    <a:pt x="154" y="4054"/>
                  </a:cubicBezTo>
                  <a:cubicBezTo>
                    <a:pt x="187" y="3615"/>
                    <a:pt x="263" y="3187"/>
                    <a:pt x="373" y="2771"/>
                  </a:cubicBezTo>
                  <a:cubicBezTo>
                    <a:pt x="472" y="2442"/>
                    <a:pt x="614" y="2124"/>
                    <a:pt x="779" y="1817"/>
                  </a:cubicBezTo>
                  <a:cubicBezTo>
                    <a:pt x="987" y="1467"/>
                    <a:pt x="1228" y="1126"/>
                    <a:pt x="1503" y="819"/>
                  </a:cubicBezTo>
                  <a:cubicBezTo>
                    <a:pt x="1755" y="534"/>
                    <a:pt x="2051" y="271"/>
                    <a:pt x="2390" y="74"/>
                  </a:cubicBezTo>
                  <a:cubicBezTo>
                    <a:pt x="2427" y="56"/>
                    <a:pt x="2403" y="0"/>
                    <a:pt x="2369" y="0"/>
                  </a:cubicBezTo>
                  <a:close/>
                </a:path>
              </a:pathLst>
            </a:custGeom>
            <a:solidFill>
              <a:srgbClr val="52AFC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6"/>
            <p:cNvSpPr/>
            <p:nvPr/>
          </p:nvSpPr>
          <p:spPr>
            <a:xfrm>
              <a:off x="3721225" y="3116450"/>
              <a:ext cx="8925" cy="252125"/>
            </a:xfrm>
            <a:custGeom>
              <a:rect b="b" l="l" r="r" t="t"/>
              <a:pathLst>
                <a:path extrusionOk="0" h="10085" w="357">
                  <a:moveTo>
                    <a:pt x="143" y="1"/>
                  </a:moveTo>
                  <a:cubicBezTo>
                    <a:pt x="121" y="1"/>
                    <a:pt x="99" y="15"/>
                    <a:pt x="99" y="42"/>
                  </a:cubicBezTo>
                  <a:cubicBezTo>
                    <a:pt x="33" y="1336"/>
                    <a:pt x="0" y="2640"/>
                    <a:pt x="0" y="3934"/>
                  </a:cubicBezTo>
                  <a:cubicBezTo>
                    <a:pt x="0" y="5250"/>
                    <a:pt x="33" y="6565"/>
                    <a:pt x="110" y="7881"/>
                  </a:cubicBezTo>
                  <a:cubicBezTo>
                    <a:pt x="154" y="8605"/>
                    <a:pt x="208" y="9328"/>
                    <a:pt x="274" y="10052"/>
                  </a:cubicBezTo>
                  <a:cubicBezTo>
                    <a:pt x="274" y="10074"/>
                    <a:pt x="296" y="10085"/>
                    <a:pt x="317" y="10085"/>
                  </a:cubicBezTo>
                  <a:cubicBezTo>
                    <a:pt x="337" y="10085"/>
                    <a:pt x="357" y="10074"/>
                    <a:pt x="351" y="10052"/>
                  </a:cubicBezTo>
                  <a:cubicBezTo>
                    <a:pt x="230" y="8758"/>
                    <a:pt x="154" y="7464"/>
                    <a:pt x="110" y="6160"/>
                  </a:cubicBezTo>
                  <a:cubicBezTo>
                    <a:pt x="77" y="4844"/>
                    <a:pt x="77" y="3529"/>
                    <a:pt x="99" y="2213"/>
                  </a:cubicBezTo>
                  <a:cubicBezTo>
                    <a:pt x="121" y="1489"/>
                    <a:pt x="143" y="766"/>
                    <a:pt x="186" y="42"/>
                  </a:cubicBezTo>
                  <a:cubicBezTo>
                    <a:pt x="186" y="15"/>
                    <a:pt x="164" y="1"/>
                    <a:pt x="143" y="1"/>
                  </a:cubicBezTo>
                  <a:close/>
                </a:path>
              </a:pathLst>
            </a:custGeom>
            <a:solidFill>
              <a:srgbClr val="52AFC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6"/>
            <p:cNvSpPr/>
            <p:nvPr/>
          </p:nvSpPr>
          <p:spPr>
            <a:xfrm>
              <a:off x="3724325" y="3116375"/>
              <a:ext cx="72025" cy="253275"/>
            </a:xfrm>
            <a:custGeom>
              <a:rect b="b" l="l" r="r" t="t"/>
              <a:pathLst>
                <a:path extrusionOk="0" h="10131" w="2881">
                  <a:moveTo>
                    <a:pt x="63" y="0"/>
                  </a:moveTo>
                  <a:cubicBezTo>
                    <a:pt x="16" y="0"/>
                    <a:pt x="0" y="69"/>
                    <a:pt x="52" y="89"/>
                  </a:cubicBezTo>
                  <a:cubicBezTo>
                    <a:pt x="688" y="352"/>
                    <a:pt x="1246" y="791"/>
                    <a:pt x="1653" y="1350"/>
                  </a:cubicBezTo>
                  <a:cubicBezTo>
                    <a:pt x="2080" y="1931"/>
                    <a:pt x="2354" y="2599"/>
                    <a:pt x="2530" y="3291"/>
                  </a:cubicBezTo>
                  <a:cubicBezTo>
                    <a:pt x="2716" y="4069"/>
                    <a:pt x="2793" y="4902"/>
                    <a:pt x="2716" y="5691"/>
                  </a:cubicBezTo>
                  <a:cubicBezTo>
                    <a:pt x="2650" y="6503"/>
                    <a:pt x="2387" y="7281"/>
                    <a:pt x="1981" y="7994"/>
                  </a:cubicBezTo>
                  <a:cubicBezTo>
                    <a:pt x="1521" y="8794"/>
                    <a:pt x="896" y="9496"/>
                    <a:pt x="161" y="10066"/>
                  </a:cubicBezTo>
                  <a:cubicBezTo>
                    <a:pt x="127" y="10092"/>
                    <a:pt x="160" y="10131"/>
                    <a:pt x="191" y="10131"/>
                  </a:cubicBezTo>
                  <a:cubicBezTo>
                    <a:pt x="200" y="10131"/>
                    <a:pt x="209" y="10128"/>
                    <a:pt x="216" y="10121"/>
                  </a:cubicBezTo>
                  <a:cubicBezTo>
                    <a:pt x="874" y="9606"/>
                    <a:pt x="1455" y="8980"/>
                    <a:pt x="1904" y="8279"/>
                  </a:cubicBezTo>
                  <a:cubicBezTo>
                    <a:pt x="2343" y="7577"/>
                    <a:pt x="2650" y="6788"/>
                    <a:pt x="2771" y="5966"/>
                  </a:cubicBezTo>
                  <a:cubicBezTo>
                    <a:pt x="2881" y="5165"/>
                    <a:pt x="2825" y="4310"/>
                    <a:pt x="2661" y="3520"/>
                  </a:cubicBezTo>
                  <a:cubicBezTo>
                    <a:pt x="2508" y="2797"/>
                    <a:pt x="2255" y="2085"/>
                    <a:pt x="1839" y="1471"/>
                  </a:cubicBezTo>
                  <a:cubicBezTo>
                    <a:pt x="1455" y="900"/>
                    <a:pt x="929" y="418"/>
                    <a:pt x="304" y="111"/>
                  </a:cubicBezTo>
                  <a:cubicBezTo>
                    <a:pt x="227" y="78"/>
                    <a:pt x="150" y="34"/>
                    <a:pt x="74" y="1"/>
                  </a:cubicBezTo>
                  <a:cubicBezTo>
                    <a:pt x="70" y="1"/>
                    <a:pt x="66" y="0"/>
                    <a:pt x="63" y="0"/>
                  </a:cubicBezTo>
                  <a:close/>
                </a:path>
              </a:pathLst>
            </a:custGeom>
            <a:solidFill>
              <a:srgbClr val="52AFC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6"/>
            <p:cNvSpPr/>
            <p:nvPr/>
          </p:nvSpPr>
          <p:spPr>
            <a:xfrm>
              <a:off x="3724500" y="3116400"/>
              <a:ext cx="107475" cy="253300"/>
            </a:xfrm>
            <a:custGeom>
              <a:rect b="b" l="l" r="r" t="t"/>
              <a:pathLst>
                <a:path extrusionOk="0" h="10132" w="4299">
                  <a:moveTo>
                    <a:pt x="55" y="0"/>
                  </a:moveTo>
                  <a:cubicBezTo>
                    <a:pt x="1" y="0"/>
                    <a:pt x="1" y="88"/>
                    <a:pt x="55" y="88"/>
                  </a:cubicBezTo>
                  <a:cubicBezTo>
                    <a:pt x="440" y="88"/>
                    <a:pt x="823" y="186"/>
                    <a:pt x="1174" y="329"/>
                  </a:cubicBezTo>
                  <a:cubicBezTo>
                    <a:pt x="1580" y="483"/>
                    <a:pt x="1974" y="702"/>
                    <a:pt x="2325" y="954"/>
                  </a:cubicBezTo>
                  <a:cubicBezTo>
                    <a:pt x="2665" y="1185"/>
                    <a:pt x="2994" y="1470"/>
                    <a:pt x="3257" y="1787"/>
                  </a:cubicBezTo>
                  <a:cubicBezTo>
                    <a:pt x="3542" y="2138"/>
                    <a:pt x="3739" y="2555"/>
                    <a:pt x="3871" y="2983"/>
                  </a:cubicBezTo>
                  <a:cubicBezTo>
                    <a:pt x="4189" y="3947"/>
                    <a:pt x="4200" y="5010"/>
                    <a:pt x="4024" y="6009"/>
                  </a:cubicBezTo>
                  <a:cubicBezTo>
                    <a:pt x="3860" y="6962"/>
                    <a:pt x="3498" y="7960"/>
                    <a:pt x="2840" y="8684"/>
                  </a:cubicBezTo>
                  <a:cubicBezTo>
                    <a:pt x="2238" y="9352"/>
                    <a:pt x="1382" y="9824"/>
                    <a:pt x="505" y="10010"/>
                  </a:cubicBezTo>
                  <a:cubicBezTo>
                    <a:pt x="396" y="10021"/>
                    <a:pt x="297" y="10043"/>
                    <a:pt x="187" y="10054"/>
                  </a:cubicBezTo>
                  <a:cubicBezTo>
                    <a:pt x="136" y="10054"/>
                    <a:pt x="133" y="10132"/>
                    <a:pt x="178" y="10132"/>
                  </a:cubicBezTo>
                  <a:cubicBezTo>
                    <a:pt x="181" y="10132"/>
                    <a:pt x="184" y="10132"/>
                    <a:pt x="187" y="10131"/>
                  </a:cubicBezTo>
                  <a:cubicBezTo>
                    <a:pt x="1086" y="10043"/>
                    <a:pt x="1985" y="9605"/>
                    <a:pt x="2654" y="8991"/>
                  </a:cubicBezTo>
                  <a:cubicBezTo>
                    <a:pt x="3388" y="8322"/>
                    <a:pt x="3805" y="7357"/>
                    <a:pt x="4024" y="6403"/>
                  </a:cubicBezTo>
                  <a:cubicBezTo>
                    <a:pt x="4255" y="5405"/>
                    <a:pt x="4299" y="4331"/>
                    <a:pt x="4058" y="3322"/>
                  </a:cubicBezTo>
                  <a:cubicBezTo>
                    <a:pt x="3937" y="2851"/>
                    <a:pt x="3761" y="2369"/>
                    <a:pt x="3487" y="1974"/>
                  </a:cubicBezTo>
                  <a:cubicBezTo>
                    <a:pt x="3257" y="1634"/>
                    <a:pt x="2961" y="1338"/>
                    <a:pt x="2643" y="1085"/>
                  </a:cubicBezTo>
                  <a:cubicBezTo>
                    <a:pt x="2292" y="812"/>
                    <a:pt x="1909" y="571"/>
                    <a:pt x="1503" y="373"/>
                  </a:cubicBezTo>
                  <a:cubicBezTo>
                    <a:pt x="1130" y="208"/>
                    <a:pt x="735" y="66"/>
                    <a:pt x="330" y="22"/>
                  </a:cubicBezTo>
                  <a:cubicBezTo>
                    <a:pt x="231" y="11"/>
                    <a:pt x="143" y="0"/>
                    <a:pt x="55" y="0"/>
                  </a:cubicBezTo>
                  <a:close/>
                </a:path>
              </a:pathLst>
            </a:custGeom>
            <a:solidFill>
              <a:srgbClr val="52AFC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6"/>
            <p:cNvSpPr/>
            <p:nvPr/>
          </p:nvSpPr>
          <p:spPr>
            <a:xfrm>
              <a:off x="3601975" y="3246875"/>
              <a:ext cx="253025" cy="1925"/>
            </a:xfrm>
            <a:custGeom>
              <a:rect b="b" l="l" r="r" t="t"/>
              <a:pathLst>
                <a:path extrusionOk="0" h="77" w="10121">
                  <a:moveTo>
                    <a:pt x="45" y="0"/>
                  </a:moveTo>
                  <a:cubicBezTo>
                    <a:pt x="1" y="0"/>
                    <a:pt x="1" y="77"/>
                    <a:pt x="45" y="77"/>
                  </a:cubicBezTo>
                  <a:lnTo>
                    <a:pt x="10066" y="77"/>
                  </a:lnTo>
                  <a:cubicBezTo>
                    <a:pt x="10121" y="77"/>
                    <a:pt x="10121" y="0"/>
                    <a:pt x="10066" y="0"/>
                  </a:cubicBezTo>
                  <a:close/>
                </a:path>
              </a:pathLst>
            </a:custGeom>
            <a:solidFill>
              <a:srgbClr val="52AFC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6"/>
            <p:cNvSpPr/>
            <p:nvPr/>
          </p:nvSpPr>
          <p:spPr>
            <a:xfrm>
              <a:off x="3621175" y="3175750"/>
              <a:ext cx="212450" cy="2175"/>
            </a:xfrm>
            <a:custGeom>
              <a:rect b="b" l="l" r="r" t="t"/>
              <a:pathLst>
                <a:path extrusionOk="0" h="87" w="8498">
                  <a:moveTo>
                    <a:pt x="176" y="0"/>
                  </a:moveTo>
                  <a:cubicBezTo>
                    <a:pt x="139" y="0"/>
                    <a:pt x="103" y="2"/>
                    <a:pt x="66" y="5"/>
                  </a:cubicBezTo>
                  <a:lnTo>
                    <a:pt x="55" y="5"/>
                  </a:lnTo>
                  <a:cubicBezTo>
                    <a:pt x="0" y="5"/>
                    <a:pt x="0" y="82"/>
                    <a:pt x="55" y="82"/>
                  </a:cubicBezTo>
                  <a:lnTo>
                    <a:pt x="8103" y="82"/>
                  </a:lnTo>
                  <a:cubicBezTo>
                    <a:pt x="8176" y="82"/>
                    <a:pt x="8249" y="87"/>
                    <a:pt x="8322" y="87"/>
                  </a:cubicBezTo>
                  <a:cubicBezTo>
                    <a:pt x="8359" y="87"/>
                    <a:pt x="8395" y="86"/>
                    <a:pt x="8432" y="82"/>
                  </a:cubicBezTo>
                  <a:lnTo>
                    <a:pt x="8442" y="82"/>
                  </a:lnTo>
                  <a:cubicBezTo>
                    <a:pt x="8498" y="82"/>
                    <a:pt x="8498" y="5"/>
                    <a:pt x="8442" y="5"/>
                  </a:cubicBezTo>
                  <a:lnTo>
                    <a:pt x="395" y="5"/>
                  </a:lnTo>
                  <a:cubicBezTo>
                    <a:pt x="322" y="5"/>
                    <a:pt x="249" y="0"/>
                    <a:pt x="176" y="0"/>
                  </a:cubicBezTo>
                  <a:close/>
                </a:path>
              </a:pathLst>
            </a:custGeom>
            <a:solidFill>
              <a:srgbClr val="52AFC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a:off x="3629675" y="3317850"/>
              <a:ext cx="196275" cy="2225"/>
            </a:xfrm>
            <a:custGeom>
              <a:rect b="b" l="l" r="r" t="t"/>
              <a:pathLst>
                <a:path extrusionOk="0" h="89" w="7851">
                  <a:moveTo>
                    <a:pt x="44" y="0"/>
                  </a:moveTo>
                  <a:cubicBezTo>
                    <a:pt x="1" y="0"/>
                    <a:pt x="1" y="88"/>
                    <a:pt x="44" y="88"/>
                  </a:cubicBezTo>
                  <a:lnTo>
                    <a:pt x="7795" y="88"/>
                  </a:lnTo>
                  <a:cubicBezTo>
                    <a:pt x="7851" y="88"/>
                    <a:pt x="7851" y="0"/>
                    <a:pt x="7795" y="0"/>
                  </a:cubicBezTo>
                  <a:close/>
                </a:path>
              </a:pathLst>
            </a:custGeom>
            <a:solidFill>
              <a:srgbClr val="52AFC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 name="Google Shape;103;p6"/>
          <p:cNvGrpSpPr/>
          <p:nvPr/>
        </p:nvGrpSpPr>
        <p:grpSpPr>
          <a:xfrm>
            <a:off x="265001" y="4781610"/>
            <a:ext cx="210596" cy="210596"/>
            <a:chOff x="777346" y="3496226"/>
            <a:chExt cx="356700" cy="356700"/>
          </a:xfrm>
        </p:grpSpPr>
        <p:sp>
          <p:nvSpPr>
            <p:cNvPr id="104" name="Google Shape;104;p6">
              <a:hlinkClick action="ppaction://hlinkshowjump?jump=nextslide"/>
            </p:cNvPr>
            <p:cNvSpPr/>
            <p:nvPr/>
          </p:nvSpPr>
          <p:spPr>
            <a:xfrm>
              <a:off x="777346" y="3496226"/>
              <a:ext cx="356700" cy="356700"/>
            </a:xfrm>
            <a:prstGeom prst="ellipse">
              <a:avLst/>
            </a:prstGeom>
            <a:solidFill>
              <a:schemeClr val="lt1"/>
            </a:solidFill>
            <a:ln cap="flat" cmpd="sng" w="9525">
              <a:solidFill>
                <a:srgbClr val="52AF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5" name="Google Shape;105;p6"/>
            <p:cNvGrpSpPr/>
            <p:nvPr/>
          </p:nvGrpSpPr>
          <p:grpSpPr>
            <a:xfrm>
              <a:off x="831727" y="3588720"/>
              <a:ext cx="247883" cy="171668"/>
              <a:chOff x="-797260" y="3184175"/>
              <a:chExt cx="502500" cy="348000"/>
            </a:xfrm>
          </p:grpSpPr>
          <p:cxnSp>
            <p:nvCxnSpPr>
              <p:cNvPr id="106" name="Google Shape;106;p6"/>
              <p:cNvCxnSpPr/>
              <p:nvPr/>
            </p:nvCxnSpPr>
            <p:spPr>
              <a:xfrm>
                <a:off x="-797260" y="3361225"/>
                <a:ext cx="502500" cy="0"/>
              </a:xfrm>
              <a:prstGeom prst="straightConnector1">
                <a:avLst/>
              </a:prstGeom>
              <a:noFill/>
              <a:ln cap="flat" cmpd="sng" w="9525">
                <a:solidFill>
                  <a:srgbClr val="52AFC8"/>
                </a:solidFill>
                <a:prstDash val="solid"/>
                <a:round/>
                <a:headEnd len="med" w="med" type="none"/>
                <a:tailEnd len="med" w="med" type="none"/>
              </a:ln>
            </p:spPr>
          </p:cxnSp>
          <p:cxnSp>
            <p:nvCxnSpPr>
              <p:cNvPr id="107" name="Google Shape;107;p6"/>
              <p:cNvCxnSpPr/>
              <p:nvPr/>
            </p:nvCxnSpPr>
            <p:spPr>
              <a:xfrm>
                <a:off x="-471875" y="3184175"/>
                <a:ext cx="174000" cy="174000"/>
              </a:xfrm>
              <a:prstGeom prst="straightConnector1">
                <a:avLst/>
              </a:prstGeom>
              <a:noFill/>
              <a:ln cap="flat" cmpd="sng" w="9525">
                <a:solidFill>
                  <a:srgbClr val="52AFC8"/>
                </a:solidFill>
                <a:prstDash val="solid"/>
                <a:round/>
                <a:headEnd len="med" w="med" type="none"/>
                <a:tailEnd len="med" w="med" type="none"/>
              </a:ln>
            </p:spPr>
          </p:cxnSp>
          <p:cxnSp>
            <p:nvCxnSpPr>
              <p:cNvPr id="108" name="Google Shape;108;p6"/>
              <p:cNvCxnSpPr/>
              <p:nvPr/>
            </p:nvCxnSpPr>
            <p:spPr>
              <a:xfrm flipH="1" rot="10800000">
                <a:off x="-471875" y="3358175"/>
                <a:ext cx="174000" cy="174000"/>
              </a:xfrm>
              <a:prstGeom prst="straightConnector1">
                <a:avLst/>
              </a:prstGeom>
              <a:noFill/>
              <a:ln cap="flat" cmpd="sng" w="9525">
                <a:solidFill>
                  <a:srgbClr val="52AFC8"/>
                </a:solidFill>
                <a:prstDash val="solid"/>
                <a:round/>
                <a:headEnd len="med" w="med" type="none"/>
                <a:tailEnd len="med" w="med" type="none"/>
              </a:ln>
            </p:spPr>
          </p:cxn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rgbClr val="7BB930"/>
        </a:solidFill>
      </p:bgPr>
    </p:bg>
    <p:spTree>
      <p:nvGrpSpPr>
        <p:cNvPr id="109" name="Shape 109"/>
        <p:cNvGrpSpPr/>
        <p:nvPr/>
      </p:nvGrpSpPr>
      <p:grpSpPr>
        <a:xfrm>
          <a:off x="0" y="0"/>
          <a:ext cx="0" cy="0"/>
          <a:chOff x="0" y="0"/>
          <a:chExt cx="0" cy="0"/>
        </a:xfrm>
      </p:grpSpPr>
      <p:sp>
        <p:nvSpPr>
          <p:cNvPr id="110" name="Google Shape;110;p7"/>
          <p:cNvSpPr/>
          <p:nvPr/>
        </p:nvSpPr>
        <p:spPr>
          <a:xfrm flipH="1" rot="-8387282">
            <a:off x="-19816" y="3600341"/>
            <a:ext cx="4195327" cy="2007190"/>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accent6"/>
            </a:solidFill>
            <a:prstDash val="lgDash"/>
            <a:round/>
            <a:headEnd len="med" w="med" type="none"/>
            <a:tailEnd len="med" w="med" type="none"/>
          </a:ln>
        </p:spPr>
      </p:sp>
      <p:sp>
        <p:nvSpPr>
          <p:cNvPr id="111" name="Google Shape;111;p7"/>
          <p:cNvSpPr/>
          <p:nvPr/>
        </p:nvSpPr>
        <p:spPr>
          <a:xfrm>
            <a:off x="1303950" y="-1420975"/>
            <a:ext cx="3899475" cy="1866000"/>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accent6"/>
            </a:solidFill>
            <a:prstDash val="lgDash"/>
            <a:round/>
            <a:headEnd len="med" w="med" type="none"/>
            <a:tailEnd len="med" w="med" type="none"/>
          </a:ln>
        </p:spPr>
      </p:sp>
      <p:grpSp>
        <p:nvGrpSpPr>
          <p:cNvPr id="112" name="Google Shape;112;p7"/>
          <p:cNvGrpSpPr/>
          <p:nvPr/>
        </p:nvGrpSpPr>
        <p:grpSpPr>
          <a:xfrm>
            <a:off x="140920" y="285789"/>
            <a:ext cx="305816" cy="438180"/>
            <a:chOff x="8555949" y="806163"/>
            <a:chExt cx="416587" cy="596813"/>
          </a:xfrm>
        </p:grpSpPr>
        <p:sp>
          <p:nvSpPr>
            <p:cNvPr id="113" name="Google Shape;113;p7"/>
            <p:cNvSpPr/>
            <p:nvPr/>
          </p:nvSpPr>
          <p:spPr>
            <a:xfrm>
              <a:off x="8630075" y="984025"/>
              <a:ext cx="135900" cy="135900"/>
            </a:xfrm>
            <a:prstGeom prst="plus">
              <a:avLst>
                <a:gd fmla="val 4390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7"/>
            <p:cNvSpPr/>
            <p:nvPr/>
          </p:nvSpPr>
          <p:spPr>
            <a:xfrm>
              <a:off x="8862861" y="1309675"/>
              <a:ext cx="93300" cy="933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7"/>
            <p:cNvSpPr/>
            <p:nvPr/>
          </p:nvSpPr>
          <p:spPr>
            <a:xfrm>
              <a:off x="8879236" y="806163"/>
              <a:ext cx="93300" cy="933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7"/>
            <p:cNvSpPr/>
            <p:nvPr/>
          </p:nvSpPr>
          <p:spPr>
            <a:xfrm>
              <a:off x="8555949" y="1267400"/>
              <a:ext cx="54900" cy="54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 name="Google Shape;117;p7"/>
          <p:cNvGrpSpPr/>
          <p:nvPr/>
        </p:nvGrpSpPr>
        <p:grpSpPr>
          <a:xfrm rot="5400000">
            <a:off x="428737" y="4305600"/>
            <a:ext cx="568987" cy="596813"/>
            <a:chOff x="8555949" y="806163"/>
            <a:chExt cx="568987" cy="596813"/>
          </a:xfrm>
        </p:grpSpPr>
        <p:sp>
          <p:nvSpPr>
            <p:cNvPr id="118" name="Google Shape;118;p7"/>
            <p:cNvSpPr/>
            <p:nvPr/>
          </p:nvSpPr>
          <p:spPr>
            <a:xfrm>
              <a:off x="8630075" y="984025"/>
              <a:ext cx="135900" cy="135900"/>
            </a:xfrm>
            <a:prstGeom prst="plus">
              <a:avLst>
                <a:gd fmla="val 4390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
            <p:cNvSpPr/>
            <p:nvPr/>
          </p:nvSpPr>
          <p:spPr>
            <a:xfrm>
              <a:off x="8862861" y="1309675"/>
              <a:ext cx="93300" cy="93300"/>
            </a:xfrm>
            <a:prstGeom prst="ellipse">
              <a:avLst/>
            </a:prstGeom>
            <a:solidFill>
              <a:schemeClr val="lt1"/>
            </a:solidFill>
            <a:ln cap="flat" cmpd="sng" w="19050">
              <a:solidFill>
                <a:srgbClr val="7BB9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7"/>
            <p:cNvSpPr/>
            <p:nvPr/>
          </p:nvSpPr>
          <p:spPr>
            <a:xfrm>
              <a:off x="9031636" y="806163"/>
              <a:ext cx="93300" cy="933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7"/>
            <p:cNvSpPr/>
            <p:nvPr/>
          </p:nvSpPr>
          <p:spPr>
            <a:xfrm>
              <a:off x="8555949" y="1267400"/>
              <a:ext cx="54900" cy="54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7"/>
          <p:cNvSpPr txBox="1"/>
          <p:nvPr>
            <p:ph type="title"/>
          </p:nvPr>
        </p:nvSpPr>
        <p:spPr>
          <a:xfrm>
            <a:off x="720000" y="445025"/>
            <a:ext cx="42948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500"/>
              <a:buNone/>
              <a:defRPr>
                <a:solidFill>
                  <a:schemeClr val="lt1"/>
                </a:solidFill>
              </a:defRPr>
            </a:lvl1pPr>
            <a:lvl2pPr lvl="1" rtl="0">
              <a:spcBef>
                <a:spcPts val="0"/>
              </a:spcBef>
              <a:spcAft>
                <a:spcPts val="0"/>
              </a:spcAft>
              <a:buClr>
                <a:schemeClr val="lt1"/>
              </a:buClr>
              <a:buSzPts val="3500"/>
              <a:buNone/>
              <a:defRPr>
                <a:solidFill>
                  <a:schemeClr val="lt1"/>
                </a:solidFill>
              </a:defRPr>
            </a:lvl2pPr>
            <a:lvl3pPr lvl="2" rtl="0">
              <a:spcBef>
                <a:spcPts val="0"/>
              </a:spcBef>
              <a:spcAft>
                <a:spcPts val="0"/>
              </a:spcAft>
              <a:buClr>
                <a:schemeClr val="lt1"/>
              </a:buClr>
              <a:buSzPts val="3500"/>
              <a:buNone/>
              <a:defRPr>
                <a:solidFill>
                  <a:schemeClr val="lt1"/>
                </a:solidFill>
              </a:defRPr>
            </a:lvl3pPr>
            <a:lvl4pPr lvl="3" rtl="0">
              <a:spcBef>
                <a:spcPts val="0"/>
              </a:spcBef>
              <a:spcAft>
                <a:spcPts val="0"/>
              </a:spcAft>
              <a:buClr>
                <a:schemeClr val="lt1"/>
              </a:buClr>
              <a:buSzPts val="3500"/>
              <a:buNone/>
              <a:defRPr>
                <a:solidFill>
                  <a:schemeClr val="lt1"/>
                </a:solidFill>
              </a:defRPr>
            </a:lvl4pPr>
            <a:lvl5pPr lvl="4" rtl="0">
              <a:spcBef>
                <a:spcPts val="0"/>
              </a:spcBef>
              <a:spcAft>
                <a:spcPts val="0"/>
              </a:spcAft>
              <a:buClr>
                <a:schemeClr val="lt1"/>
              </a:buClr>
              <a:buSzPts val="3500"/>
              <a:buNone/>
              <a:defRPr>
                <a:solidFill>
                  <a:schemeClr val="lt1"/>
                </a:solidFill>
              </a:defRPr>
            </a:lvl5pPr>
            <a:lvl6pPr lvl="5" rtl="0">
              <a:spcBef>
                <a:spcPts val="0"/>
              </a:spcBef>
              <a:spcAft>
                <a:spcPts val="0"/>
              </a:spcAft>
              <a:buClr>
                <a:schemeClr val="lt1"/>
              </a:buClr>
              <a:buSzPts val="3500"/>
              <a:buNone/>
              <a:defRPr>
                <a:solidFill>
                  <a:schemeClr val="lt1"/>
                </a:solidFill>
              </a:defRPr>
            </a:lvl6pPr>
            <a:lvl7pPr lvl="6" rtl="0">
              <a:spcBef>
                <a:spcPts val="0"/>
              </a:spcBef>
              <a:spcAft>
                <a:spcPts val="0"/>
              </a:spcAft>
              <a:buClr>
                <a:schemeClr val="lt1"/>
              </a:buClr>
              <a:buSzPts val="3500"/>
              <a:buNone/>
              <a:defRPr>
                <a:solidFill>
                  <a:schemeClr val="lt1"/>
                </a:solidFill>
              </a:defRPr>
            </a:lvl7pPr>
            <a:lvl8pPr lvl="7" rtl="0">
              <a:spcBef>
                <a:spcPts val="0"/>
              </a:spcBef>
              <a:spcAft>
                <a:spcPts val="0"/>
              </a:spcAft>
              <a:buClr>
                <a:schemeClr val="lt1"/>
              </a:buClr>
              <a:buSzPts val="3500"/>
              <a:buNone/>
              <a:defRPr>
                <a:solidFill>
                  <a:schemeClr val="lt1"/>
                </a:solidFill>
              </a:defRPr>
            </a:lvl8pPr>
            <a:lvl9pPr lvl="8" rtl="0">
              <a:spcBef>
                <a:spcPts val="0"/>
              </a:spcBef>
              <a:spcAft>
                <a:spcPts val="0"/>
              </a:spcAft>
              <a:buClr>
                <a:schemeClr val="lt1"/>
              </a:buClr>
              <a:buSzPts val="3500"/>
              <a:buNone/>
              <a:defRPr>
                <a:solidFill>
                  <a:schemeClr val="lt1"/>
                </a:solidFill>
              </a:defRPr>
            </a:lvl9pPr>
          </a:lstStyle>
          <a:p/>
        </p:txBody>
      </p:sp>
      <p:sp>
        <p:nvSpPr>
          <p:cNvPr id="123" name="Google Shape;123;p7"/>
          <p:cNvSpPr txBox="1"/>
          <p:nvPr>
            <p:ph idx="1" type="subTitle"/>
          </p:nvPr>
        </p:nvSpPr>
        <p:spPr>
          <a:xfrm>
            <a:off x="720000" y="1543050"/>
            <a:ext cx="4294800" cy="2805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200"/>
              <a:buFont typeface="Nunito Light"/>
              <a:buChar char="●"/>
              <a:defRPr>
                <a:solidFill>
                  <a:schemeClr val="lt1"/>
                </a:solidFill>
              </a:defRPr>
            </a:lvl1pPr>
            <a:lvl2pPr lvl="1" rtl="0" algn="ctr">
              <a:lnSpc>
                <a:spcPct val="100000"/>
              </a:lnSpc>
              <a:spcBef>
                <a:spcPts val="0"/>
              </a:spcBef>
              <a:spcAft>
                <a:spcPts val="0"/>
              </a:spcAft>
              <a:buClr>
                <a:schemeClr val="lt1"/>
              </a:buClr>
              <a:buSzPts val="1200"/>
              <a:buFont typeface="Nunito Light"/>
              <a:buChar char="○"/>
              <a:defRPr>
                <a:solidFill>
                  <a:schemeClr val="lt1"/>
                </a:solidFill>
              </a:defRPr>
            </a:lvl2pPr>
            <a:lvl3pPr lvl="2" rtl="0" algn="ctr">
              <a:lnSpc>
                <a:spcPct val="100000"/>
              </a:lnSpc>
              <a:spcBef>
                <a:spcPts val="1600"/>
              </a:spcBef>
              <a:spcAft>
                <a:spcPts val="0"/>
              </a:spcAft>
              <a:buClr>
                <a:schemeClr val="lt1"/>
              </a:buClr>
              <a:buSzPts val="1200"/>
              <a:buFont typeface="Nunito Light"/>
              <a:buChar char="■"/>
              <a:defRPr>
                <a:solidFill>
                  <a:schemeClr val="lt1"/>
                </a:solidFill>
              </a:defRPr>
            </a:lvl3pPr>
            <a:lvl4pPr lvl="3" rtl="0" algn="ctr">
              <a:lnSpc>
                <a:spcPct val="100000"/>
              </a:lnSpc>
              <a:spcBef>
                <a:spcPts val="1600"/>
              </a:spcBef>
              <a:spcAft>
                <a:spcPts val="0"/>
              </a:spcAft>
              <a:buClr>
                <a:schemeClr val="lt1"/>
              </a:buClr>
              <a:buSzPts val="1200"/>
              <a:buFont typeface="Nunito Light"/>
              <a:buChar char="●"/>
              <a:defRPr>
                <a:solidFill>
                  <a:schemeClr val="lt1"/>
                </a:solidFill>
              </a:defRPr>
            </a:lvl4pPr>
            <a:lvl5pPr lvl="4" rtl="0" algn="ctr">
              <a:lnSpc>
                <a:spcPct val="100000"/>
              </a:lnSpc>
              <a:spcBef>
                <a:spcPts val="1600"/>
              </a:spcBef>
              <a:spcAft>
                <a:spcPts val="0"/>
              </a:spcAft>
              <a:buClr>
                <a:schemeClr val="lt1"/>
              </a:buClr>
              <a:buSzPts val="1200"/>
              <a:buFont typeface="Nunito Light"/>
              <a:buChar char="○"/>
              <a:defRPr>
                <a:solidFill>
                  <a:schemeClr val="lt1"/>
                </a:solidFill>
              </a:defRPr>
            </a:lvl5pPr>
            <a:lvl6pPr lvl="5" rtl="0" algn="ctr">
              <a:lnSpc>
                <a:spcPct val="100000"/>
              </a:lnSpc>
              <a:spcBef>
                <a:spcPts val="1600"/>
              </a:spcBef>
              <a:spcAft>
                <a:spcPts val="0"/>
              </a:spcAft>
              <a:buClr>
                <a:schemeClr val="lt1"/>
              </a:buClr>
              <a:buSzPts val="1200"/>
              <a:buFont typeface="Nunito Light"/>
              <a:buChar char="■"/>
              <a:defRPr>
                <a:solidFill>
                  <a:schemeClr val="lt1"/>
                </a:solidFill>
              </a:defRPr>
            </a:lvl6pPr>
            <a:lvl7pPr lvl="6" rtl="0" algn="ctr">
              <a:lnSpc>
                <a:spcPct val="100000"/>
              </a:lnSpc>
              <a:spcBef>
                <a:spcPts val="1600"/>
              </a:spcBef>
              <a:spcAft>
                <a:spcPts val="0"/>
              </a:spcAft>
              <a:buClr>
                <a:schemeClr val="lt1"/>
              </a:buClr>
              <a:buSzPts val="1200"/>
              <a:buFont typeface="Nunito Light"/>
              <a:buChar char="●"/>
              <a:defRPr>
                <a:solidFill>
                  <a:schemeClr val="lt1"/>
                </a:solidFill>
              </a:defRPr>
            </a:lvl7pPr>
            <a:lvl8pPr lvl="7" rtl="0" algn="ctr">
              <a:lnSpc>
                <a:spcPct val="100000"/>
              </a:lnSpc>
              <a:spcBef>
                <a:spcPts val="1600"/>
              </a:spcBef>
              <a:spcAft>
                <a:spcPts val="0"/>
              </a:spcAft>
              <a:buClr>
                <a:schemeClr val="lt1"/>
              </a:buClr>
              <a:buSzPts val="1200"/>
              <a:buFont typeface="Nunito Light"/>
              <a:buChar char="○"/>
              <a:defRPr>
                <a:solidFill>
                  <a:schemeClr val="lt1"/>
                </a:solidFill>
              </a:defRPr>
            </a:lvl8pPr>
            <a:lvl9pPr lvl="8" rtl="0" algn="ctr">
              <a:lnSpc>
                <a:spcPct val="100000"/>
              </a:lnSpc>
              <a:spcBef>
                <a:spcPts val="1600"/>
              </a:spcBef>
              <a:spcAft>
                <a:spcPts val="1600"/>
              </a:spcAft>
              <a:buClr>
                <a:schemeClr val="lt1"/>
              </a:buClr>
              <a:buSzPts val="1200"/>
              <a:buFont typeface="Nunito Light"/>
              <a:buChar char="■"/>
              <a:defRPr>
                <a:solidFill>
                  <a:schemeClr val="lt1"/>
                </a:solidFill>
              </a:defRPr>
            </a:lvl9pPr>
          </a:lstStyle>
          <a:p/>
        </p:txBody>
      </p:sp>
      <p:sp>
        <p:nvSpPr>
          <p:cNvPr id="124" name="Google Shape;124;p7"/>
          <p:cNvSpPr/>
          <p:nvPr/>
        </p:nvSpPr>
        <p:spPr>
          <a:xfrm>
            <a:off x="5203425" y="-35875"/>
            <a:ext cx="3940500" cy="5213100"/>
          </a:xfrm>
          <a:prstGeom prst="rect">
            <a:avLst/>
          </a:prstGeom>
          <a:solidFill>
            <a:schemeClr val="lt1"/>
          </a:solidFill>
          <a:ln>
            <a:noFill/>
          </a:ln>
          <a:effectLst>
            <a:outerShdw blurRad="57150" rotWithShape="0" algn="bl" dir="4200000" dist="114300">
              <a:schemeClr val="dk1">
                <a:alpha val="1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7"/>
          <p:cNvSpPr/>
          <p:nvPr/>
        </p:nvSpPr>
        <p:spPr>
          <a:xfrm rot="10799680">
            <a:off x="5203429" y="2263211"/>
            <a:ext cx="4195445" cy="2007256"/>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rgbClr val="7BB930"/>
            </a:solidFill>
            <a:prstDash val="lgDash"/>
            <a:round/>
            <a:headEnd len="med" w="med" type="none"/>
            <a:tailEnd len="med" w="med" type="none"/>
          </a:ln>
        </p:spPr>
      </p:sp>
      <p:sp>
        <p:nvSpPr>
          <p:cNvPr id="126" name="Google Shape;126;p7"/>
          <p:cNvSpPr/>
          <p:nvPr/>
        </p:nvSpPr>
        <p:spPr>
          <a:xfrm>
            <a:off x="6154900" y="-164900"/>
            <a:ext cx="3899475" cy="1866000"/>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rgbClr val="7BB930"/>
            </a:solidFill>
            <a:prstDash val="lgDash"/>
            <a:round/>
            <a:headEnd len="med" w="med" type="none"/>
            <a:tailEnd len="med" w="med" type="none"/>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7" name="Shape 127"/>
        <p:cNvGrpSpPr/>
        <p:nvPr/>
      </p:nvGrpSpPr>
      <p:grpSpPr>
        <a:xfrm>
          <a:off x="0" y="0"/>
          <a:ext cx="0" cy="0"/>
          <a:chOff x="0" y="0"/>
          <a:chExt cx="0" cy="0"/>
        </a:xfrm>
      </p:grpSpPr>
      <p:sp>
        <p:nvSpPr>
          <p:cNvPr id="128" name="Google Shape;128;p8"/>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9" name="Shape 129"/>
        <p:cNvGrpSpPr/>
        <p:nvPr/>
      </p:nvGrpSpPr>
      <p:grpSpPr>
        <a:xfrm>
          <a:off x="0" y="0"/>
          <a:ext cx="0" cy="0"/>
          <a:chOff x="0" y="0"/>
          <a:chExt cx="0" cy="0"/>
        </a:xfrm>
      </p:grpSpPr>
      <p:sp>
        <p:nvSpPr>
          <p:cNvPr id="130" name="Google Shape;130;p9"/>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sz="150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31" name="Google Shape;131;p9"/>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2" name="Shape 132"/>
        <p:cNvGrpSpPr/>
        <p:nvPr/>
      </p:nvGrpSpPr>
      <p:grpSpPr>
        <a:xfrm>
          <a:off x="0" y="0"/>
          <a:ext cx="0" cy="0"/>
          <a:chOff x="0" y="0"/>
          <a:chExt cx="0" cy="0"/>
        </a:xfrm>
      </p:grpSpPr>
      <p:sp>
        <p:nvSpPr>
          <p:cNvPr id="133" name="Google Shape;133;p10"/>
          <p:cNvSpPr txBox="1"/>
          <p:nvPr>
            <p:ph type="title"/>
          </p:nvPr>
        </p:nvSpPr>
        <p:spPr>
          <a:xfrm>
            <a:off x="720000" y="539500"/>
            <a:ext cx="4508100" cy="1332000"/>
          </a:xfrm>
          <a:prstGeom prst="rect">
            <a:avLst/>
          </a:prstGeom>
          <a:solidFill>
            <a:schemeClr val="accent2"/>
          </a:solidFill>
          <a:ln>
            <a:noFill/>
          </a:ln>
        </p:spPr>
        <p:txBody>
          <a:bodyPr anchorCtr="0" anchor="t" bIns="91425" lIns="91425" spcFirstLastPara="1" rIns="91425" wrap="square" tIns="91425">
            <a:noAutofit/>
          </a:bodyPr>
          <a:lstStyle>
            <a:lvl1pPr lvl="0" rtl="0">
              <a:spcBef>
                <a:spcPts val="0"/>
              </a:spcBef>
              <a:spcAft>
                <a:spcPts val="0"/>
              </a:spcAft>
              <a:buSzPts val="3500"/>
              <a:buNone/>
              <a:defRPr>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rgbClr val="7BB930"/>
        </a:solidFill>
      </p:bgPr>
    </p:bg>
    <p:spTree>
      <p:nvGrpSpPr>
        <p:cNvPr id="134" name="Shape 134"/>
        <p:cNvGrpSpPr/>
        <p:nvPr/>
      </p:nvGrpSpPr>
      <p:grpSpPr>
        <a:xfrm>
          <a:off x="0" y="0"/>
          <a:ext cx="0" cy="0"/>
          <a:chOff x="0" y="0"/>
          <a:chExt cx="0" cy="0"/>
        </a:xfrm>
      </p:grpSpPr>
      <p:sp>
        <p:nvSpPr>
          <p:cNvPr id="135" name="Google Shape;135;p11"/>
          <p:cNvSpPr/>
          <p:nvPr/>
        </p:nvSpPr>
        <p:spPr>
          <a:xfrm rot="7802080">
            <a:off x="5238753" y="3613646"/>
            <a:ext cx="4195605" cy="2007300"/>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lt1"/>
            </a:solidFill>
            <a:prstDash val="lgDash"/>
            <a:round/>
            <a:headEnd len="med" w="med" type="none"/>
            <a:tailEnd len="med" w="med" type="none"/>
          </a:ln>
        </p:spPr>
      </p:sp>
      <p:sp>
        <p:nvSpPr>
          <p:cNvPr id="136" name="Google Shape;136;p11"/>
          <p:cNvSpPr/>
          <p:nvPr/>
        </p:nvSpPr>
        <p:spPr>
          <a:xfrm>
            <a:off x="6595800" y="-501775"/>
            <a:ext cx="3899475" cy="1866000"/>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lt1"/>
            </a:solidFill>
            <a:prstDash val="lgDash"/>
            <a:round/>
            <a:headEnd len="med" w="med" type="none"/>
            <a:tailEnd len="med" w="med" type="none"/>
          </a:ln>
        </p:spPr>
      </p:sp>
      <p:sp>
        <p:nvSpPr>
          <p:cNvPr id="137" name="Google Shape;137;p11"/>
          <p:cNvSpPr/>
          <p:nvPr/>
        </p:nvSpPr>
        <p:spPr>
          <a:xfrm>
            <a:off x="-442575" y="320525"/>
            <a:ext cx="964387" cy="1748853"/>
          </a:xfrm>
          <a:custGeom>
            <a:rect b="b" l="l" r="r" t="t"/>
            <a:pathLst>
              <a:path extrusionOk="0" h="44975" w="24801">
                <a:moveTo>
                  <a:pt x="0" y="0"/>
                </a:moveTo>
                <a:cubicBezTo>
                  <a:pt x="9939" y="2840"/>
                  <a:pt x="22701" y="8942"/>
                  <a:pt x="24402" y="19138"/>
                </a:cubicBezTo>
                <a:cubicBezTo>
                  <a:pt x="25999" y="28707"/>
                  <a:pt x="19683" y="40640"/>
                  <a:pt x="11004" y="44975"/>
                </a:cubicBezTo>
              </a:path>
            </a:pathLst>
          </a:custGeom>
          <a:noFill/>
          <a:ln cap="flat" cmpd="sng" w="9525">
            <a:solidFill>
              <a:schemeClr val="lt1"/>
            </a:solidFill>
            <a:prstDash val="lgDash"/>
            <a:round/>
            <a:headEnd len="med" w="med" type="none"/>
            <a:tailEnd len="med" w="med" type="none"/>
          </a:ln>
        </p:spPr>
      </p:sp>
      <p:sp>
        <p:nvSpPr>
          <p:cNvPr id="138" name="Google Shape;138;p11"/>
          <p:cNvSpPr/>
          <p:nvPr/>
        </p:nvSpPr>
        <p:spPr>
          <a:xfrm rot="-2700000">
            <a:off x="2523063" y="-602314"/>
            <a:ext cx="1119389" cy="1104828"/>
          </a:xfrm>
          <a:custGeom>
            <a:rect b="b" l="l" r="r" t="t"/>
            <a:pathLst>
              <a:path extrusionOk="0" h="27390" w="27751">
                <a:moveTo>
                  <a:pt x="27751" y="26316"/>
                </a:moveTo>
                <a:cubicBezTo>
                  <a:pt x="20672" y="29147"/>
                  <a:pt x="10504" y="26049"/>
                  <a:pt x="5741" y="20096"/>
                </a:cubicBezTo>
                <a:cubicBezTo>
                  <a:pt x="1388" y="14656"/>
                  <a:pt x="3113" y="6232"/>
                  <a:pt x="0" y="0"/>
                </a:cubicBezTo>
              </a:path>
            </a:pathLst>
          </a:custGeom>
          <a:noFill/>
          <a:ln cap="flat" cmpd="sng" w="9525">
            <a:solidFill>
              <a:schemeClr val="lt1"/>
            </a:solidFill>
            <a:prstDash val="lgDash"/>
            <a:round/>
            <a:headEnd len="med" w="med" type="none"/>
            <a:tailEnd len="med" w="med" type="none"/>
          </a:ln>
        </p:spPr>
      </p:sp>
      <p:sp>
        <p:nvSpPr>
          <p:cNvPr id="139" name="Google Shape;139;p11"/>
          <p:cNvSpPr/>
          <p:nvPr/>
        </p:nvSpPr>
        <p:spPr>
          <a:xfrm rot="10799680">
            <a:off x="-130646" y="4479036"/>
            <a:ext cx="4195445" cy="2007256"/>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lt1"/>
            </a:solidFill>
            <a:prstDash val="lgDash"/>
            <a:round/>
            <a:headEnd len="med" w="med" type="none"/>
            <a:tailEnd len="med" w="med" type="none"/>
          </a:ln>
        </p:spPr>
      </p:sp>
      <p:grpSp>
        <p:nvGrpSpPr>
          <p:cNvPr id="140" name="Google Shape;140;p11"/>
          <p:cNvGrpSpPr/>
          <p:nvPr/>
        </p:nvGrpSpPr>
        <p:grpSpPr>
          <a:xfrm>
            <a:off x="8144346" y="4178365"/>
            <a:ext cx="572857" cy="573064"/>
            <a:chOff x="3601725" y="3116375"/>
            <a:chExt cx="253275" cy="253400"/>
          </a:xfrm>
        </p:grpSpPr>
        <p:sp>
          <p:nvSpPr>
            <p:cNvPr id="141" name="Google Shape;141;p11"/>
            <p:cNvSpPr/>
            <p:nvPr/>
          </p:nvSpPr>
          <p:spPr>
            <a:xfrm>
              <a:off x="3601725" y="3116650"/>
              <a:ext cx="251900" cy="252200"/>
            </a:xfrm>
            <a:custGeom>
              <a:rect b="b" l="l" r="r" t="t"/>
              <a:pathLst>
                <a:path extrusionOk="0" h="10088" w="10076">
                  <a:moveTo>
                    <a:pt x="5044" y="1"/>
                  </a:moveTo>
                  <a:cubicBezTo>
                    <a:pt x="2259" y="1"/>
                    <a:pt x="0" y="2259"/>
                    <a:pt x="0" y="5044"/>
                  </a:cubicBezTo>
                  <a:cubicBezTo>
                    <a:pt x="0" y="7829"/>
                    <a:pt x="2259" y="10088"/>
                    <a:pt x="5044" y="10088"/>
                  </a:cubicBezTo>
                  <a:cubicBezTo>
                    <a:pt x="7817" y="10088"/>
                    <a:pt x="10076" y="7829"/>
                    <a:pt x="10076" y="5044"/>
                  </a:cubicBezTo>
                  <a:cubicBezTo>
                    <a:pt x="10076" y="2259"/>
                    <a:pt x="7817" y="1"/>
                    <a:pt x="5044" y="1"/>
                  </a:cubicBezTo>
                  <a:close/>
                </a:path>
              </a:pathLst>
            </a:custGeom>
            <a:solidFill>
              <a:srgbClr val="7BB93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1"/>
            <p:cNvSpPr/>
            <p:nvPr/>
          </p:nvSpPr>
          <p:spPr>
            <a:xfrm>
              <a:off x="3623650" y="3116400"/>
              <a:ext cx="105275" cy="252200"/>
            </a:xfrm>
            <a:custGeom>
              <a:rect b="b" l="l" r="r" t="t"/>
              <a:pathLst>
                <a:path extrusionOk="0" h="10088" w="4211">
                  <a:moveTo>
                    <a:pt x="4046" y="0"/>
                  </a:moveTo>
                  <a:cubicBezTo>
                    <a:pt x="3180" y="88"/>
                    <a:pt x="2368" y="406"/>
                    <a:pt x="1721" y="976"/>
                  </a:cubicBezTo>
                  <a:cubicBezTo>
                    <a:pt x="1184" y="1448"/>
                    <a:pt x="768" y="2050"/>
                    <a:pt x="493" y="2708"/>
                  </a:cubicBezTo>
                  <a:cubicBezTo>
                    <a:pt x="77" y="3706"/>
                    <a:pt x="0" y="4813"/>
                    <a:pt x="164" y="5877"/>
                  </a:cubicBezTo>
                  <a:cubicBezTo>
                    <a:pt x="329" y="6886"/>
                    <a:pt x="691" y="7872"/>
                    <a:pt x="1348" y="8662"/>
                  </a:cubicBezTo>
                  <a:cubicBezTo>
                    <a:pt x="1962" y="9407"/>
                    <a:pt x="2839" y="9956"/>
                    <a:pt x="3804" y="10065"/>
                  </a:cubicBezTo>
                  <a:cubicBezTo>
                    <a:pt x="3925" y="10087"/>
                    <a:pt x="4046" y="10087"/>
                    <a:pt x="4167" y="10087"/>
                  </a:cubicBezTo>
                  <a:cubicBezTo>
                    <a:pt x="4210" y="10087"/>
                    <a:pt x="4210" y="10010"/>
                    <a:pt x="4167" y="10010"/>
                  </a:cubicBezTo>
                  <a:cubicBezTo>
                    <a:pt x="3202" y="9999"/>
                    <a:pt x="2291" y="9539"/>
                    <a:pt x="1623" y="8859"/>
                  </a:cubicBezTo>
                  <a:cubicBezTo>
                    <a:pt x="932" y="8136"/>
                    <a:pt x="515" y="7181"/>
                    <a:pt x="307" y="6206"/>
                  </a:cubicBezTo>
                  <a:cubicBezTo>
                    <a:pt x="99" y="5186"/>
                    <a:pt x="110" y="4111"/>
                    <a:pt x="427" y="3114"/>
                  </a:cubicBezTo>
                  <a:cubicBezTo>
                    <a:pt x="658" y="2423"/>
                    <a:pt x="1041" y="1765"/>
                    <a:pt x="1557" y="1239"/>
                  </a:cubicBezTo>
                  <a:cubicBezTo>
                    <a:pt x="2127" y="658"/>
                    <a:pt x="2873" y="274"/>
                    <a:pt x="3673" y="132"/>
                  </a:cubicBezTo>
                  <a:cubicBezTo>
                    <a:pt x="3794" y="110"/>
                    <a:pt x="3925" y="99"/>
                    <a:pt x="4046" y="88"/>
                  </a:cubicBezTo>
                  <a:cubicBezTo>
                    <a:pt x="4101" y="77"/>
                    <a:pt x="4101" y="0"/>
                    <a:pt x="4046" y="0"/>
                  </a:cubicBezTo>
                  <a:close/>
                </a:path>
              </a:pathLst>
            </a:custGeom>
            <a:solidFill>
              <a:srgbClr val="7BB93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1"/>
            <p:cNvSpPr/>
            <p:nvPr/>
          </p:nvSpPr>
          <p:spPr>
            <a:xfrm>
              <a:off x="3665575" y="3116475"/>
              <a:ext cx="64850" cy="253300"/>
            </a:xfrm>
            <a:custGeom>
              <a:rect b="b" l="l" r="r" t="t"/>
              <a:pathLst>
                <a:path extrusionOk="0" h="10132" w="2594">
                  <a:moveTo>
                    <a:pt x="2369" y="0"/>
                  </a:moveTo>
                  <a:cubicBezTo>
                    <a:pt x="2362" y="0"/>
                    <a:pt x="2354" y="2"/>
                    <a:pt x="2347" y="8"/>
                  </a:cubicBezTo>
                  <a:cubicBezTo>
                    <a:pt x="1733" y="359"/>
                    <a:pt x="1240" y="940"/>
                    <a:pt x="856" y="1543"/>
                  </a:cubicBezTo>
                  <a:cubicBezTo>
                    <a:pt x="670" y="1839"/>
                    <a:pt x="505" y="2157"/>
                    <a:pt x="385" y="2486"/>
                  </a:cubicBezTo>
                  <a:cubicBezTo>
                    <a:pt x="242" y="2880"/>
                    <a:pt x="165" y="3297"/>
                    <a:pt x="110" y="3703"/>
                  </a:cubicBezTo>
                  <a:cubicBezTo>
                    <a:pt x="0" y="4580"/>
                    <a:pt x="22" y="5479"/>
                    <a:pt x="99" y="6356"/>
                  </a:cubicBezTo>
                  <a:cubicBezTo>
                    <a:pt x="143" y="6784"/>
                    <a:pt x="209" y="7212"/>
                    <a:pt x="307" y="7639"/>
                  </a:cubicBezTo>
                  <a:cubicBezTo>
                    <a:pt x="406" y="8012"/>
                    <a:pt x="527" y="8406"/>
                    <a:pt x="735" y="8747"/>
                  </a:cubicBezTo>
                  <a:cubicBezTo>
                    <a:pt x="1141" y="9415"/>
                    <a:pt x="1810" y="9853"/>
                    <a:pt x="2533" y="10128"/>
                  </a:cubicBezTo>
                  <a:cubicBezTo>
                    <a:pt x="2539" y="10131"/>
                    <a:pt x="2544" y="10132"/>
                    <a:pt x="2548" y="10132"/>
                  </a:cubicBezTo>
                  <a:cubicBezTo>
                    <a:pt x="2582" y="10132"/>
                    <a:pt x="2594" y="10070"/>
                    <a:pt x="2555" y="10051"/>
                  </a:cubicBezTo>
                  <a:cubicBezTo>
                    <a:pt x="1919" y="9810"/>
                    <a:pt x="1305" y="9426"/>
                    <a:pt x="911" y="8867"/>
                  </a:cubicBezTo>
                  <a:cubicBezTo>
                    <a:pt x="691" y="8549"/>
                    <a:pt x="560" y="8198"/>
                    <a:pt x="450" y="7848"/>
                  </a:cubicBezTo>
                  <a:cubicBezTo>
                    <a:pt x="329" y="7441"/>
                    <a:pt x="253" y="7014"/>
                    <a:pt x="209" y="6598"/>
                  </a:cubicBezTo>
                  <a:cubicBezTo>
                    <a:pt x="110" y="5764"/>
                    <a:pt x="88" y="4898"/>
                    <a:pt x="154" y="4054"/>
                  </a:cubicBezTo>
                  <a:cubicBezTo>
                    <a:pt x="187" y="3615"/>
                    <a:pt x="263" y="3187"/>
                    <a:pt x="373" y="2771"/>
                  </a:cubicBezTo>
                  <a:cubicBezTo>
                    <a:pt x="472" y="2442"/>
                    <a:pt x="614" y="2124"/>
                    <a:pt x="779" y="1817"/>
                  </a:cubicBezTo>
                  <a:cubicBezTo>
                    <a:pt x="987" y="1467"/>
                    <a:pt x="1228" y="1126"/>
                    <a:pt x="1503" y="819"/>
                  </a:cubicBezTo>
                  <a:cubicBezTo>
                    <a:pt x="1755" y="534"/>
                    <a:pt x="2051" y="271"/>
                    <a:pt x="2390" y="74"/>
                  </a:cubicBezTo>
                  <a:cubicBezTo>
                    <a:pt x="2427" y="56"/>
                    <a:pt x="2403" y="0"/>
                    <a:pt x="2369" y="0"/>
                  </a:cubicBezTo>
                  <a:close/>
                </a:path>
              </a:pathLst>
            </a:custGeom>
            <a:solidFill>
              <a:srgbClr val="7BB93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1"/>
            <p:cNvSpPr/>
            <p:nvPr/>
          </p:nvSpPr>
          <p:spPr>
            <a:xfrm>
              <a:off x="3721225" y="3116450"/>
              <a:ext cx="8925" cy="252125"/>
            </a:xfrm>
            <a:custGeom>
              <a:rect b="b" l="l" r="r" t="t"/>
              <a:pathLst>
                <a:path extrusionOk="0" h="10085" w="357">
                  <a:moveTo>
                    <a:pt x="143" y="1"/>
                  </a:moveTo>
                  <a:cubicBezTo>
                    <a:pt x="121" y="1"/>
                    <a:pt x="99" y="15"/>
                    <a:pt x="99" y="42"/>
                  </a:cubicBezTo>
                  <a:cubicBezTo>
                    <a:pt x="33" y="1336"/>
                    <a:pt x="0" y="2640"/>
                    <a:pt x="0" y="3934"/>
                  </a:cubicBezTo>
                  <a:cubicBezTo>
                    <a:pt x="0" y="5250"/>
                    <a:pt x="33" y="6565"/>
                    <a:pt x="110" y="7881"/>
                  </a:cubicBezTo>
                  <a:cubicBezTo>
                    <a:pt x="154" y="8605"/>
                    <a:pt x="208" y="9328"/>
                    <a:pt x="274" y="10052"/>
                  </a:cubicBezTo>
                  <a:cubicBezTo>
                    <a:pt x="274" y="10074"/>
                    <a:pt x="296" y="10085"/>
                    <a:pt x="317" y="10085"/>
                  </a:cubicBezTo>
                  <a:cubicBezTo>
                    <a:pt x="337" y="10085"/>
                    <a:pt x="357" y="10074"/>
                    <a:pt x="351" y="10052"/>
                  </a:cubicBezTo>
                  <a:cubicBezTo>
                    <a:pt x="230" y="8758"/>
                    <a:pt x="154" y="7464"/>
                    <a:pt x="110" y="6160"/>
                  </a:cubicBezTo>
                  <a:cubicBezTo>
                    <a:pt x="77" y="4844"/>
                    <a:pt x="77" y="3529"/>
                    <a:pt x="99" y="2213"/>
                  </a:cubicBezTo>
                  <a:cubicBezTo>
                    <a:pt x="121" y="1489"/>
                    <a:pt x="143" y="766"/>
                    <a:pt x="186" y="42"/>
                  </a:cubicBezTo>
                  <a:cubicBezTo>
                    <a:pt x="186" y="15"/>
                    <a:pt x="164" y="1"/>
                    <a:pt x="143" y="1"/>
                  </a:cubicBezTo>
                  <a:close/>
                </a:path>
              </a:pathLst>
            </a:custGeom>
            <a:solidFill>
              <a:srgbClr val="7BB93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a:off x="3724325" y="3116375"/>
              <a:ext cx="72025" cy="253275"/>
            </a:xfrm>
            <a:custGeom>
              <a:rect b="b" l="l" r="r" t="t"/>
              <a:pathLst>
                <a:path extrusionOk="0" h="10131" w="2881">
                  <a:moveTo>
                    <a:pt x="63" y="0"/>
                  </a:moveTo>
                  <a:cubicBezTo>
                    <a:pt x="16" y="0"/>
                    <a:pt x="0" y="69"/>
                    <a:pt x="52" y="89"/>
                  </a:cubicBezTo>
                  <a:cubicBezTo>
                    <a:pt x="688" y="352"/>
                    <a:pt x="1246" y="791"/>
                    <a:pt x="1653" y="1350"/>
                  </a:cubicBezTo>
                  <a:cubicBezTo>
                    <a:pt x="2080" y="1931"/>
                    <a:pt x="2354" y="2599"/>
                    <a:pt x="2530" y="3291"/>
                  </a:cubicBezTo>
                  <a:cubicBezTo>
                    <a:pt x="2716" y="4069"/>
                    <a:pt x="2793" y="4902"/>
                    <a:pt x="2716" y="5691"/>
                  </a:cubicBezTo>
                  <a:cubicBezTo>
                    <a:pt x="2650" y="6503"/>
                    <a:pt x="2387" y="7281"/>
                    <a:pt x="1981" y="7994"/>
                  </a:cubicBezTo>
                  <a:cubicBezTo>
                    <a:pt x="1521" y="8794"/>
                    <a:pt x="896" y="9496"/>
                    <a:pt x="161" y="10066"/>
                  </a:cubicBezTo>
                  <a:cubicBezTo>
                    <a:pt x="127" y="10092"/>
                    <a:pt x="160" y="10131"/>
                    <a:pt x="191" y="10131"/>
                  </a:cubicBezTo>
                  <a:cubicBezTo>
                    <a:pt x="200" y="10131"/>
                    <a:pt x="209" y="10128"/>
                    <a:pt x="216" y="10121"/>
                  </a:cubicBezTo>
                  <a:cubicBezTo>
                    <a:pt x="874" y="9606"/>
                    <a:pt x="1455" y="8980"/>
                    <a:pt x="1904" y="8279"/>
                  </a:cubicBezTo>
                  <a:cubicBezTo>
                    <a:pt x="2343" y="7577"/>
                    <a:pt x="2650" y="6788"/>
                    <a:pt x="2771" y="5966"/>
                  </a:cubicBezTo>
                  <a:cubicBezTo>
                    <a:pt x="2881" y="5165"/>
                    <a:pt x="2825" y="4310"/>
                    <a:pt x="2661" y="3520"/>
                  </a:cubicBezTo>
                  <a:cubicBezTo>
                    <a:pt x="2508" y="2797"/>
                    <a:pt x="2255" y="2085"/>
                    <a:pt x="1839" y="1471"/>
                  </a:cubicBezTo>
                  <a:cubicBezTo>
                    <a:pt x="1455" y="900"/>
                    <a:pt x="929" y="418"/>
                    <a:pt x="304" y="111"/>
                  </a:cubicBezTo>
                  <a:cubicBezTo>
                    <a:pt x="227" y="78"/>
                    <a:pt x="150" y="34"/>
                    <a:pt x="74" y="1"/>
                  </a:cubicBezTo>
                  <a:cubicBezTo>
                    <a:pt x="70" y="1"/>
                    <a:pt x="66" y="0"/>
                    <a:pt x="63" y="0"/>
                  </a:cubicBezTo>
                  <a:close/>
                </a:path>
              </a:pathLst>
            </a:custGeom>
            <a:solidFill>
              <a:srgbClr val="7BB93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a:off x="3724500" y="3116400"/>
              <a:ext cx="107475" cy="253300"/>
            </a:xfrm>
            <a:custGeom>
              <a:rect b="b" l="l" r="r" t="t"/>
              <a:pathLst>
                <a:path extrusionOk="0" h="10132" w="4299">
                  <a:moveTo>
                    <a:pt x="55" y="0"/>
                  </a:moveTo>
                  <a:cubicBezTo>
                    <a:pt x="1" y="0"/>
                    <a:pt x="1" y="88"/>
                    <a:pt x="55" y="88"/>
                  </a:cubicBezTo>
                  <a:cubicBezTo>
                    <a:pt x="440" y="88"/>
                    <a:pt x="823" y="186"/>
                    <a:pt x="1174" y="329"/>
                  </a:cubicBezTo>
                  <a:cubicBezTo>
                    <a:pt x="1580" y="483"/>
                    <a:pt x="1974" y="702"/>
                    <a:pt x="2325" y="954"/>
                  </a:cubicBezTo>
                  <a:cubicBezTo>
                    <a:pt x="2665" y="1185"/>
                    <a:pt x="2994" y="1470"/>
                    <a:pt x="3257" y="1787"/>
                  </a:cubicBezTo>
                  <a:cubicBezTo>
                    <a:pt x="3542" y="2138"/>
                    <a:pt x="3739" y="2555"/>
                    <a:pt x="3871" y="2983"/>
                  </a:cubicBezTo>
                  <a:cubicBezTo>
                    <a:pt x="4189" y="3947"/>
                    <a:pt x="4200" y="5010"/>
                    <a:pt x="4024" y="6009"/>
                  </a:cubicBezTo>
                  <a:cubicBezTo>
                    <a:pt x="3860" y="6962"/>
                    <a:pt x="3498" y="7960"/>
                    <a:pt x="2840" y="8684"/>
                  </a:cubicBezTo>
                  <a:cubicBezTo>
                    <a:pt x="2238" y="9352"/>
                    <a:pt x="1382" y="9824"/>
                    <a:pt x="505" y="10010"/>
                  </a:cubicBezTo>
                  <a:cubicBezTo>
                    <a:pt x="396" y="10021"/>
                    <a:pt x="297" y="10043"/>
                    <a:pt x="187" y="10054"/>
                  </a:cubicBezTo>
                  <a:cubicBezTo>
                    <a:pt x="136" y="10054"/>
                    <a:pt x="133" y="10132"/>
                    <a:pt x="178" y="10132"/>
                  </a:cubicBezTo>
                  <a:cubicBezTo>
                    <a:pt x="181" y="10132"/>
                    <a:pt x="184" y="10132"/>
                    <a:pt x="187" y="10131"/>
                  </a:cubicBezTo>
                  <a:cubicBezTo>
                    <a:pt x="1086" y="10043"/>
                    <a:pt x="1985" y="9605"/>
                    <a:pt x="2654" y="8991"/>
                  </a:cubicBezTo>
                  <a:cubicBezTo>
                    <a:pt x="3388" y="8322"/>
                    <a:pt x="3805" y="7357"/>
                    <a:pt x="4024" y="6403"/>
                  </a:cubicBezTo>
                  <a:cubicBezTo>
                    <a:pt x="4255" y="5405"/>
                    <a:pt x="4299" y="4331"/>
                    <a:pt x="4058" y="3322"/>
                  </a:cubicBezTo>
                  <a:cubicBezTo>
                    <a:pt x="3937" y="2851"/>
                    <a:pt x="3761" y="2369"/>
                    <a:pt x="3487" y="1974"/>
                  </a:cubicBezTo>
                  <a:cubicBezTo>
                    <a:pt x="3257" y="1634"/>
                    <a:pt x="2961" y="1338"/>
                    <a:pt x="2643" y="1085"/>
                  </a:cubicBezTo>
                  <a:cubicBezTo>
                    <a:pt x="2292" y="812"/>
                    <a:pt x="1909" y="571"/>
                    <a:pt x="1503" y="373"/>
                  </a:cubicBezTo>
                  <a:cubicBezTo>
                    <a:pt x="1130" y="208"/>
                    <a:pt x="735" y="66"/>
                    <a:pt x="330" y="22"/>
                  </a:cubicBezTo>
                  <a:cubicBezTo>
                    <a:pt x="231" y="11"/>
                    <a:pt x="143" y="0"/>
                    <a:pt x="55" y="0"/>
                  </a:cubicBezTo>
                  <a:close/>
                </a:path>
              </a:pathLst>
            </a:custGeom>
            <a:solidFill>
              <a:srgbClr val="7BB93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a:off x="3601975" y="3246875"/>
              <a:ext cx="253025" cy="1925"/>
            </a:xfrm>
            <a:custGeom>
              <a:rect b="b" l="l" r="r" t="t"/>
              <a:pathLst>
                <a:path extrusionOk="0" h="77" w="10121">
                  <a:moveTo>
                    <a:pt x="45" y="0"/>
                  </a:moveTo>
                  <a:cubicBezTo>
                    <a:pt x="1" y="0"/>
                    <a:pt x="1" y="77"/>
                    <a:pt x="45" y="77"/>
                  </a:cubicBezTo>
                  <a:lnTo>
                    <a:pt x="10066" y="77"/>
                  </a:lnTo>
                  <a:cubicBezTo>
                    <a:pt x="10121" y="77"/>
                    <a:pt x="10121" y="0"/>
                    <a:pt x="10066" y="0"/>
                  </a:cubicBezTo>
                  <a:close/>
                </a:path>
              </a:pathLst>
            </a:custGeom>
            <a:solidFill>
              <a:srgbClr val="7BB93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1"/>
            <p:cNvSpPr/>
            <p:nvPr/>
          </p:nvSpPr>
          <p:spPr>
            <a:xfrm>
              <a:off x="3621175" y="3175750"/>
              <a:ext cx="212450" cy="2175"/>
            </a:xfrm>
            <a:custGeom>
              <a:rect b="b" l="l" r="r" t="t"/>
              <a:pathLst>
                <a:path extrusionOk="0" h="87" w="8498">
                  <a:moveTo>
                    <a:pt x="176" y="0"/>
                  </a:moveTo>
                  <a:cubicBezTo>
                    <a:pt x="139" y="0"/>
                    <a:pt x="103" y="2"/>
                    <a:pt x="66" y="5"/>
                  </a:cubicBezTo>
                  <a:lnTo>
                    <a:pt x="55" y="5"/>
                  </a:lnTo>
                  <a:cubicBezTo>
                    <a:pt x="0" y="5"/>
                    <a:pt x="0" y="82"/>
                    <a:pt x="55" y="82"/>
                  </a:cubicBezTo>
                  <a:lnTo>
                    <a:pt x="8103" y="82"/>
                  </a:lnTo>
                  <a:cubicBezTo>
                    <a:pt x="8176" y="82"/>
                    <a:pt x="8249" y="87"/>
                    <a:pt x="8322" y="87"/>
                  </a:cubicBezTo>
                  <a:cubicBezTo>
                    <a:pt x="8359" y="87"/>
                    <a:pt x="8395" y="86"/>
                    <a:pt x="8432" y="82"/>
                  </a:cubicBezTo>
                  <a:lnTo>
                    <a:pt x="8442" y="82"/>
                  </a:lnTo>
                  <a:cubicBezTo>
                    <a:pt x="8498" y="82"/>
                    <a:pt x="8498" y="5"/>
                    <a:pt x="8442" y="5"/>
                  </a:cubicBezTo>
                  <a:lnTo>
                    <a:pt x="395" y="5"/>
                  </a:lnTo>
                  <a:cubicBezTo>
                    <a:pt x="322" y="5"/>
                    <a:pt x="249" y="0"/>
                    <a:pt x="176" y="0"/>
                  </a:cubicBezTo>
                  <a:close/>
                </a:path>
              </a:pathLst>
            </a:custGeom>
            <a:solidFill>
              <a:srgbClr val="7BB93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1"/>
            <p:cNvSpPr/>
            <p:nvPr/>
          </p:nvSpPr>
          <p:spPr>
            <a:xfrm>
              <a:off x="3629675" y="3317850"/>
              <a:ext cx="196275" cy="2225"/>
            </a:xfrm>
            <a:custGeom>
              <a:rect b="b" l="l" r="r" t="t"/>
              <a:pathLst>
                <a:path extrusionOk="0" h="89" w="7851">
                  <a:moveTo>
                    <a:pt x="44" y="0"/>
                  </a:moveTo>
                  <a:cubicBezTo>
                    <a:pt x="1" y="0"/>
                    <a:pt x="1" y="88"/>
                    <a:pt x="44" y="88"/>
                  </a:cubicBezTo>
                  <a:lnTo>
                    <a:pt x="7795" y="88"/>
                  </a:lnTo>
                  <a:cubicBezTo>
                    <a:pt x="7851" y="88"/>
                    <a:pt x="7851" y="0"/>
                    <a:pt x="7795" y="0"/>
                  </a:cubicBezTo>
                  <a:close/>
                </a:path>
              </a:pathLst>
            </a:custGeom>
            <a:solidFill>
              <a:srgbClr val="7BB93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 name="Google Shape;150;p11"/>
          <p:cNvGrpSpPr/>
          <p:nvPr/>
        </p:nvGrpSpPr>
        <p:grpSpPr>
          <a:xfrm rot="5400000">
            <a:off x="870474" y="-54062"/>
            <a:ext cx="416587" cy="977813"/>
            <a:chOff x="8555949" y="425163"/>
            <a:chExt cx="416587" cy="977813"/>
          </a:xfrm>
        </p:grpSpPr>
        <p:sp>
          <p:nvSpPr>
            <p:cNvPr id="151" name="Google Shape;151;p11"/>
            <p:cNvSpPr/>
            <p:nvPr/>
          </p:nvSpPr>
          <p:spPr>
            <a:xfrm>
              <a:off x="8630075" y="984025"/>
              <a:ext cx="135900" cy="135900"/>
            </a:xfrm>
            <a:prstGeom prst="plus">
              <a:avLst>
                <a:gd fmla="val 4390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a:off x="8862861" y="1309675"/>
              <a:ext cx="93300" cy="933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a:off x="8879236" y="425163"/>
              <a:ext cx="93300" cy="933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1"/>
            <p:cNvSpPr/>
            <p:nvPr/>
          </p:nvSpPr>
          <p:spPr>
            <a:xfrm>
              <a:off x="8555949" y="1267400"/>
              <a:ext cx="54900" cy="54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5" name="Google Shape;155;p11"/>
          <p:cNvGrpSpPr/>
          <p:nvPr/>
        </p:nvGrpSpPr>
        <p:grpSpPr>
          <a:xfrm rot="5400000">
            <a:off x="8418693" y="3907744"/>
            <a:ext cx="1238412" cy="385925"/>
            <a:chOff x="8251149" y="734000"/>
            <a:chExt cx="1238412" cy="385925"/>
          </a:xfrm>
        </p:grpSpPr>
        <p:sp>
          <p:nvSpPr>
            <p:cNvPr id="156" name="Google Shape;156;p11"/>
            <p:cNvSpPr/>
            <p:nvPr/>
          </p:nvSpPr>
          <p:spPr>
            <a:xfrm>
              <a:off x="8630075" y="984025"/>
              <a:ext cx="135900" cy="135900"/>
            </a:xfrm>
            <a:prstGeom prst="plus">
              <a:avLst>
                <a:gd fmla="val 4390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a:off x="9396261" y="928675"/>
              <a:ext cx="93300" cy="933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a:off x="9031636" y="806163"/>
              <a:ext cx="93300" cy="933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1"/>
            <p:cNvSpPr/>
            <p:nvPr/>
          </p:nvSpPr>
          <p:spPr>
            <a:xfrm>
              <a:off x="8251149" y="734000"/>
              <a:ext cx="54900" cy="54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60" name="Google Shape;160;p11"/>
          <p:cNvPicPr preferRelativeResize="0"/>
          <p:nvPr/>
        </p:nvPicPr>
        <p:blipFill>
          <a:blip r:embed="rId2">
            <a:alphaModFix amt="10000"/>
          </a:blip>
          <a:stretch>
            <a:fillRect/>
          </a:stretch>
        </p:blipFill>
        <p:spPr>
          <a:xfrm>
            <a:off x="2143862" y="168937"/>
            <a:ext cx="4856277" cy="4805626"/>
          </a:xfrm>
          <a:prstGeom prst="rect">
            <a:avLst/>
          </a:prstGeom>
          <a:noFill/>
          <a:ln>
            <a:noFill/>
          </a:ln>
        </p:spPr>
      </p:pic>
      <p:sp>
        <p:nvSpPr>
          <p:cNvPr id="161" name="Google Shape;161;p11"/>
          <p:cNvSpPr txBox="1"/>
          <p:nvPr>
            <p:ph hasCustomPrompt="1" type="title"/>
          </p:nvPr>
        </p:nvSpPr>
        <p:spPr>
          <a:xfrm>
            <a:off x="998550" y="1492198"/>
            <a:ext cx="7146900" cy="1662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600"/>
              <a:buNone/>
              <a:defRPr sz="1600">
                <a:solidFill>
                  <a:schemeClr val="lt1"/>
                </a:solidFill>
              </a:defRPr>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62" name="Shape 16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63" name="Shape 163"/>
        <p:cNvGrpSpPr/>
        <p:nvPr/>
      </p:nvGrpSpPr>
      <p:grpSpPr>
        <a:xfrm>
          <a:off x="0" y="0"/>
          <a:ext cx="0" cy="0"/>
          <a:chOff x="0" y="0"/>
          <a:chExt cx="0" cy="0"/>
        </a:xfrm>
      </p:grpSpPr>
      <p:sp>
        <p:nvSpPr>
          <p:cNvPr id="164" name="Google Shape;164;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65" name="Google Shape;165;p13"/>
          <p:cNvSpPr txBox="1"/>
          <p:nvPr>
            <p:ph hasCustomPrompt="1" idx="2" type="title"/>
          </p:nvPr>
        </p:nvSpPr>
        <p:spPr>
          <a:xfrm>
            <a:off x="720000" y="1328475"/>
            <a:ext cx="8523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44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6" name="Google Shape;166;p13"/>
          <p:cNvSpPr txBox="1"/>
          <p:nvPr>
            <p:ph hasCustomPrompt="1" idx="3" type="title"/>
          </p:nvPr>
        </p:nvSpPr>
        <p:spPr>
          <a:xfrm>
            <a:off x="720000" y="3141246"/>
            <a:ext cx="8523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44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7" name="Google Shape;167;p13"/>
          <p:cNvSpPr txBox="1"/>
          <p:nvPr>
            <p:ph hasCustomPrompt="1" idx="4" type="title"/>
          </p:nvPr>
        </p:nvSpPr>
        <p:spPr>
          <a:xfrm>
            <a:off x="3419250" y="1328475"/>
            <a:ext cx="8523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44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8" name="Google Shape;168;p13"/>
          <p:cNvSpPr txBox="1"/>
          <p:nvPr>
            <p:ph hasCustomPrompt="1" idx="5" type="title"/>
          </p:nvPr>
        </p:nvSpPr>
        <p:spPr>
          <a:xfrm>
            <a:off x="3419250" y="3141246"/>
            <a:ext cx="8523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44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9" name="Google Shape;169;p13"/>
          <p:cNvSpPr txBox="1"/>
          <p:nvPr>
            <p:ph hasCustomPrompt="1" idx="6" type="title"/>
          </p:nvPr>
        </p:nvSpPr>
        <p:spPr>
          <a:xfrm>
            <a:off x="6118500" y="1328475"/>
            <a:ext cx="8523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44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70" name="Google Shape;170;p13"/>
          <p:cNvSpPr txBox="1"/>
          <p:nvPr>
            <p:ph hasCustomPrompt="1" idx="7" type="title"/>
          </p:nvPr>
        </p:nvSpPr>
        <p:spPr>
          <a:xfrm>
            <a:off x="6118500" y="3141246"/>
            <a:ext cx="8523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44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71" name="Google Shape;171;p13"/>
          <p:cNvSpPr txBox="1"/>
          <p:nvPr>
            <p:ph idx="1" type="subTitle"/>
          </p:nvPr>
        </p:nvSpPr>
        <p:spPr>
          <a:xfrm>
            <a:off x="720000" y="1925975"/>
            <a:ext cx="2305500" cy="865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600">
                <a:solidFill>
                  <a:schemeClr val="dk1"/>
                </a:solidFill>
                <a:latin typeface="Bakbak One"/>
                <a:ea typeface="Bakbak One"/>
                <a:cs typeface="Bakbak One"/>
                <a:sym typeface="Bakbak On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72" name="Google Shape;172;p13"/>
          <p:cNvSpPr txBox="1"/>
          <p:nvPr>
            <p:ph idx="8" type="subTitle"/>
          </p:nvPr>
        </p:nvSpPr>
        <p:spPr>
          <a:xfrm>
            <a:off x="3419250" y="1925975"/>
            <a:ext cx="2305500" cy="865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600">
                <a:solidFill>
                  <a:schemeClr val="dk1"/>
                </a:solidFill>
                <a:latin typeface="Bakbak One"/>
                <a:ea typeface="Bakbak One"/>
                <a:cs typeface="Bakbak One"/>
                <a:sym typeface="Bakbak On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73" name="Google Shape;173;p13"/>
          <p:cNvSpPr txBox="1"/>
          <p:nvPr>
            <p:ph idx="9" type="subTitle"/>
          </p:nvPr>
        </p:nvSpPr>
        <p:spPr>
          <a:xfrm>
            <a:off x="6118500" y="1925975"/>
            <a:ext cx="2305500" cy="865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600">
                <a:solidFill>
                  <a:schemeClr val="dk1"/>
                </a:solidFill>
                <a:latin typeface="Bakbak One"/>
                <a:ea typeface="Bakbak One"/>
                <a:cs typeface="Bakbak One"/>
                <a:sym typeface="Bakbak On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74" name="Google Shape;174;p13"/>
          <p:cNvSpPr txBox="1"/>
          <p:nvPr>
            <p:ph idx="13" type="subTitle"/>
          </p:nvPr>
        </p:nvSpPr>
        <p:spPr>
          <a:xfrm>
            <a:off x="720000" y="3738800"/>
            <a:ext cx="2305500" cy="865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600">
                <a:solidFill>
                  <a:schemeClr val="dk1"/>
                </a:solidFill>
                <a:latin typeface="Bakbak One"/>
                <a:ea typeface="Bakbak One"/>
                <a:cs typeface="Bakbak One"/>
                <a:sym typeface="Bakbak On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75" name="Google Shape;175;p13"/>
          <p:cNvSpPr txBox="1"/>
          <p:nvPr>
            <p:ph idx="14" type="subTitle"/>
          </p:nvPr>
        </p:nvSpPr>
        <p:spPr>
          <a:xfrm>
            <a:off x="3419250" y="3738800"/>
            <a:ext cx="2305500" cy="865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600">
                <a:solidFill>
                  <a:schemeClr val="dk1"/>
                </a:solidFill>
                <a:latin typeface="Bakbak One"/>
                <a:ea typeface="Bakbak One"/>
                <a:cs typeface="Bakbak One"/>
                <a:sym typeface="Bakbak On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76" name="Google Shape;176;p13"/>
          <p:cNvSpPr txBox="1"/>
          <p:nvPr>
            <p:ph idx="15" type="subTitle"/>
          </p:nvPr>
        </p:nvSpPr>
        <p:spPr>
          <a:xfrm>
            <a:off x="6118500" y="3738800"/>
            <a:ext cx="2305500" cy="865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600">
                <a:solidFill>
                  <a:schemeClr val="dk1"/>
                </a:solidFill>
                <a:latin typeface="Bakbak One"/>
                <a:ea typeface="Bakbak One"/>
                <a:cs typeface="Bakbak One"/>
                <a:sym typeface="Bakbak On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77" name="Google Shape;177;p13"/>
          <p:cNvSpPr/>
          <p:nvPr/>
        </p:nvSpPr>
        <p:spPr>
          <a:xfrm rot="1095117">
            <a:off x="5801043" y="-393669"/>
            <a:ext cx="3899522" cy="1866023"/>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lt2"/>
            </a:solidFill>
            <a:prstDash val="lgDash"/>
            <a:round/>
            <a:headEnd len="med" w="med" type="none"/>
            <a:tailEnd len="med" w="med" type="none"/>
          </a:ln>
        </p:spPr>
      </p:sp>
      <p:sp>
        <p:nvSpPr>
          <p:cNvPr id="178" name="Google Shape;178;p13"/>
          <p:cNvSpPr/>
          <p:nvPr/>
        </p:nvSpPr>
        <p:spPr>
          <a:xfrm rot="10799680">
            <a:off x="-130646" y="4479036"/>
            <a:ext cx="4195445" cy="2007256"/>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lt2"/>
            </a:solidFill>
            <a:prstDash val="lgDash"/>
            <a:round/>
            <a:headEnd len="med" w="med" type="none"/>
            <a:tailEnd len="med" w="med" type="none"/>
          </a:ln>
        </p:spPr>
      </p:sp>
      <p:sp>
        <p:nvSpPr>
          <p:cNvPr id="179" name="Google Shape;179;p13"/>
          <p:cNvSpPr/>
          <p:nvPr/>
        </p:nvSpPr>
        <p:spPr>
          <a:xfrm>
            <a:off x="8562625" y="-288800"/>
            <a:ext cx="693775" cy="684750"/>
          </a:xfrm>
          <a:custGeom>
            <a:rect b="b" l="l" r="r" t="t"/>
            <a:pathLst>
              <a:path extrusionOk="0" h="27390" w="27751">
                <a:moveTo>
                  <a:pt x="27751" y="26316"/>
                </a:moveTo>
                <a:cubicBezTo>
                  <a:pt x="20672" y="29147"/>
                  <a:pt x="10504" y="26049"/>
                  <a:pt x="5741" y="20096"/>
                </a:cubicBezTo>
                <a:cubicBezTo>
                  <a:pt x="1388" y="14656"/>
                  <a:pt x="3113" y="6232"/>
                  <a:pt x="0" y="0"/>
                </a:cubicBezTo>
              </a:path>
            </a:pathLst>
          </a:custGeom>
          <a:noFill/>
          <a:ln cap="flat" cmpd="sng" w="9525">
            <a:solidFill>
              <a:schemeClr val="lt2"/>
            </a:solidFill>
            <a:prstDash val="lgDash"/>
            <a:round/>
            <a:headEnd len="med" w="med" type="none"/>
            <a:tailEnd len="med" w="med" type="none"/>
          </a:ln>
        </p:spPr>
      </p:sp>
      <p:sp>
        <p:nvSpPr>
          <p:cNvPr id="180" name="Google Shape;180;p13"/>
          <p:cNvSpPr/>
          <p:nvPr/>
        </p:nvSpPr>
        <p:spPr>
          <a:xfrm rot="5400000">
            <a:off x="8198450" y="3915325"/>
            <a:ext cx="2405873" cy="2374576"/>
          </a:xfrm>
          <a:custGeom>
            <a:rect b="b" l="l" r="r" t="t"/>
            <a:pathLst>
              <a:path extrusionOk="0" h="27390" w="27751">
                <a:moveTo>
                  <a:pt x="27751" y="26316"/>
                </a:moveTo>
                <a:cubicBezTo>
                  <a:pt x="20672" y="29147"/>
                  <a:pt x="10504" y="26049"/>
                  <a:pt x="5741" y="20096"/>
                </a:cubicBezTo>
                <a:cubicBezTo>
                  <a:pt x="1388" y="14656"/>
                  <a:pt x="3113" y="6232"/>
                  <a:pt x="0" y="0"/>
                </a:cubicBezTo>
              </a:path>
            </a:pathLst>
          </a:custGeom>
          <a:noFill/>
          <a:ln cap="flat" cmpd="sng" w="9525">
            <a:solidFill>
              <a:schemeClr val="lt2"/>
            </a:solidFill>
            <a:prstDash val="lgDash"/>
            <a:round/>
            <a:headEnd len="med" w="med" type="none"/>
            <a:tailEnd len="med" w="med" type="none"/>
          </a:ln>
        </p:spPr>
      </p:sp>
      <p:sp>
        <p:nvSpPr>
          <p:cNvPr id="181" name="Google Shape;181;p13"/>
          <p:cNvSpPr/>
          <p:nvPr/>
        </p:nvSpPr>
        <p:spPr>
          <a:xfrm rot="-2499097">
            <a:off x="-356375" y="-879421"/>
            <a:ext cx="3899477" cy="1866001"/>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lt2"/>
            </a:solidFill>
            <a:prstDash val="lgDash"/>
            <a:round/>
            <a:headEnd len="med" w="med" type="none"/>
            <a:tailEnd len="med" w="med" type="none"/>
          </a:ln>
        </p:spPr>
      </p:sp>
      <p:sp>
        <p:nvSpPr>
          <p:cNvPr id="182" name="Google Shape;182;p13"/>
          <p:cNvSpPr/>
          <p:nvPr/>
        </p:nvSpPr>
        <p:spPr>
          <a:xfrm>
            <a:off x="8569919" y="792083"/>
            <a:ext cx="679193" cy="170205"/>
          </a:xfrm>
          <a:custGeom>
            <a:rect b="b" l="l" r="r" t="t"/>
            <a:pathLst>
              <a:path extrusionOk="0" h="1569" w="6261">
                <a:moveTo>
                  <a:pt x="4049" y="1"/>
                </a:moveTo>
                <a:cubicBezTo>
                  <a:pt x="3686" y="1"/>
                  <a:pt x="3325" y="221"/>
                  <a:pt x="3169" y="560"/>
                </a:cubicBezTo>
                <a:cubicBezTo>
                  <a:pt x="2982" y="411"/>
                  <a:pt x="2745" y="333"/>
                  <a:pt x="2505" y="333"/>
                </a:cubicBezTo>
                <a:cubicBezTo>
                  <a:pt x="2392" y="333"/>
                  <a:pt x="2279" y="350"/>
                  <a:pt x="2171" y="385"/>
                </a:cubicBezTo>
                <a:cubicBezTo>
                  <a:pt x="1842" y="494"/>
                  <a:pt x="1579" y="779"/>
                  <a:pt x="1491" y="1120"/>
                </a:cubicBezTo>
                <a:cubicBezTo>
                  <a:pt x="1323" y="943"/>
                  <a:pt x="1084" y="837"/>
                  <a:pt x="843" y="837"/>
                </a:cubicBezTo>
                <a:cubicBezTo>
                  <a:pt x="770" y="837"/>
                  <a:pt x="697" y="847"/>
                  <a:pt x="625" y="867"/>
                </a:cubicBezTo>
                <a:cubicBezTo>
                  <a:pt x="319" y="944"/>
                  <a:pt x="66" y="1196"/>
                  <a:pt x="0" y="1503"/>
                </a:cubicBezTo>
                <a:lnTo>
                  <a:pt x="6239" y="1569"/>
                </a:lnTo>
                <a:cubicBezTo>
                  <a:pt x="6261" y="1273"/>
                  <a:pt x="6096" y="977"/>
                  <a:pt x="5844" y="823"/>
                </a:cubicBezTo>
                <a:cubicBezTo>
                  <a:pt x="5723" y="749"/>
                  <a:pt x="5581" y="714"/>
                  <a:pt x="5438" y="714"/>
                </a:cubicBezTo>
                <a:cubicBezTo>
                  <a:pt x="5285" y="714"/>
                  <a:pt x="5131" y="755"/>
                  <a:pt x="5000" y="835"/>
                </a:cubicBezTo>
                <a:cubicBezTo>
                  <a:pt x="4945" y="418"/>
                  <a:pt x="4594" y="67"/>
                  <a:pt x="4188" y="12"/>
                </a:cubicBezTo>
                <a:cubicBezTo>
                  <a:pt x="4142" y="4"/>
                  <a:pt x="4095" y="1"/>
                  <a:pt x="4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3"/>
          <p:cNvSpPr/>
          <p:nvPr/>
        </p:nvSpPr>
        <p:spPr>
          <a:xfrm>
            <a:off x="-247631" y="1328483"/>
            <a:ext cx="679193" cy="170205"/>
          </a:xfrm>
          <a:custGeom>
            <a:rect b="b" l="l" r="r" t="t"/>
            <a:pathLst>
              <a:path extrusionOk="0" h="1569" w="6261">
                <a:moveTo>
                  <a:pt x="4049" y="1"/>
                </a:moveTo>
                <a:cubicBezTo>
                  <a:pt x="3686" y="1"/>
                  <a:pt x="3325" y="221"/>
                  <a:pt x="3169" y="560"/>
                </a:cubicBezTo>
                <a:cubicBezTo>
                  <a:pt x="2982" y="411"/>
                  <a:pt x="2745" y="333"/>
                  <a:pt x="2505" y="333"/>
                </a:cubicBezTo>
                <a:cubicBezTo>
                  <a:pt x="2392" y="333"/>
                  <a:pt x="2279" y="350"/>
                  <a:pt x="2171" y="385"/>
                </a:cubicBezTo>
                <a:cubicBezTo>
                  <a:pt x="1842" y="494"/>
                  <a:pt x="1579" y="779"/>
                  <a:pt x="1491" y="1120"/>
                </a:cubicBezTo>
                <a:cubicBezTo>
                  <a:pt x="1323" y="943"/>
                  <a:pt x="1084" y="837"/>
                  <a:pt x="843" y="837"/>
                </a:cubicBezTo>
                <a:cubicBezTo>
                  <a:pt x="770" y="837"/>
                  <a:pt x="697" y="847"/>
                  <a:pt x="625" y="867"/>
                </a:cubicBezTo>
                <a:cubicBezTo>
                  <a:pt x="319" y="944"/>
                  <a:pt x="66" y="1196"/>
                  <a:pt x="0" y="1503"/>
                </a:cubicBezTo>
                <a:lnTo>
                  <a:pt x="6239" y="1569"/>
                </a:lnTo>
                <a:cubicBezTo>
                  <a:pt x="6261" y="1273"/>
                  <a:pt x="6096" y="977"/>
                  <a:pt x="5844" y="823"/>
                </a:cubicBezTo>
                <a:cubicBezTo>
                  <a:pt x="5723" y="749"/>
                  <a:pt x="5581" y="714"/>
                  <a:pt x="5438" y="714"/>
                </a:cubicBezTo>
                <a:cubicBezTo>
                  <a:pt x="5285" y="714"/>
                  <a:pt x="5131" y="755"/>
                  <a:pt x="5000" y="835"/>
                </a:cubicBezTo>
                <a:cubicBezTo>
                  <a:pt x="4945" y="418"/>
                  <a:pt x="4594" y="67"/>
                  <a:pt x="4188" y="12"/>
                </a:cubicBezTo>
                <a:cubicBezTo>
                  <a:pt x="4142" y="4"/>
                  <a:pt x="4095" y="1"/>
                  <a:pt x="4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3"/>
          <p:cNvSpPr/>
          <p:nvPr/>
        </p:nvSpPr>
        <p:spPr>
          <a:xfrm>
            <a:off x="6970800" y="4870899"/>
            <a:ext cx="679178" cy="170225"/>
          </a:xfrm>
          <a:custGeom>
            <a:rect b="b" l="l" r="r" t="t"/>
            <a:pathLst>
              <a:path extrusionOk="0" h="1569" w="6261">
                <a:moveTo>
                  <a:pt x="4049" y="1"/>
                </a:moveTo>
                <a:cubicBezTo>
                  <a:pt x="3686" y="1"/>
                  <a:pt x="3325" y="221"/>
                  <a:pt x="3169" y="560"/>
                </a:cubicBezTo>
                <a:cubicBezTo>
                  <a:pt x="2982" y="411"/>
                  <a:pt x="2745" y="333"/>
                  <a:pt x="2505" y="333"/>
                </a:cubicBezTo>
                <a:cubicBezTo>
                  <a:pt x="2392" y="333"/>
                  <a:pt x="2279" y="350"/>
                  <a:pt x="2171" y="385"/>
                </a:cubicBezTo>
                <a:cubicBezTo>
                  <a:pt x="1842" y="494"/>
                  <a:pt x="1579" y="779"/>
                  <a:pt x="1491" y="1120"/>
                </a:cubicBezTo>
                <a:cubicBezTo>
                  <a:pt x="1323" y="943"/>
                  <a:pt x="1084" y="837"/>
                  <a:pt x="843" y="837"/>
                </a:cubicBezTo>
                <a:cubicBezTo>
                  <a:pt x="770" y="837"/>
                  <a:pt x="697" y="847"/>
                  <a:pt x="625" y="867"/>
                </a:cubicBezTo>
                <a:cubicBezTo>
                  <a:pt x="319" y="944"/>
                  <a:pt x="66" y="1196"/>
                  <a:pt x="0" y="1503"/>
                </a:cubicBezTo>
                <a:lnTo>
                  <a:pt x="6239" y="1569"/>
                </a:lnTo>
                <a:cubicBezTo>
                  <a:pt x="6261" y="1273"/>
                  <a:pt x="6096" y="977"/>
                  <a:pt x="5844" y="823"/>
                </a:cubicBezTo>
                <a:cubicBezTo>
                  <a:pt x="5723" y="749"/>
                  <a:pt x="5581" y="714"/>
                  <a:pt x="5438" y="714"/>
                </a:cubicBezTo>
                <a:cubicBezTo>
                  <a:pt x="5285" y="714"/>
                  <a:pt x="5131" y="755"/>
                  <a:pt x="5000" y="835"/>
                </a:cubicBezTo>
                <a:cubicBezTo>
                  <a:pt x="4945" y="418"/>
                  <a:pt x="4594" y="67"/>
                  <a:pt x="4188" y="12"/>
                </a:cubicBezTo>
                <a:cubicBezTo>
                  <a:pt x="4142" y="4"/>
                  <a:pt x="4095" y="1"/>
                  <a:pt x="4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5" name="Google Shape;185;p13"/>
          <p:cNvGrpSpPr/>
          <p:nvPr/>
        </p:nvGrpSpPr>
        <p:grpSpPr>
          <a:xfrm>
            <a:off x="265001" y="4781610"/>
            <a:ext cx="210596" cy="210596"/>
            <a:chOff x="777346" y="3496226"/>
            <a:chExt cx="356700" cy="356700"/>
          </a:xfrm>
        </p:grpSpPr>
        <p:sp>
          <p:nvSpPr>
            <p:cNvPr id="186" name="Google Shape;186;p13">
              <a:hlinkClick action="ppaction://hlinkshowjump?jump=nextslide"/>
            </p:cNvPr>
            <p:cNvSpPr/>
            <p:nvPr/>
          </p:nvSpPr>
          <p:spPr>
            <a:xfrm>
              <a:off x="777346" y="3496226"/>
              <a:ext cx="356700" cy="356700"/>
            </a:xfrm>
            <a:prstGeom prst="ellipse">
              <a:avLst/>
            </a:prstGeom>
            <a:solidFill>
              <a:schemeClr val="lt1"/>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7" name="Google Shape;187;p13"/>
            <p:cNvGrpSpPr/>
            <p:nvPr/>
          </p:nvGrpSpPr>
          <p:grpSpPr>
            <a:xfrm>
              <a:off x="831727" y="3588720"/>
              <a:ext cx="247883" cy="171668"/>
              <a:chOff x="-797260" y="3184175"/>
              <a:chExt cx="502500" cy="348000"/>
            </a:xfrm>
          </p:grpSpPr>
          <p:cxnSp>
            <p:nvCxnSpPr>
              <p:cNvPr id="188" name="Google Shape;188;p13"/>
              <p:cNvCxnSpPr/>
              <p:nvPr/>
            </p:nvCxnSpPr>
            <p:spPr>
              <a:xfrm>
                <a:off x="-797260" y="3361225"/>
                <a:ext cx="502500" cy="0"/>
              </a:xfrm>
              <a:prstGeom prst="straightConnector1">
                <a:avLst/>
              </a:prstGeom>
              <a:noFill/>
              <a:ln cap="flat" cmpd="sng" w="9525">
                <a:solidFill>
                  <a:schemeClr val="accent2"/>
                </a:solidFill>
                <a:prstDash val="solid"/>
                <a:round/>
                <a:headEnd len="med" w="med" type="none"/>
                <a:tailEnd len="med" w="med" type="none"/>
              </a:ln>
            </p:spPr>
          </p:cxnSp>
          <p:cxnSp>
            <p:nvCxnSpPr>
              <p:cNvPr id="189" name="Google Shape;189;p13"/>
              <p:cNvCxnSpPr/>
              <p:nvPr/>
            </p:nvCxnSpPr>
            <p:spPr>
              <a:xfrm>
                <a:off x="-471875" y="3184175"/>
                <a:ext cx="174000" cy="174000"/>
              </a:xfrm>
              <a:prstGeom prst="straightConnector1">
                <a:avLst/>
              </a:prstGeom>
              <a:noFill/>
              <a:ln cap="flat" cmpd="sng" w="9525">
                <a:solidFill>
                  <a:schemeClr val="accent2"/>
                </a:solidFill>
                <a:prstDash val="solid"/>
                <a:round/>
                <a:headEnd len="med" w="med" type="none"/>
                <a:tailEnd len="med" w="med" type="none"/>
              </a:ln>
            </p:spPr>
          </p:cxnSp>
          <p:cxnSp>
            <p:nvCxnSpPr>
              <p:cNvPr id="190" name="Google Shape;190;p13"/>
              <p:cNvCxnSpPr/>
              <p:nvPr/>
            </p:nvCxnSpPr>
            <p:spPr>
              <a:xfrm flipH="1" rot="10800000">
                <a:off x="-471875" y="3358175"/>
                <a:ext cx="174000" cy="174000"/>
              </a:xfrm>
              <a:prstGeom prst="straightConnector1">
                <a:avLst/>
              </a:prstGeom>
              <a:noFill/>
              <a:ln cap="flat" cmpd="sng" w="9525">
                <a:solidFill>
                  <a:schemeClr val="accent2"/>
                </a:solidFill>
                <a:prstDash val="solid"/>
                <a:round/>
                <a:headEnd len="med" w="med" type="none"/>
                <a:tailEnd len="med" w="med" type="none"/>
              </a:ln>
            </p:spPr>
          </p:cxnSp>
        </p:grpSp>
      </p:grpSp>
      <p:grpSp>
        <p:nvGrpSpPr>
          <p:cNvPr id="191" name="Google Shape;191;p13"/>
          <p:cNvGrpSpPr/>
          <p:nvPr/>
        </p:nvGrpSpPr>
        <p:grpSpPr>
          <a:xfrm rot="5400000">
            <a:off x="8079424" y="104713"/>
            <a:ext cx="568987" cy="596813"/>
            <a:chOff x="8555949" y="806163"/>
            <a:chExt cx="568987" cy="596813"/>
          </a:xfrm>
        </p:grpSpPr>
        <p:sp>
          <p:nvSpPr>
            <p:cNvPr id="192" name="Google Shape;192;p13"/>
            <p:cNvSpPr/>
            <p:nvPr/>
          </p:nvSpPr>
          <p:spPr>
            <a:xfrm>
              <a:off x="8630075" y="984025"/>
              <a:ext cx="135900" cy="135900"/>
            </a:xfrm>
            <a:prstGeom prst="plus">
              <a:avLst>
                <a:gd fmla="val 4390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3"/>
            <p:cNvSpPr/>
            <p:nvPr/>
          </p:nvSpPr>
          <p:spPr>
            <a:xfrm>
              <a:off x="8862861" y="1309675"/>
              <a:ext cx="93300" cy="93300"/>
            </a:xfrm>
            <a:prstGeom prst="ellipse">
              <a:avLst/>
            </a:prstGeom>
            <a:solidFill>
              <a:schemeClr val="lt1"/>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3"/>
            <p:cNvSpPr/>
            <p:nvPr/>
          </p:nvSpPr>
          <p:spPr>
            <a:xfrm>
              <a:off x="9031636" y="806163"/>
              <a:ext cx="93300" cy="93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3"/>
            <p:cNvSpPr/>
            <p:nvPr/>
          </p:nvSpPr>
          <p:spPr>
            <a:xfrm>
              <a:off x="8555949" y="1267400"/>
              <a:ext cx="54900" cy="54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6" name="Google Shape;196;p13"/>
          <p:cNvGrpSpPr/>
          <p:nvPr/>
        </p:nvGrpSpPr>
        <p:grpSpPr>
          <a:xfrm rot="5400000">
            <a:off x="-273432" y="3251019"/>
            <a:ext cx="1238412" cy="385925"/>
            <a:chOff x="8251149" y="734000"/>
            <a:chExt cx="1238412" cy="385925"/>
          </a:xfrm>
        </p:grpSpPr>
        <p:sp>
          <p:nvSpPr>
            <p:cNvPr id="197" name="Google Shape;197;p13"/>
            <p:cNvSpPr/>
            <p:nvPr/>
          </p:nvSpPr>
          <p:spPr>
            <a:xfrm>
              <a:off x="8630075" y="984025"/>
              <a:ext cx="135900" cy="135900"/>
            </a:xfrm>
            <a:prstGeom prst="plus">
              <a:avLst>
                <a:gd fmla="val 4390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3"/>
            <p:cNvSpPr/>
            <p:nvPr/>
          </p:nvSpPr>
          <p:spPr>
            <a:xfrm>
              <a:off x="9396261" y="928675"/>
              <a:ext cx="93300" cy="93300"/>
            </a:xfrm>
            <a:prstGeom prst="ellipse">
              <a:avLst/>
            </a:prstGeom>
            <a:solidFill>
              <a:schemeClr val="lt1"/>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3"/>
            <p:cNvSpPr/>
            <p:nvPr/>
          </p:nvSpPr>
          <p:spPr>
            <a:xfrm>
              <a:off x="9031636" y="806163"/>
              <a:ext cx="93300" cy="93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3"/>
            <p:cNvSpPr/>
            <p:nvPr/>
          </p:nvSpPr>
          <p:spPr>
            <a:xfrm>
              <a:off x="8251149" y="734000"/>
              <a:ext cx="54900" cy="54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201" name="Shape 201"/>
        <p:cNvGrpSpPr/>
        <p:nvPr/>
      </p:nvGrpSpPr>
      <p:grpSpPr>
        <a:xfrm>
          <a:off x="0" y="0"/>
          <a:ext cx="0" cy="0"/>
          <a:chOff x="0" y="0"/>
          <a:chExt cx="0" cy="0"/>
        </a:xfrm>
      </p:grpSpPr>
      <p:sp>
        <p:nvSpPr>
          <p:cNvPr id="202" name="Google Shape;202;p14"/>
          <p:cNvSpPr txBox="1"/>
          <p:nvPr>
            <p:ph type="title"/>
          </p:nvPr>
        </p:nvSpPr>
        <p:spPr>
          <a:xfrm>
            <a:off x="3557400" y="3100288"/>
            <a:ext cx="4360200" cy="5319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sz="24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203" name="Google Shape;203;p14"/>
          <p:cNvSpPr txBox="1"/>
          <p:nvPr>
            <p:ph idx="1" type="subTitle"/>
          </p:nvPr>
        </p:nvSpPr>
        <p:spPr>
          <a:xfrm>
            <a:off x="1226400" y="1511313"/>
            <a:ext cx="6691200" cy="1478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3000"/>
              <a:buNone/>
              <a:defRPr sz="2400"/>
            </a:lvl1pPr>
            <a:lvl2pPr lvl="1" rtl="0" algn="ctr">
              <a:lnSpc>
                <a:spcPct val="100000"/>
              </a:lnSpc>
              <a:spcBef>
                <a:spcPts val="0"/>
              </a:spcBef>
              <a:spcAft>
                <a:spcPts val="0"/>
              </a:spcAft>
              <a:buSzPts val="3000"/>
              <a:buNone/>
              <a:defRPr sz="3000"/>
            </a:lvl2pPr>
            <a:lvl3pPr lvl="2" rtl="0" algn="ctr">
              <a:lnSpc>
                <a:spcPct val="100000"/>
              </a:lnSpc>
              <a:spcBef>
                <a:spcPts val="1600"/>
              </a:spcBef>
              <a:spcAft>
                <a:spcPts val="0"/>
              </a:spcAft>
              <a:buSzPts val="3000"/>
              <a:buNone/>
              <a:defRPr sz="3000"/>
            </a:lvl3pPr>
            <a:lvl4pPr lvl="3" rtl="0" algn="ctr">
              <a:lnSpc>
                <a:spcPct val="100000"/>
              </a:lnSpc>
              <a:spcBef>
                <a:spcPts val="1600"/>
              </a:spcBef>
              <a:spcAft>
                <a:spcPts val="0"/>
              </a:spcAft>
              <a:buSzPts val="3000"/>
              <a:buNone/>
              <a:defRPr sz="3000"/>
            </a:lvl4pPr>
            <a:lvl5pPr lvl="4" rtl="0" algn="ctr">
              <a:lnSpc>
                <a:spcPct val="100000"/>
              </a:lnSpc>
              <a:spcBef>
                <a:spcPts val="1600"/>
              </a:spcBef>
              <a:spcAft>
                <a:spcPts val="0"/>
              </a:spcAft>
              <a:buSzPts val="3000"/>
              <a:buNone/>
              <a:defRPr sz="3000"/>
            </a:lvl5pPr>
            <a:lvl6pPr lvl="5" rtl="0" algn="ctr">
              <a:lnSpc>
                <a:spcPct val="100000"/>
              </a:lnSpc>
              <a:spcBef>
                <a:spcPts val="1600"/>
              </a:spcBef>
              <a:spcAft>
                <a:spcPts val="0"/>
              </a:spcAft>
              <a:buSzPts val="3000"/>
              <a:buNone/>
              <a:defRPr sz="3000"/>
            </a:lvl6pPr>
            <a:lvl7pPr lvl="6" rtl="0" algn="ctr">
              <a:lnSpc>
                <a:spcPct val="100000"/>
              </a:lnSpc>
              <a:spcBef>
                <a:spcPts val="1600"/>
              </a:spcBef>
              <a:spcAft>
                <a:spcPts val="0"/>
              </a:spcAft>
              <a:buSzPts val="3000"/>
              <a:buNone/>
              <a:defRPr sz="3000"/>
            </a:lvl7pPr>
            <a:lvl8pPr lvl="7" rtl="0" algn="ctr">
              <a:lnSpc>
                <a:spcPct val="100000"/>
              </a:lnSpc>
              <a:spcBef>
                <a:spcPts val="1600"/>
              </a:spcBef>
              <a:spcAft>
                <a:spcPts val="0"/>
              </a:spcAft>
              <a:buSzPts val="3000"/>
              <a:buNone/>
              <a:defRPr sz="3000"/>
            </a:lvl8pPr>
            <a:lvl9pPr lvl="8" rtl="0" algn="ctr">
              <a:lnSpc>
                <a:spcPct val="100000"/>
              </a:lnSpc>
              <a:spcBef>
                <a:spcPts val="1600"/>
              </a:spcBef>
              <a:spcAft>
                <a:spcPts val="1600"/>
              </a:spcAft>
              <a:buSzPts val="3000"/>
              <a:buNone/>
              <a:defRPr sz="3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bg>
      <p:bgPr>
        <a:solidFill>
          <a:schemeClr val="accent2"/>
        </a:solidFill>
      </p:bgPr>
    </p:bg>
    <p:spTree>
      <p:nvGrpSpPr>
        <p:cNvPr id="204" name="Shape 204"/>
        <p:cNvGrpSpPr/>
        <p:nvPr/>
      </p:nvGrpSpPr>
      <p:grpSpPr>
        <a:xfrm>
          <a:off x="0" y="0"/>
          <a:ext cx="0" cy="0"/>
          <a:chOff x="0" y="0"/>
          <a:chExt cx="0" cy="0"/>
        </a:xfrm>
      </p:grpSpPr>
      <p:sp>
        <p:nvSpPr>
          <p:cNvPr id="205" name="Google Shape;205;p15"/>
          <p:cNvSpPr txBox="1"/>
          <p:nvPr>
            <p:ph type="title"/>
          </p:nvPr>
        </p:nvSpPr>
        <p:spPr>
          <a:xfrm>
            <a:off x="6198475" y="2398350"/>
            <a:ext cx="2232300" cy="11466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500"/>
              <a:buNone/>
              <a:defRPr>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06" name="Google Shape;206;p15"/>
          <p:cNvSpPr txBox="1"/>
          <p:nvPr>
            <p:ph idx="1" type="subTitle"/>
          </p:nvPr>
        </p:nvSpPr>
        <p:spPr>
          <a:xfrm>
            <a:off x="6198475" y="3582000"/>
            <a:ext cx="2232300" cy="10269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200"/>
              <a:buNone/>
              <a:defRPr>
                <a:solidFill>
                  <a:schemeClr val="lt1"/>
                </a:solidFill>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07" name="Google Shape;207;p15"/>
          <p:cNvSpPr/>
          <p:nvPr/>
        </p:nvSpPr>
        <p:spPr>
          <a:xfrm rot="10799680">
            <a:off x="-385046" y="4604186"/>
            <a:ext cx="4195445" cy="2007256"/>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lt2"/>
            </a:solidFill>
            <a:prstDash val="lgDash"/>
            <a:round/>
            <a:headEnd len="med" w="med" type="none"/>
            <a:tailEnd len="med" w="med" type="none"/>
          </a:ln>
        </p:spPr>
      </p:sp>
      <p:sp>
        <p:nvSpPr>
          <p:cNvPr id="208" name="Google Shape;208;p15"/>
          <p:cNvSpPr/>
          <p:nvPr/>
        </p:nvSpPr>
        <p:spPr>
          <a:xfrm>
            <a:off x="8299225" y="-106700"/>
            <a:ext cx="3899475" cy="1866000"/>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lt2"/>
            </a:solidFill>
            <a:prstDash val="lgDash"/>
            <a:round/>
            <a:headEnd len="med" w="med" type="none"/>
            <a:tailEnd len="med" w="med" type="none"/>
          </a:ln>
        </p:spPr>
      </p:sp>
      <p:sp>
        <p:nvSpPr>
          <p:cNvPr id="209" name="Google Shape;209;p15"/>
          <p:cNvSpPr/>
          <p:nvPr/>
        </p:nvSpPr>
        <p:spPr>
          <a:xfrm rot="10799680">
            <a:off x="5421629" y="-106514"/>
            <a:ext cx="4195445" cy="2007256"/>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lt2"/>
            </a:solidFill>
            <a:prstDash val="lgDash"/>
            <a:round/>
            <a:headEnd len="med" w="med" type="none"/>
            <a:tailEnd len="med" w="med" type="none"/>
          </a:ln>
        </p:spPr>
      </p:sp>
      <p:sp>
        <p:nvSpPr>
          <p:cNvPr id="210" name="Google Shape;210;p15"/>
          <p:cNvSpPr/>
          <p:nvPr/>
        </p:nvSpPr>
        <p:spPr>
          <a:xfrm rot="7850356">
            <a:off x="7845757" y="3364383"/>
            <a:ext cx="4195605" cy="2007424"/>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lt2"/>
            </a:solidFill>
            <a:prstDash val="lgDash"/>
            <a:round/>
            <a:headEnd len="med" w="med" type="none"/>
            <a:tailEnd len="med" w="med" type="none"/>
          </a:ln>
        </p:spPr>
      </p:sp>
      <p:sp>
        <p:nvSpPr>
          <p:cNvPr id="211" name="Google Shape;211;p15"/>
          <p:cNvSpPr/>
          <p:nvPr/>
        </p:nvSpPr>
        <p:spPr>
          <a:xfrm flipH="1">
            <a:off x="8794254" y="2124546"/>
            <a:ext cx="679193" cy="170205"/>
          </a:xfrm>
          <a:custGeom>
            <a:rect b="b" l="l" r="r" t="t"/>
            <a:pathLst>
              <a:path extrusionOk="0" h="1569" w="6261">
                <a:moveTo>
                  <a:pt x="4049" y="1"/>
                </a:moveTo>
                <a:cubicBezTo>
                  <a:pt x="3686" y="1"/>
                  <a:pt x="3325" y="221"/>
                  <a:pt x="3169" y="560"/>
                </a:cubicBezTo>
                <a:cubicBezTo>
                  <a:pt x="2982" y="411"/>
                  <a:pt x="2745" y="333"/>
                  <a:pt x="2505" y="333"/>
                </a:cubicBezTo>
                <a:cubicBezTo>
                  <a:pt x="2392" y="333"/>
                  <a:pt x="2279" y="350"/>
                  <a:pt x="2171" y="385"/>
                </a:cubicBezTo>
                <a:cubicBezTo>
                  <a:pt x="1842" y="494"/>
                  <a:pt x="1579" y="779"/>
                  <a:pt x="1491" y="1120"/>
                </a:cubicBezTo>
                <a:cubicBezTo>
                  <a:pt x="1323" y="943"/>
                  <a:pt x="1084" y="837"/>
                  <a:pt x="843" y="837"/>
                </a:cubicBezTo>
                <a:cubicBezTo>
                  <a:pt x="770" y="837"/>
                  <a:pt x="697" y="847"/>
                  <a:pt x="625" y="867"/>
                </a:cubicBezTo>
                <a:cubicBezTo>
                  <a:pt x="319" y="944"/>
                  <a:pt x="66" y="1196"/>
                  <a:pt x="0" y="1503"/>
                </a:cubicBezTo>
                <a:lnTo>
                  <a:pt x="6239" y="1569"/>
                </a:lnTo>
                <a:cubicBezTo>
                  <a:pt x="6261" y="1273"/>
                  <a:pt x="6096" y="977"/>
                  <a:pt x="5844" y="823"/>
                </a:cubicBezTo>
                <a:cubicBezTo>
                  <a:pt x="5723" y="749"/>
                  <a:pt x="5581" y="714"/>
                  <a:pt x="5438" y="714"/>
                </a:cubicBezTo>
                <a:cubicBezTo>
                  <a:pt x="5285" y="714"/>
                  <a:pt x="5131" y="755"/>
                  <a:pt x="5000" y="835"/>
                </a:cubicBezTo>
                <a:cubicBezTo>
                  <a:pt x="4945" y="418"/>
                  <a:pt x="4594" y="67"/>
                  <a:pt x="4188" y="12"/>
                </a:cubicBezTo>
                <a:cubicBezTo>
                  <a:pt x="4142" y="4"/>
                  <a:pt x="4095" y="1"/>
                  <a:pt x="4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5"/>
          <p:cNvSpPr/>
          <p:nvPr/>
        </p:nvSpPr>
        <p:spPr>
          <a:xfrm flipH="1">
            <a:off x="3222248" y="5039136"/>
            <a:ext cx="588829" cy="147316"/>
          </a:xfrm>
          <a:custGeom>
            <a:rect b="b" l="l" r="r" t="t"/>
            <a:pathLst>
              <a:path extrusionOk="0" h="1358" w="5428">
                <a:moveTo>
                  <a:pt x="3524" y="0"/>
                </a:moveTo>
                <a:cubicBezTo>
                  <a:pt x="3201" y="0"/>
                  <a:pt x="2890" y="197"/>
                  <a:pt x="2752" y="481"/>
                </a:cubicBezTo>
                <a:cubicBezTo>
                  <a:pt x="2587" y="352"/>
                  <a:pt x="2379" y="286"/>
                  <a:pt x="2173" y="286"/>
                </a:cubicBezTo>
                <a:cubicBezTo>
                  <a:pt x="2079" y="286"/>
                  <a:pt x="1986" y="300"/>
                  <a:pt x="1897" y="327"/>
                </a:cubicBezTo>
                <a:cubicBezTo>
                  <a:pt x="1601" y="426"/>
                  <a:pt x="1371" y="678"/>
                  <a:pt x="1294" y="963"/>
                </a:cubicBezTo>
                <a:cubicBezTo>
                  <a:pt x="1149" y="810"/>
                  <a:pt x="937" y="722"/>
                  <a:pt x="726" y="722"/>
                </a:cubicBezTo>
                <a:cubicBezTo>
                  <a:pt x="666" y="722"/>
                  <a:pt x="607" y="729"/>
                  <a:pt x="548" y="744"/>
                </a:cubicBezTo>
                <a:cubicBezTo>
                  <a:pt x="285" y="820"/>
                  <a:pt x="66" y="1040"/>
                  <a:pt x="0" y="1303"/>
                </a:cubicBezTo>
                <a:lnTo>
                  <a:pt x="5416" y="1358"/>
                </a:lnTo>
                <a:cubicBezTo>
                  <a:pt x="5428" y="1105"/>
                  <a:pt x="5296" y="842"/>
                  <a:pt x="5077" y="711"/>
                </a:cubicBezTo>
                <a:cubicBezTo>
                  <a:pt x="4972" y="648"/>
                  <a:pt x="4849" y="617"/>
                  <a:pt x="4726" y="617"/>
                </a:cubicBezTo>
                <a:cubicBezTo>
                  <a:pt x="4592" y="617"/>
                  <a:pt x="4456" y="653"/>
                  <a:pt x="4342" y="722"/>
                </a:cubicBezTo>
                <a:cubicBezTo>
                  <a:pt x="4287" y="360"/>
                  <a:pt x="3991" y="64"/>
                  <a:pt x="3640" y="9"/>
                </a:cubicBezTo>
                <a:cubicBezTo>
                  <a:pt x="3601" y="3"/>
                  <a:pt x="3563" y="0"/>
                  <a:pt x="35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5"/>
          <p:cNvSpPr/>
          <p:nvPr/>
        </p:nvSpPr>
        <p:spPr>
          <a:xfrm flipH="1">
            <a:off x="7224936" y="233711"/>
            <a:ext cx="588829" cy="147316"/>
          </a:xfrm>
          <a:custGeom>
            <a:rect b="b" l="l" r="r" t="t"/>
            <a:pathLst>
              <a:path extrusionOk="0" h="1358" w="5428">
                <a:moveTo>
                  <a:pt x="3524" y="0"/>
                </a:moveTo>
                <a:cubicBezTo>
                  <a:pt x="3201" y="0"/>
                  <a:pt x="2890" y="197"/>
                  <a:pt x="2752" y="481"/>
                </a:cubicBezTo>
                <a:cubicBezTo>
                  <a:pt x="2587" y="352"/>
                  <a:pt x="2379" y="286"/>
                  <a:pt x="2173" y="286"/>
                </a:cubicBezTo>
                <a:cubicBezTo>
                  <a:pt x="2079" y="286"/>
                  <a:pt x="1986" y="300"/>
                  <a:pt x="1897" y="327"/>
                </a:cubicBezTo>
                <a:cubicBezTo>
                  <a:pt x="1601" y="426"/>
                  <a:pt x="1371" y="678"/>
                  <a:pt x="1294" y="963"/>
                </a:cubicBezTo>
                <a:cubicBezTo>
                  <a:pt x="1149" y="810"/>
                  <a:pt x="937" y="722"/>
                  <a:pt x="726" y="722"/>
                </a:cubicBezTo>
                <a:cubicBezTo>
                  <a:pt x="666" y="722"/>
                  <a:pt x="607" y="729"/>
                  <a:pt x="548" y="744"/>
                </a:cubicBezTo>
                <a:cubicBezTo>
                  <a:pt x="285" y="820"/>
                  <a:pt x="66" y="1040"/>
                  <a:pt x="0" y="1303"/>
                </a:cubicBezTo>
                <a:lnTo>
                  <a:pt x="5416" y="1358"/>
                </a:lnTo>
                <a:cubicBezTo>
                  <a:pt x="5428" y="1105"/>
                  <a:pt x="5296" y="842"/>
                  <a:pt x="5077" y="711"/>
                </a:cubicBezTo>
                <a:cubicBezTo>
                  <a:pt x="4972" y="648"/>
                  <a:pt x="4849" y="617"/>
                  <a:pt x="4726" y="617"/>
                </a:cubicBezTo>
                <a:cubicBezTo>
                  <a:pt x="4592" y="617"/>
                  <a:pt x="4456" y="653"/>
                  <a:pt x="4342" y="722"/>
                </a:cubicBezTo>
                <a:cubicBezTo>
                  <a:pt x="4287" y="360"/>
                  <a:pt x="3991" y="64"/>
                  <a:pt x="3640" y="9"/>
                </a:cubicBezTo>
                <a:cubicBezTo>
                  <a:pt x="3601" y="3"/>
                  <a:pt x="3563" y="0"/>
                  <a:pt x="35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ONE_COLUMN_TEXT_1">
    <p:bg>
      <p:bgPr>
        <a:solidFill>
          <a:schemeClr val="lt1"/>
        </a:solidFill>
      </p:bgPr>
    </p:bg>
    <p:spTree>
      <p:nvGrpSpPr>
        <p:cNvPr id="214" name="Shape 214"/>
        <p:cNvGrpSpPr/>
        <p:nvPr/>
      </p:nvGrpSpPr>
      <p:grpSpPr>
        <a:xfrm>
          <a:off x="0" y="0"/>
          <a:ext cx="0" cy="0"/>
          <a:chOff x="0" y="0"/>
          <a:chExt cx="0" cy="0"/>
        </a:xfrm>
      </p:grpSpPr>
      <p:sp>
        <p:nvSpPr>
          <p:cNvPr id="215" name="Google Shape;215;p16"/>
          <p:cNvSpPr txBox="1"/>
          <p:nvPr>
            <p:ph type="title"/>
          </p:nvPr>
        </p:nvSpPr>
        <p:spPr>
          <a:xfrm>
            <a:off x="720000" y="445025"/>
            <a:ext cx="4294800" cy="11730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solidFill>
                  <a:schemeClr val="accent2"/>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16" name="Google Shape;216;p16"/>
          <p:cNvSpPr txBox="1"/>
          <p:nvPr>
            <p:ph idx="1" type="subTitle"/>
          </p:nvPr>
        </p:nvSpPr>
        <p:spPr>
          <a:xfrm>
            <a:off x="720000" y="1690350"/>
            <a:ext cx="4294800" cy="2913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Font typeface="KoHo SemiBold"/>
              <a:buChar char="●"/>
              <a:defRPr/>
            </a:lvl1pPr>
            <a:lvl2pPr lvl="1" rtl="0" algn="ctr">
              <a:lnSpc>
                <a:spcPct val="100000"/>
              </a:lnSpc>
              <a:spcBef>
                <a:spcPts val="1000"/>
              </a:spcBef>
              <a:spcAft>
                <a:spcPts val="0"/>
              </a:spcAft>
              <a:buSzPts val="1400"/>
              <a:buFont typeface="Darker Grotesque SemiBold"/>
              <a:buChar char="○"/>
              <a:defRPr/>
            </a:lvl2pPr>
            <a:lvl3pPr lvl="2" rtl="0" algn="ctr">
              <a:lnSpc>
                <a:spcPct val="100000"/>
              </a:lnSpc>
              <a:spcBef>
                <a:spcPts val="1600"/>
              </a:spcBef>
              <a:spcAft>
                <a:spcPts val="0"/>
              </a:spcAft>
              <a:buSzPts val="1400"/>
              <a:buFont typeface="Darker Grotesque SemiBold"/>
              <a:buChar char="■"/>
              <a:defRPr/>
            </a:lvl3pPr>
            <a:lvl4pPr lvl="3" rtl="0" algn="ctr">
              <a:lnSpc>
                <a:spcPct val="100000"/>
              </a:lnSpc>
              <a:spcBef>
                <a:spcPts val="1600"/>
              </a:spcBef>
              <a:spcAft>
                <a:spcPts val="0"/>
              </a:spcAft>
              <a:buSzPts val="1400"/>
              <a:buFont typeface="Darker Grotesque SemiBold"/>
              <a:buChar char="●"/>
              <a:defRPr/>
            </a:lvl4pPr>
            <a:lvl5pPr lvl="4" rtl="0" algn="ctr">
              <a:lnSpc>
                <a:spcPct val="100000"/>
              </a:lnSpc>
              <a:spcBef>
                <a:spcPts val="1600"/>
              </a:spcBef>
              <a:spcAft>
                <a:spcPts val="0"/>
              </a:spcAft>
              <a:buSzPts val="1400"/>
              <a:buFont typeface="Darker Grotesque SemiBold"/>
              <a:buChar char="○"/>
              <a:defRPr/>
            </a:lvl5pPr>
            <a:lvl6pPr lvl="5" rtl="0" algn="ctr">
              <a:lnSpc>
                <a:spcPct val="100000"/>
              </a:lnSpc>
              <a:spcBef>
                <a:spcPts val="1600"/>
              </a:spcBef>
              <a:spcAft>
                <a:spcPts val="0"/>
              </a:spcAft>
              <a:buSzPts val="1400"/>
              <a:buFont typeface="Darker Grotesque SemiBold"/>
              <a:buChar char="■"/>
              <a:defRPr/>
            </a:lvl6pPr>
            <a:lvl7pPr lvl="6" rtl="0" algn="ctr">
              <a:lnSpc>
                <a:spcPct val="100000"/>
              </a:lnSpc>
              <a:spcBef>
                <a:spcPts val="1600"/>
              </a:spcBef>
              <a:spcAft>
                <a:spcPts val="0"/>
              </a:spcAft>
              <a:buSzPts val="1400"/>
              <a:buFont typeface="Darker Grotesque SemiBold"/>
              <a:buChar char="●"/>
              <a:defRPr/>
            </a:lvl7pPr>
            <a:lvl8pPr lvl="7" rtl="0" algn="ctr">
              <a:lnSpc>
                <a:spcPct val="100000"/>
              </a:lnSpc>
              <a:spcBef>
                <a:spcPts val="1600"/>
              </a:spcBef>
              <a:spcAft>
                <a:spcPts val="0"/>
              </a:spcAft>
              <a:buSzPts val="1400"/>
              <a:buFont typeface="Darker Grotesque SemiBold"/>
              <a:buChar char="○"/>
              <a:defRPr/>
            </a:lvl8pPr>
            <a:lvl9pPr lvl="8" rtl="0" algn="ctr">
              <a:lnSpc>
                <a:spcPct val="100000"/>
              </a:lnSpc>
              <a:spcBef>
                <a:spcPts val="1600"/>
              </a:spcBef>
              <a:spcAft>
                <a:spcPts val="1600"/>
              </a:spcAft>
              <a:buSzPts val="1400"/>
              <a:buFont typeface="Darker Grotesque SemiBold"/>
              <a:buChar char="■"/>
              <a:defRPr/>
            </a:lvl9pPr>
          </a:lstStyle>
          <a:p/>
        </p:txBody>
      </p:sp>
      <p:sp>
        <p:nvSpPr>
          <p:cNvPr id="217" name="Google Shape;217;p16"/>
          <p:cNvSpPr/>
          <p:nvPr/>
        </p:nvSpPr>
        <p:spPr>
          <a:xfrm rot="-598330">
            <a:off x="552518" y="4402062"/>
            <a:ext cx="152164" cy="190205"/>
          </a:xfrm>
          <a:custGeom>
            <a:rect b="b" l="l" r="r" t="t"/>
            <a:pathLst>
              <a:path extrusionOk="0" h="4276" w="3421">
                <a:moveTo>
                  <a:pt x="1718" y="979"/>
                </a:moveTo>
                <a:cubicBezTo>
                  <a:pt x="2155" y="979"/>
                  <a:pt x="2500" y="1388"/>
                  <a:pt x="2423" y="1864"/>
                </a:cubicBezTo>
                <a:cubicBezTo>
                  <a:pt x="2380" y="2149"/>
                  <a:pt x="2171" y="2380"/>
                  <a:pt x="1908" y="2445"/>
                </a:cubicBezTo>
                <a:cubicBezTo>
                  <a:pt x="1839" y="2466"/>
                  <a:pt x="1772" y="2475"/>
                  <a:pt x="1706" y="2475"/>
                </a:cubicBezTo>
                <a:cubicBezTo>
                  <a:pt x="1275" y="2475"/>
                  <a:pt x="923" y="2066"/>
                  <a:pt x="1009" y="1590"/>
                </a:cubicBezTo>
                <a:cubicBezTo>
                  <a:pt x="1053" y="1305"/>
                  <a:pt x="1261" y="1074"/>
                  <a:pt x="1513" y="1009"/>
                </a:cubicBezTo>
                <a:cubicBezTo>
                  <a:pt x="1583" y="988"/>
                  <a:pt x="1652" y="979"/>
                  <a:pt x="1718" y="979"/>
                </a:cubicBezTo>
                <a:close/>
                <a:moveTo>
                  <a:pt x="1716" y="0"/>
                </a:moveTo>
                <a:cubicBezTo>
                  <a:pt x="1628" y="0"/>
                  <a:pt x="1538" y="7"/>
                  <a:pt x="1447" y="22"/>
                </a:cubicBezTo>
                <a:cubicBezTo>
                  <a:pt x="680" y="143"/>
                  <a:pt x="77" y="823"/>
                  <a:pt x="22" y="1634"/>
                </a:cubicBezTo>
                <a:cubicBezTo>
                  <a:pt x="0" y="2029"/>
                  <a:pt x="99" y="2402"/>
                  <a:pt x="285" y="2697"/>
                </a:cubicBezTo>
                <a:cubicBezTo>
                  <a:pt x="329" y="2774"/>
                  <a:pt x="384" y="2840"/>
                  <a:pt x="439" y="2906"/>
                </a:cubicBezTo>
                <a:lnTo>
                  <a:pt x="1535" y="4144"/>
                </a:lnTo>
                <a:cubicBezTo>
                  <a:pt x="1612" y="4231"/>
                  <a:pt x="1719" y="4275"/>
                  <a:pt x="1828" y="4275"/>
                </a:cubicBezTo>
                <a:cubicBezTo>
                  <a:pt x="1953" y="4275"/>
                  <a:pt x="2078" y="4218"/>
                  <a:pt x="2160" y="4100"/>
                </a:cubicBezTo>
                <a:lnTo>
                  <a:pt x="2840" y="3147"/>
                </a:lnTo>
                <a:cubicBezTo>
                  <a:pt x="2894" y="3048"/>
                  <a:pt x="3016" y="2873"/>
                  <a:pt x="3114" y="2719"/>
                </a:cubicBezTo>
                <a:cubicBezTo>
                  <a:pt x="3311" y="2412"/>
                  <a:pt x="3421" y="2061"/>
                  <a:pt x="3410" y="1700"/>
                </a:cubicBezTo>
                <a:lnTo>
                  <a:pt x="3410" y="1688"/>
                </a:lnTo>
                <a:cubicBezTo>
                  <a:pt x="3370" y="740"/>
                  <a:pt x="2620" y="0"/>
                  <a:pt x="17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6"/>
          <p:cNvSpPr/>
          <p:nvPr/>
        </p:nvSpPr>
        <p:spPr>
          <a:xfrm flipH="1" rot="-1095117">
            <a:off x="-1255957" y="-393669"/>
            <a:ext cx="3899522" cy="1866023"/>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lt2"/>
            </a:solidFill>
            <a:prstDash val="lgDash"/>
            <a:round/>
            <a:headEnd len="med" w="med" type="none"/>
            <a:tailEnd len="med" w="med" type="none"/>
          </a:ln>
        </p:spPr>
      </p:sp>
      <p:sp>
        <p:nvSpPr>
          <p:cNvPr id="219" name="Google Shape;219;p16"/>
          <p:cNvSpPr/>
          <p:nvPr/>
        </p:nvSpPr>
        <p:spPr>
          <a:xfrm flipH="1">
            <a:off x="-156566" y="-412225"/>
            <a:ext cx="693775" cy="684750"/>
          </a:xfrm>
          <a:custGeom>
            <a:rect b="b" l="l" r="r" t="t"/>
            <a:pathLst>
              <a:path extrusionOk="0" h="27390" w="27751">
                <a:moveTo>
                  <a:pt x="27751" y="26316"/>
                </a:moveTo>
                <a:cubicBezTo>
                  <a:pt x="20672" y="29147"/>
                  <a:pt x="10504" y="26049"/>
                  <a:pt x="5741" y="20096"/>
                </a:cubicBezTo>
                <a:cubicBezTo>
                  <a:pt x="1388" y="14656"/>
                  <a:pt x="3113" y="6232"/>
                  <a:pt x="0" y="0"/>
                </a:cubicBezTo>
              </a:path>
            </a:pathLst>
          </a:custGeom>
          <a:noFill/>
          <a:ln cap="flat" cmpd="sng" w="9525">
            <a:solidFill>
              <a:schemeClr val="lt2"/>
            </a:solidFill>
            <a:prstDash val="lgDash"/>
            <a:round/>
            <a:headEnd len="med" w="med" type="none"/>
            <a:tailEnd len="med" w="med" type="none"/>
          </a:ln>
        </p:spPr>
      </p:sp>
      <p:sp>
        <p:nvSpPr>
          <p:cNvPr id="220" name="Google Shape;220;p16"/>
          <p:cNvSpPr/>
          <p:nvPr/>
        </p:nvSpPr>
        <p:spPr>
          <a:xfrm flipH="1">
            <a:off x="-203741" y="2807696"/>
            <a:ext cx="679193" cy="170205"/>
          </a:xfrm>
          <a:custGeom>
            <a:rect b="b" l="l" r="r" t="t"/>
            <a:pathLst>
              <a:path extrusionOk="0" h="1569" w="6261">
                <a:moveTo>
                  <a:pt x="4049" y="1"/>
                </a:moveTo>
                <a:cubicBezTo>
                  <a:pt x="3686" y="1"/>
                  <a:pt x="3325" y="221"/>
                  <a:pt x="3169" y="560"/>
                </a:cubicBezTo>
                <a:cubicBezTo>
                  <a:pt x="2982" y="411"/>
                  <a:pt x="2745" y="333"/>
                  <a:pt x="2505" y="333"/>
                </a:cubicBezTo>
                <a:cubicBezTo>
                  <a:pt x="2392" y="333"/>
                  <a:pt x="2279" y="350"/>
                  <a:pt x="2171" y="385"/>
                </a:cubicBezTo>
                <a:cubicBezTo>
                  <a:pt x="1842" y="494"/>
                  <a:pt x="1579" y="779"/>
                  <a:pt x="1491" y="1120"/>
                </a:cubicBezTo>
                <a:cubicBezTo>
                  <a:pt x="1323" y="943"/>
                  <a:pt x="1084" y="837"/>
                  <a:pt x="843" y="837"/>
                </a:cubicBezTo>
                <a:cubicBezTo>
                  <a:pt x="770" y="837"/>
                  <a:pt x="697" y="847"/>
                  <a:pt x="625" y="867"/>
                </a:cubicBezTo>
                <a:cubicBezTo>
                  <a:pt x="319" y="944"/>
                  <a:pt x="66" y="1196"/>
                  <a:pt x="0" y="1503"/>
                </a:cubicBezTo>
                <a:lnTo>
                  <a:pt x="6239" y="1569"/>
                </a:lnTo>
                <a:cubicBezTo>
                  <a:pt x="6261" y="1273"/>
                  <a:pt x="6096" y="977"/>
                  <a:pt x="5844" y="823"/>
                </a:cubicBezTo>
                <a:cubicBezTo>
                  <a:pt x="5723" y="749"/>
                  <a:pt x="5581" y="714"/>
                  <a:pt x="5438" y="714"/>
                </a:cubicBezTo>
                <a:cubicBezTo>
                  <a:pt x="5285" y="714"/>
                  <a:pt x="5131" y="755"/>
                  <a:pt x="5000" y="835"/>
                </a:cubicBezTo>
                <a:cubicBezTo>
                  <a:pt x="4945" y="418"/>
                  <a:pt x="4594" y="67"/>
                  <a:pt x="4188" y="12"/>
                </a:cubicBezTo>
                <a:cubicBezTo>
                  <a:pt x="4142" y="4"/>
                  <a:pt x="4095" y="1"/>
                  <a:pt x="4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1" name="Google Shape;221;p16"/>
          <p:cNvGrpSpPr/>
          <p:nvPr/>
        </p:nvGrpSpPr>
        <p:grpSpPr>
          <a:xfrm flipH="1">
            <a:off x="230498" y="3600388"/>
            <a:ext cx="416587" cy="596813"/>
            <a:chOff x="8555949" y="806163"/>
            <a:chExt cx="416587" cy="596813"/>
          </a:xfrm>
        </p:grpSpPr>
        <p:sp>
          <p:nvSpPr>
            <p:cNvPr id="222" name="Google Shape;222;p16"/>
            <p:cNvSpPr/>
            <p:nvPr/>
          </p:nvSpPr>
          <p:spPr>
            <a:xfrm>
              <a:off x="8630075" y="984025"/>
              <a:ext cx="135900" cy="135900"/>
            </a:xfrm>
            <a:prstGeom prst="plus">
              <a:avLst>
                <a:gd fmla="val 4390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6"/>
            <p:cNvSpPr/>
            <p:nvPr/>
          </p:nvSpPr>
          <p:spPr>
            <a:xfrm>
              <a:off x="8862861" y="1309675"/>
              <a:ext cx="93300" cy="93300"/>
            </a:xfrm>
            <a:prstGeom prst="ellipse">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6"/>
            <p:cNvSpPr/>
            <p:nvPr/>
          </p:nvSpPr>
          <p:spPr>
            <a:xfrm>
              <a:off x="8879236" y="806163"/>
              <a:ext cx="93300" cy="93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6"/>
            <p:cNvSpPr/>
            <p:nvPr/>
          </p:nvSpPr>
          <p:spPr>
            <a:xfrm>
              <a:off x="8555949" y="1267400"/>
              <a:ext cx="54900" cy="54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6" name="Google Shape;226;p16"/>
          <p:cNvSpPr/>
          <p:nvPr/>
        </p:nvSpPr>
        <p:spPr>
          <a:xfrm rot="10799680">
            <a:off x="-156571" y="4674761"/>
            <a:ext cx="4195445" cy="2007256"/>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lt2"/>
            </a:solidFill>
            <a:prstDash val="lgDash"/>
            <a:round/>
            <a:headEnd len="med" w="med" type="none"/>
            <a:tailEnd len="med" w="med" type="none"/>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BODY_1">
    <p:spTree>
      <p:nvGrpSpPr>
        <p:cNvPr id="227" name="Shape 227"/>
        <p:cNvGrpSpPr/>
        <p:nvPr/>
      </p:nvGrpSpPr>
      <p:grpSpPr>
        <a:xfrm>
          <a:off x="0" y="0"/>
          <a:ext cx="0" cy="0"/>
          <a:chOff x="0" y="0"/>
          <a:chExt cx="0" cy="0"/>
        </a:xfrm>
      </p:grpSpPr>
      <p:sp>
        <p:nvSpPr>
          <p:cNvPr id="228" name="Google Shape;228;p17"/>
          <p:cNvSpPr txBox="1"/>
          <p:nvPr>
            <p:ph idx="1" type="body"/>
          </p:nvPr>
        </p:nvSpPr>
        <p:spPr>
          <a:xfrm>
            <a:off x="720000" y="1457197"/>
            <a:ext cx="3675000" cy="31350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Font typeface="KoHo SemiBold"/>
              <a:buChar char="●"/>
              <a:defRPr/>
            </a:lvl1pPr>
            <a:lvl2pPr indent="-317500" lvl="1" marL="914400" rtl="0">
              <a:lnSpc>
                <a:spcPct val="100000"/>
              </a:lnSpc>
              <a:spcBef>
                <a:spcPts val="1000"/>
              </a:spcBef>
              <a:spcAft>
                <a:spcPts val="0"/>
              </a:spcAft>
              <a:buSzPts val="1400"/>
              <a:buFont typeface="Darker Grotesque SemiBold"/>
              <a:buChar char="○"/>
              <a:defRPr/>
            </a:lvl2pPr>
            <a:lvl3pPr indent="-317500" lvl="2" marL="1371600" rtl="0">
              <a:lnSpc>
                <a:spcPct val="100000"/>
              </a:lnSpc>
              <a:spcBef>
                <a:spcPts val="0"/>
              </a:spcBef>
              <a:spcAft>
                <a:spcPts val="0"/>
              </a:spcAft>
              <a:buSzPts val="1400"/>
              <a:buFont typeface="Darker Grotesque SemiBold"/>
              <a:buChar char="■"/>
              <a:defRPr/>
            </a:lvl3pPr>
            <a:lvl4pPr indent="-317500" lvl="3" marL="1828800" rtl="0">
              <a:lnSpc>
                <a:spcPct val="100000"/>
              </a:lnSpc>
              <a:spcBef>
                <a:spcPts val="0"/>
              </a:spcBef>
              <a:spcAft>
                <a:spcPts val="0"/>
              </a:spcAft>
              <a:buSzPts val="1400"/>
              <a:buFont typeface="Darker Grotesque SemiBold"/>
              <a:buChar char="●"/>
              <a:defRPr/>
            </a:lvl4pPr>
            <a:lvl5pPr indent="-317500" lvl="4" marL="2286000" rtl="0">
              <a:lnSpc>
                <a:spcPct val="100000"/>
              </a:lnSpc>
              <a:spcBef>
                <a:spcPts val="0"/>
              </a:spcBef>
              <a:spcAft>
                <a:spcPts val="0"/>
              </a:spcAft>
              <a:buSzPts val="1400"/>
              <a:buFont typeface="Darker Grotesque SemiBold"/>
              <a:buChar char="○"/>
              <a:defRPr/>
            </a:lvl5pPr>
            <a:lvl6pPr indent="-317500" lvl="5" marL="2743200" rtl="0">
              <a:lnSpc>
                <a:spcPct val="100000"/>
              </a:lnSpc>
              <a:spcBef>
                <a:spcPts val="0"/>
              </a:spcBef>
              <a:spcAft>
                <a:spcPts val="0"/>
              </a:spcAft>
              <a:buSzPts val="1400"/>
              <a:buFont typeface="Darker Grotesque SemiBold"/>
              <a:buChar char="■"/>
              <a:defRPr/>
            </a:lvl6pPr>
            <a:lvl7pPr indent="-317500" lvl="6" marL="3200400" rtl="0">
              <a:lnSpc>
                <a:spcPct val="100000"/>
              </a:lnSpc>
              <a:spcBef>
                <a:spcPts val="0"/>
              </a:spcBef>
              <a:spcAft>
                <a:spcPts val="0"/>
              </a:spcAft>
              <a:buSzPts val="1400"/>
              <a:buFont typeface="Darker Grotesque SemiBold"/>
              <a:buChar char="●"/>
              <a:defRPr/>
            </a:lvl7pPr>
            <a:lvl8pPr indent="-317500" lvl="7" marL="3657600" rtl="0">
              <a:lnSpc>
                <a:spcPct val="100000"/>
              </a:lnSpc>
              <a:spcBef>
                <a:spcPts val="0"/>
              </a:spcBef>
              <a:spcAft>
                <a:spcPts val="0"/>
              </a:spcAft>
              <a:buSzPts val="1400"/>
              <a:buFont typeface="Darker Grotesque SemiBold"/>
              <a:buChar char="○"/>
              <a:defRPr/>
            </a:lvl8pPr>
            <a:lvl9pPr indent="-317500" lvl="8" marL="4114800" rtl="0">
              <a:lnSpc>
                <a:spcPct val="100000"/>
              </a:lnSpc>
              <a:spcBef>
                <a:spcPts val="0"/>
              </a:spcBef>
              <a:spcAft>
                <a:spcPts val="0"/>
              </a:spcAft>
              <a:buSzPts val="1400"/>
              <a:buFont typeface="Darker Grotesque SemiBold"/>
              <a:buChar char="■"/>
              <a:defRPr/>
            </a:lvl9pPr>
          </a:lstStyle>
          <a:p/>
        </p:txBody>
      </p:sp>
      <p:sp>
        <p:nvSpPr>
          <p:cNvPr id="229" name="Google Shape;229;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solidFill>
                  <a:schemeClr val="accent2"/>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30" name="Google Shape;230;p17"/>
          <p:cNvSpPr txBox="1"/>
          <p:nvPr>
            <p:ph idx="2" type="body"/>
          </p:nvPr>
        </p:nvSpPr>
        <p:spPr>
          <a:xfrm>
            <a:off x="4749000" y="1457197"/>
            <a:ext cx="3675000" cy="31350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Font typeface="KoHo SemiBold"/>
              <a:buChar char="●"/>
              <a:defRPr/>
            </a:lvl1pPr>
            <a:lvl2pPr indent="-317500" lvl="1" marL="914400" rtl="0">
              <a:lnSpc>
                <a:spcPct val="100000"/>
              </a:lnSpc>
              <a:spcBef>
                <a:spcPts val="1000"/>
              </a:spcBef>
              <a:spcAft>
                <a:spcPts val="0"/>
              </a:spcAft>
              <a:buSzPts val="1400"/>
              <a:buFont typeface="Darker Grotesque SemiBold"/>
              <a:buChar char="○"/>
              <a:defRPr/>
            </a:lvl2pPr>
            <a:lvl3pPr indent="-317500" lvl="2" marL="1371600" rtl="0">
              <a:lnSpc>
                <a:spcPct val="100000"/>
              </a:lnSpc>
              <a:spcBef>
                <a:spcPts val="0"/>
              </a:spcBef>
              <a:spcAft>
                <a:spcPts val="0"/>
              </a:spcAft>
              <a:buSzPts val="1400"/>
              <a:buFont typeface="Darker Grotesque SemiBold"/>
              <a:buChar char="■"/>
              <a:defRPr/>
            </a:lvl3pPr>
            <a:lvl4pPr indent="-317500" lvl="3" marL="1828800" rtl="0">
              <a:lnSpc>
                <a:spcPct val="100000"/>
              </a:lnSpc>
              <a:spcBef>
                <a:spcPts val="0"/>
              </a:spcBef>
              <a:spcAft>
                <a:spcPts val="0"/>
              </a:spcAft>
              <a:buSzPts val="1400"/>
              <a:buFont typeface="Darker Grotesque SemiBold"/>
              <a:buChar char="●"/>
              <a:defRPr/>
            </a:lvl4pPr>
            <a:lvl5pPr indent="-317500" lvl="4" marL="2286000" rtl="0">
              <a:lnSpc>
                <a:spcPct val="100000"/>
              </a:lnSpc>
              <a:spcBef>
                <a:spcPts val="0"/>
              </a:spcBef>
              <a:spcAft>
                <a:spcPts val="0"/>
              </a:spcAft>
              <a:buSzPts val="1400"/>
              <a:buFont typeface="Darker Grotesque SemiBold"/>
              <a:buChar char="○"/>
              <a:defRPr/>
            </a:lvl5pPr>
            <a:lvl6pPr indent="-317500" lvl="5" marL="2743200" rtl="0">
              <a:lnSpc>
                <a:spcPct val="100000"/>
              </a:lnSpc>
              <a:spcBef>
                <a:spcPts val="0"/>
              </a:spcBef>
              <a:spcAft>
                <a:spcPts val="0"/>
              </a:spcAft>
              <a:buSzPts val="1400"/>
              <a:buFont typeface="Darker Grotesque SemiBold"/>
              <a:buChar char="■"/>
              <a:defRPr/>
            </a:lvl6pPr>
            <a:lvl7pPr indent="-317500" lvl="6" marL="3200400" rtl="0">
              <a:lnSpc>
                <a:spcPct val="100000"/>
              </a:lnSpc>
              <a:spcBef>
                <a:spcPts val="0"/>
              </a:spcBef>
              <a:spcAft>
                <a:spcPts val="0"/>
              </a:spcAft>
              <a:buSzPts val="1400"/>
              <a:buFont typeface="Darker Grotesque SemiBold"/>
              <a:buChar char="●"/>
              <a:defRPr/>
            </a:lvl7pPr>
            <a:lvl8pPr indent="-317500" lvl="7" marL="3657600" rtl="0">
              <a:lnSpc>
                <a:spcPct val="100000"/>
              </a:lnSpc>
              <a:spcBef>
                <a:spcPts val="0"/>
              </a:spcBef>
              <a:spcAft>
                <a:spcPts val="0"/>
              </a:spcAft>
              <a:buSzPts val="1400"/>
              <a:buFont typeface="Darker Grotesque SemiBold"/>
              <a:buChar char="○"/>
              <a:defRPr/>
            </a:lvl8pPr>
            <a:lvl9pPr indent="-317500" lvl="8" marL="4114800" rtl="0">
              <a:lnSpc>
                <a:spcPct val="100000"/>
              </a:lnSpc>
              <a:spcBef>
                <a:spcPts val="0"/>
              </a:spcBef>
              <a:spcAft>
                <a:spcPts val="0"/>
              </a:spcAft>
              <a:buSzPts val="1400"/>
              <a:buFont typeface="Darker Grotesque SemiBold"/>
              <a:buChar char="■"/>
              <a:defRPr/>
            </a:lvl9pPr>
          </a:lstStyle>
          <a:p/>
        </p:txBody>
      </p:sp>
      <p:sp>
        <p:nvSpPr>
          <p:cNvPr id="231" name="Google Shape;231;p17"/>
          <p:cNvSpPr/>
          <p:nvPr/>
        </p:nvSpPr>
        <p:spPr>
          <a:xfrm rot="1095117">
            <a:off x="5801043" y="-393669"/>
            <a:ext cx="3899522" cy="1866023"/>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lt2"/>
            </a:solidFill>
            <a:prstDash val="lgDash"/>
            <a:round/>
            <a:headEnd len="med" w="med" type="none"/>
            <a:tailEnd len="med" w="med" type="none"/>
          </a:ln>
        </p:spPr>
      </p:sp>
      <p:sp>
        <p:nvSpPr>
          <p:cNvPr id="232" name="Google Shape;232;p17"/>
          <p:cNvSpPr/>
          <p:nvPr/>
        </p:nvSpPr>
        <p:spPr>
          <a:xfrm rot="10799680">
            <a:off x="-130646" y="4479036"/>
            <a:ext cx="4195445" cy="2007256"/>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lt2"/>
            </a:solidFill>
            <a:prstDash val="lgDash"/>
            <a:round/>
            <a:headEnd len="med" w="med" type="none"/>
            <a:tailEnd len="med" w="med" type="none"/>
          </a:ln>
        </p:spPr>
      </p:sp>
      <p:sp>
        <p:nvSpPr>
          <p:cNvPr id="233" name="Google Shape;233;p17"/>
          <p:cNvSpPr/>
          <p:nvPr/>
        </p:nvSpPr>
        <p:spPr>
          <a:xfrm>
            <a:off x="8562625" y="-288800"/>
            <a:ext cx="693775" cy="684750"/>
          </a:xfrm>
          <a:custGeom>
            <a:rect b="b" l="l" r="r" t="t"/>
            <a:pathLst>
              <a:path extrusionOk="0" h="27390" w="27751">
                <a:moveTo>
                  <a:pt x="27751" y="26316"/>
                </a:moveTo>
                <a:cubicBezTo>
                  <a:pt x="20672" y="29147"/>
                  <a:pt x="10504" y="26049"/>
                  <a:pt x="5741" y="20096"/>
                </a:cubicBezTo>
                <a:cubicBezTo>
                  <a:pt x="1388" y="14656"/>
                  <a:pt x="3113" y="6232"/>
                  <a:pt x="0" y="0"/>
                </a:cubicBezTo>
              </a:path>
            </a:pathLst>
          </a:custGeom>
          <a:noFill/>
          <a:ln cap="flat" cmpd="sng" w="9525">
            <a:solidFill>
              <a:schemeClr val="lt2"/>
            </a:solidFill>
            <a:prstDash val="lgDash"/>
            <a:round/>
            <a:headEnd len="med" w="med" type="none"/>
            <a:tailEnd len="med" w="med" type="none"/>
          </a:ln>
        </p:spPr>
      </p:sp>
      <p:sp>
        <p:nvSpPr>
          <p:cNvPr id="234" name="Google Shape;234;p17"/>
          <p:cNvSpPr/>
          <p:nvPr/>
        </p:nvSpPr>
        <p:spPr>
          <a:xfrm rot="5400000">
            <a:off x="8198450" y="3915325"/>
            <a:ext cx="2405873" cy="2374576"/>
          </a:xfrm>
          <a:custGeom>
            <a:rect b="b" l="l" r="r" t="t"/>
            <a:pathLst>
              <a:path extrusionOk="0" h="27390" w="27751">
                <a:moveTo>
                  <a:pt x="27751" y="26316"/>
                </a:moveTo>
                <a:cubicBezTo>
                  <a:pt x="20672" y="29147"/>
                  <a:pt x="10504" y="26049"/>
                  <a:pt x="5741" y="20096"/>
                </a:cubicBezTo>
                <a:cubicBezTo>
                  <a:pt x="1388" y="14656"/>
                  <a:pt x="3113" y="6232"/>
                  <a:pt x="0" y="0"/>
                </a:cubicBezTo>
              </a:path>
            </a:pathLst>
          </a:custGeom>
          <a:noFill/>
          <a:ln cap="flat" cmpd="sng" w="9525">
            <a:solidFill>
              <a:schemeClr val="lt2"/>
            </a:solidFill>
            <a:prstDash val="lgDash"/>
            <a:round/>
            <a:headEnd len="med" w="med" type="none"/>
            <a:tailEnd len="med" w="med" type="none"/>
          </a:ln>
        </p:spPr>
      </p:sp>
      <p:sp>
        <p:nvSpPr>
          <p:cNvPr id="235" name="Google Shape;235;p17"/>
          <p:cNvSpPr/>
          <p:nvPr/>
        </p:nvSpPr>
        <p:spPr>
          <a:xfrm rot="-2499097">
            <a:off x="-356375" y="-879421"/>
            <a:ext cx="3899477" cy="1866001"/>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lt2"/>
            </a:solidFill>
            <a:prstDash val="lgDash"/>
            <a:round/>
            <a:headEnd len="med" w="med" type="none"/>
            <a:tailEnd len="med" w="med" type="none"/>
          </a:ln>
        </p:spPr>
      </p:sp>
      <p:sp>
        <p:nvSpPr>
          <p:cNvPr id="236" name="Google Shape;236;p17"/>
          <p:cNvSpPr/>
          <p:nvPr/>
        </p:nvSpPr>
        <p:spPr>
          <a:xfrm>
            <a:off x="8569919" y="792083"/>
            <a:ext cx="679193" cy="170205"/>
          </a:xfrm>
          <a:custGeom>
            <a:rect b="b" l="l" r="r" t="t"/>
            <a:pathLst>
              <a:path extrusionOk="0" h="1569" w="6261">
                <a:moveTo>
                  <a:pt x="4049" y="1"/>
                </a:moveTo>
                <a:cubicBezTo>
                  <a:pt x="3686" y="1"/>
                  <a:pt x="3325" y="221"/>
                  <a:pt x="3169" y="560"/>
                </a:cubicBezTo>
                <a:cubicBezTo>
                  <a:pt x="2982" y="411"/>
                  <a:pt x="2745" y="333"/>
                  <a:pt x="2505" y="333"/>
                </a:cubicBezTo>
                <a:cubicBezTo>
                  <a:pt x="2392" y="333"/>
                  <a:pt x="2279" y="350"/>
                  <a:pt x="2171" y="385"/>
                </a:cubicBezTo>
                <a:cubicBezTo>
                  <a:pt x="1842" y="494"/>
                  <a:pt x="1579" y="779"/>
                  <a:pt x="1491" y="1120"/>
                </a:cubicBezTo>
                <a:cubicBezTo>
                  <a:pt x="1323" y="943"/>
                  <a:pt x="1084" y="837"/>
                  <a:pt x="843" y="837"/>
                </a:cubicBezTo>
                <a:cubicBezTo>
                  <a:pt x="770" y="837"/>
                  <a:pt x="697" y="847"/>
                  <a:pt x="625" y="867"/>
                </a:cubicBezTo>
                <a:cubicBezTo>
                  <a:pt x="319" y="944"/>
                  <a:pt x="66" y="1196"/>
                  <a:pt x="0" y="1503"/>
                </a:cubicBezTo>
                <a:lnTo>
                  <a:pt x="6239" y="1569"/>
                </a:lnTo>
                <a:cubicBezTo>
                  <a:pt x="6261" y="1273"/>
                  <a:pt x="6096" y="977"/>
                  <a:pt x="5844" y="823"/>
                </a:cubicBezTo>
                <a:cubicBezTo>
                  <a:pt x="5723" y="749"/>
                  <a:pt x="5581" y="714"/>
                  <a:pt x="5438" y="714"/>
                </a:cubicBezTo>
                <a:cubicBezTo>
                  <a:pt x="5285" y="714"/>
                  <a:pt x="5131" y="755"/>
                  <a:pt x="5000" y="835"/>
                </a:cubicBezTo>
                <a:cubicBezTo>
                  <a:pt x="4945" y="418"/>
                  <a:pt x="4594" y="67"/>
                  <a:pt x="4188" y="12"/>
                </a:cubicBezTo>
                <a:cubicBezTo>
                  <a:pt x="4142" y="4"/>
                  <a:pt x="4095" y="1"/>
                  <a:pt x="4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7"/>
          <p:cNvSpPr/>
          <p:nvPr/>
        </p:nvSpPr>
        <p:spPr>
          <a:xfrm>
            <a:off x="-247631" y="1328483"/>
            <a:ext cx="679193" cy="170205"/>
          </a:xfrm>
          <a:custGeom>
            <a:rect b="b" l="l" r="r" t="t"/>
            <a:pathLst>
              <a:path extrusionOk="0" h="1569" w="6261">
                <a:moveTo>
                  <a:pt x="4049" y="1"/>
                </a:moveTo>
                <a:cubicBezTo>
                  <a:pt x="3686" y="1"/>
                  <a:pt x="3325" y="221"/>
                  <a:pt x="3169" y="560"/>
                </a:cubicBezTo>
                <a:cubicBezTo>
                  <a:pt x="2982" y="411"/>
                  <a:pt x="2745" y="333"/>
                  <a:pt x="2505" y="333"/>
                </a:cubicBezTo>
                <a:cubicBezTo>
                  <a:pt x="2392" y="333"/>
                  <a:pt x="2279" y="350"/>
                  <a:pt x="2171" y="385"/>
                </a:cubicBezTo>
                <a:cubicBezTo>
                  <a:pt x="1842" y="494"/>
                  <a:pt x="1579" y="779"/>
                  <a:pt x="1491" y="1120"/>
                </a:cubicBezTo>
                <a:cubicBezTo>
                  <a:pt x="1323" y="943"/>
                  <a:pt x="1084" y="837"/>
                  <a:pt x="843" y="837"/>
                </a:cubicBezTo>
                <a:cubicBezTo>
                  <a:pt x="770" y="837"/>
                  <a:pt x="697" y="847"/>
                  <a:pt x="625" y="867"/>
                </a:cubicBezTo>
                <a:cubicBezTo>
                  <a:pt x="319" y="944"/>
                  <a:pt x="66" y="1196"/>
                  <a:pt x="0" y="1503"/>
                </a:cubicBezTo>
                <a:lnTo>
                  <a:pt x="6239" y="1569"/>
                </a:lnTo>
                <a:cubicBezTo>
                  <a:pt x="6261" y="1273"/>
                  <a:pt x="6096" y="977"/>
                  <a:pt x="5844" y="823"/>
                </a:cubicBezTo>
                <a:cubicBezTo>
                  <a:pt x="5723" y="749"/>
                  <a:pt x="5581" y="714"/>
                  <a:pt x="5438" y="714"/>
                </a:cubicBezTo>
                <a:cubicBezTo>
                  <a:pt x="5285" y="714"/>
                  <a:pt x="5131" y="755"/>
                  <a:pt x="5000" y="835"/>
                </a:cubicBezTo>
                <a:cubicBezTo>
                  <a:pt x="4945" y="418"/>
                  <a:pt x="4594" y="67"/>
                  <a:pt x="4188" y="12"/>
                </a:cubicBezTo>
                <a:cubicBezTo>
                  <a:pt x="4142" y="4"/>
                  <a:pt x="4095" y="1"/>
                  <a:pt x="4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7"/>
          <p:cNvSpPr/>
          <p:nvPr/>
        </p:nvSpPr>
        <p:spPr>
          <a:xfrm>
            <a:off x="6970800" y="4870899"/>
            <a:ext cx="679178" cy="170225"/>
          </a:xfrm>
          <a:custGeom>
            <a:rect b="b" l="l" r="r" t="t"/>
            <a:pathLst>
              <a:path extrusionOk="0" h="1569" w="6261">
                <a:moveTo>
                  <a:pt x="4049" y="1"/>
                </a:moveTo>
                <a:cubicBezTo>
                  <a:pt x="3686" y="1"/>
                  <a:pt x="3325" y="221"/>
                  <a:pt x="3169" y="560"/>
                </a:cubicBezTo>
                <a:cubicBezTo>
                  <a:pt x="2982" y="411"/>
                  <a:pt x="2745" y="333"/>
                  <a:pt x="2505" y="333"/>
                </a:cubicBezTo>
                <a:cubicBezTo>
                  <a:pt x="2392" y="333"/>
                  <a:pt x="2279" y="350"/>
                  <a:pt x="2171" y="385"/>
                </a:cubicBezTo>
                <a:cubicBezTo>
                  <a:pt x="1842" y="494"/>
                  <a:pt x="1579" y="779"/>
                  <a:pt x="1491" y="1120"/>
                </a:cubicBezTo>
                <a:cubicBezTo>
                  <a:pt x="1323" y="943"/>
                  <a:pt x="1084" y="837"/>
                  <a:pt x="843" y="837"/>
                </a:cubicBezTo>
                <a:cubicBezTo>
                  <a:pt x="770" y="837"/>
                  <a:pt x="697" y="847"/>
                  <a:pt x="625" y="867"/>
                </a:cubicBezTo>
                <a:cubicBezTo>
                  <a:pt x="319" y="944"/>
                  <a:pt x="66" y="1196"/>
                  <a:pt x="0" y="1503"/>
                </a:cubicBezTo>
                <a:lnTo>
                  <a:pt x="6239" y="1569"/>
                </a:lnTo>
                <a:cubicBezTo>
                  <a:pt x="6261" y="1273"/>
                  <a:pt x="6096" y="977"/>
                  <a:pt x="5844" y="823"/>
                </a:cubicBezTo>
                <a:cubicBezTo>
                  <a:pt x="5723" y="749"/>
                  <a:pt x="5581" y="714"/>
                  <a:pt x="5438" y="714"/>
                </a:cubicBezTo>
                <a:cubicBezTo>
                  <a:pt x="5285" y="714"/>
                  <a:pt x="5131" y="755"/>
                  <a:pt x="5000" y="835"/>
                </a:cubicBezTo>
                <a:cubicBezTo>
                  <a:pt x="4945" y="418"/>
                  <a:pt x="4594" y="67"/>
                  <a:pt x="4188" y="12"/>
                </a:cubicBezTo>
                <a:cubicBezTo>
                  <a:pt x="4142" y="4"/>
                  <a:pt x="4095" y="1"/>
                  <a:pt x="4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9" name="Google Shape;239;p17"/>
          <p:cNvGrpSpPr/>
          <p:nvPr/>
        </p:nvGrpSpPr>
        <p:grpSpPr>
          <a:xfrm>
            <a:off x="265001" y="4781610"/>
            <a:ext cx="210596" cy="210596"/>
            <a:chOff x="777346" y="3496226"/>
            <a:chExt cx="356700" cy="356700"/>
          </a:xfrm>
        </p:grpSpPr>
        <p:sp>
          <p:nvSpPr>
            <p:cNvPr id="240" name="Google Shape;240;p17">
              <a:hlinkClick action="ppaction://hlinkshowjump?jump=nextslide"/>
            </p:cNvPr>
            <p:cNvSpPr/>
            <p:nvPr/>
          </p:nvSpPr>
          <p:spPr>
            <a:xfrm>
              <a:off x="777346" y="3496226"/>
              <a:ext cx="356700" cy="356700"/>
            </a:xfrm>
            <a:prstGeom prst="ellipse">
              <a:avLst/>
            </a:prstGeom>
            <a:solidFill>
              <a:schemeClr val="lt1"/>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1" name="Google Shape;241;p17"/>
            <p:cNvGrpSpPr/>
            <p:nvPr/>
          </p:nvGrpSpPr>
          <p:grpSpPr>
            <a:xfrm>
              <a:off x="831727" y="3588720"/>
              <a:ext cx="247883" cy="171668"/>
              <a:chOff x="-797260" y="3184175"/>
              <a:chExt cx="502500" cy="348000"/>
            </a:xfrm>
          </p:grpSpPr>
          <p:cxnSp>
            <p:nvCxnSpPr>
              <p:cNvPr id="242" name="Google Shape;242;p17"/>
              <p:cNvCxnSpPr/>
              <p:nvPr/>
            </p:nvCxnSpPr>
            <p:spPr>
              <a:xfrm>
                <a:off x="-797260" y="3361225"/>
                <a:ext cx="502500" cy="0"/>
              </a:xfrm>
              <a:prstGeom prst="straightConnector1">
                <a:avLst/>
              </a:prstGeom>
              <a:noFill/>
              <a:ln cap="flat" cmpd="sng" w="9525">
                <a:solidFill>
                  <a:schemeClr val="accent2"/>
                </a:solidFill>
                <a:prstDash val="solid"/>
                <a:round/>
                <a:headEnd len="med" w="med" type="none"/>
                <a:tailEnd len="med" w="med" type="none"/>
              </a:ln>
            </p:spPr>
          </p:cxnSp>
          <p:cxnSp>
            <p:nvCxnSpPr>
              <p:cNvPr id="243" name="Google Shape;243;p17"/>
              <p:cNvCxnSpPr/>
              <p:nvPr/>
            </p:nvCxnSpPr>
            <p:spPr>
              <a:xfrm>
                <a:off x="-471875" y="3184175"/>
                <a:ext cx="174000" cy="174000"/>
              </a:xfrm>
              <a:prstGeom prst="straightConnector1">
                <a:avLst/>
              </a:prstGeom>
              <a:noFill/>
              <a:ln cap="flat" cmpd="sng" w="9525">
                <a:solidFill>
                  <a:schemeClr val="accent2"/>
                </a:solidFill>
                <a:prstDash val="solid"/>
                <a:round/>
                <a:headEnd len="med" w="med" type="none"/>
                <a:tailEnd len="med" w="med" type="none"/>
              </a:ln>
            </p:spPr>
          </p:cxnSp>
          <p:cxnSp>
            <p:nvCxnSpPr>
              <p:cNvPr id="244" name="Google Shape;244;p17"/>
              <p:cNvCxnSpPr/>
              <p:nvPr/>
            </p:nvCxnSpPr>
            <p:spPr>
              <a:xfrm flipH="1" rot="10800000">
                <a:off x="-471875" y="3358175"/>
                <a:ext cx="174000" cy="174000"/>
              </a:xfrm>
              <a:prstGeom prst="straightConnector1">
                <a:avLst/>
              </a:prstGeom>
              <a:noFill/>
              <a:ln cap="flat" cmpd="sng" w="9525">
                <a:solidFill>
                  <a:schemeClr val="accent2"/>
                </a:solidFill>
                <a:prstDash val="solid"/>
                <a:round/>
                <a:headEnd len="med" w="med" type="none"/>
                <a:tailEnd len="med" w="med" type="none"/>
              </a:ln>
            </p:spPr>
          </p:cxnSp>
        </p:grpSp>
      </p:grpSp>
      <p:grpSp>
        <p:nvGrpSpPr>
          <p:cNvPr id="245" name="Google Shape;245;p17"/>
          <p:cNvGrpSpPr/>
          <p:nvPr/>
        </p:nvGrpSpPr>
        <p:grpSpPr>
          <a:xfrm rot="5400000">
            <a:off x="8079424" y="104713"/>
            <a:ext cx="568987" cy="596813"/>
            <a:chOff x="8555949" y="806163"/>
            <a:chExt cx="568987" cy="596813"/>
          </a:xfrm>
        </p:grpSpPr>
        <p:sp>
          <p:nvSpPr>
            <p:cNvPr id="246" name="Google Shape;246;p17"/>
            <p:cNvSpPr/>
            <p:nvPr/>
          </p:nvSpPr>
          <p:spPr>
            <a:xfrm>
              <a:off x="8630075" y="984025"/>
              <a:ext cx="135900" cy="135900"/>
            </a:xfrm>
            <a:prstGeom prst="plus">
              <a:avLst>
                <a:gd fmla="val 4390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7"/>
            <p:cNvSpPr/>
            <p:nvPr/>
          </p:nvSpPr>
          <p:spPr>
            <a:xfrm>
              <a:off x="8862861" y="1309675"/>
              <a:ext cx="93300" cy="93300"/>
            </a:xfrm>
            <a:prstGeom prst="ellipse">
              <a:avLst/>
            </a:prstGeom>
            <a:solidFill>
              <a:schemeClr val="lt1"/>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7"/>
            <p:cNvSpPr/>
            <p:nvPr/>
          </p:nvSpPr>
          <p:spPr>
            <a:xfrm>
              <a:off x="9031636" y="806163"/>
              <a:ext cx="93300" cy="93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7"/>
            <p:cNvSpPr/>
            <p:nvPr/>
          </p:nvSpPr>
          <p:spPr>
            <a:xfrm>
              <a:off x="8555949" y="1267400"/>
              <a:ext cx="54900" cy="54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0" name="Google Shape;250;p17"/>
          <p:cNvGrpSpPr/>
          <p:nvPr/>
        </p:nvGrpSpPr>
        <p:grpSpPr>
          <a:xfrm rot="5400000">
            <a:off x="-273432" y="3251019"/>
            <a:ext cx="1238412" cy="385925"/>
            <a:chOff x="8251149" y="734000"/>
            <a:chExt cx="1238412" cy="385925"/>
          </a:xfrm>
        </p:grpSpPr>
        <p:sp>
          <p:nvSpPr>
            <p:cNvPr id="251" name="Google Shape;251;p17"/>
            <p:cNvSpPr/>
            <p:nvPr/>
          </p:nvSpPr>
          <p:spPr>
            <a:xfrm>
              <a:off x="8630075" y="984025"/>
              <a:ext cx="135900" cy="135900"/>
            </a:xfrm>
            <a:prstGeom prst="plus">
              <a:avLst>
                <a:gd fmla="val 4390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7"/>
            <p:cNvSpPr/>
            <p:nvPr/>
          </p:nvSpPr>
          <p:spPr>
            <a:xfrm>
              <a:off x="9396261" y="928675"/>
              <a:ext cx="93300" cy="93300"/>
            </a:xfrm>
            <a:prstGeom prst="ellipse">
              <a:avLst/>
            </a:prstGeom>
            <a:solidFill>
              <a:schemeClr val="lt1"/>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7"/>
            <p:cNvSpPr/>
            <p:nvPr/>
          </p:nvSpPr>
          <p:spPr>
            <a:xfrm>
              <a:off x="9031636" y="806163"/>
              <a:ext cx="93300" cy="93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7"/>
            <p:cNvSpPr/>
            <p:nvPr/>
          </p:nvSpPr>
          <p:spPr>
            <a:xfrm>
              <a:off x="8251149" y="734000"/>
              <a:ext cx="54900" cy="54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55" name="Shape 255"/>
        <p:cNvGrpSpPr/>
        <p:nvPr/>
      </p:nvGrpSpPr>
      <p:grpSpPr>
        <a:xfrm>
          <a:off x="0" y="0"/>
          <a:ext cx="0" cy="0"/>
          <a:chOff x="0" y="0"/>
          <a:chExt cx="0" cy="0"/>
        </a:xfrm>
      </p:grpSpPr>
      <p:sp>
        <p:nvSpPr>
          <p:cNvPr id="256" name="Google Shape;256;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57" name="Google Shape;257;p18"/>
          <p:cNvSpPr txBox="1"/>
          <p:nvPr>
            <p:ph idx="1" type="subTitle"/>
          </p:nvPr>
        </p:nvSpPr>
        <p:spPr>
          <a:xfrm>
            <a:off x="937625" y="3025998"/>
            <a:ext cx="2280000" cy="150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58" name="Google Shape;258;p18"/>
          <p:cNvSpPr txBox="1"/>
          <p:nvPr>
            <p:ph idx="2" type="subTitle"/>
          </p:nvPr>
        </p:nvSpPr>
        <p:spPr>
          <a:xfrm>
            <a:off x="3484350" y="3025998"/>
            <a:ext cx="2280000" cy="150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59" name="Google Shape;259;p18"/>
          <p:cNvSpPr txBox="1"/>
          <p:nvPr>
            <p:ph idx="3" type="subTitle"/>
          </p:nvPr>
        </p:nvSpPr>
        <p:spPr>
          <a:xfrm>
            <a:off x="6031075" y="3025998"/>
            <a:ext cx="2280000" cy="150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60" name="Google Shape;260;p18"/>
          <p:cNvSpPr txBox="1"/>
          <p:nvPr>
            <p:ph idx="4" type="subTitle"/>
          </p:nvPr>
        </p:nvSpPr>
        <p:spPr>
          <a:xfrm>
            <a:off x="937625" y="2498300"/>
            <a:ext cx="2280000" cy="527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400">
                <a:solidFill>
                  <a:schemeClr val="dk1"/>
                </a:solidFill>
                <a:latin typeface="Bakbak One"/>
                <a:ea typeface="Bakbak One"/>
                <a:cs typeface="Bakbak One"/>
                <a:sym typeface="Bakbak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61" name="Google Shape;261;p18"/>
          <p:cNvSpPr txBox="1"/>
          <p:nvPr>
            <p:ph idx="5" type="subTitle"/>
          </p:nvPr>
        </p:nvSpPr>
        <p:spPr>
          <a:xfrm>
            <a:off x="3484350" y="2498300"/>
            <a:ext cx="2280000" cy="527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400">
                <a:solidFill>
                  <a:schemeClr val="dk1"/>
                </a:solidFill>
                <a:latin typeface="Bakbak One"/>
                <a:ea typeface="Bakbak One"/>
                <a:cs typeface="Bakbak One"/>
                <a:sym typeface="Bakbak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62" name="Google Shape;262;p18"/>
          <p:cNvSpPr txBox="1"/>
          <p:nvPr>
            <p:ph idx="6" type="subTitle"/>
          </p:nvPr>
        </p:nvSpPr>
        <p:spPr>
          <a:xfrm>
            <a:off x="6031075" y="2498300"/>
            <a:ext cx="2280000" cy="527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400">
                <a:solidFill>
                  <a:schemeClr val="dk1"/>
                </a:solidFill>
                <a:latin typeface="Bakbak One"/>
                <a:ea typeface="Bakbak One"/>
                <a:cs typeface="Bakbak One"/>
                <a:sym typeface="Bakbak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63" name="Google Shape;263;p18"/>
          <p:cNvSpPr/>
          <p:nvPr/>
        </p:nvSpPr>
        <p:spPr>
          <a:xfrm rot="-1526559">
            <a:off x="3115925" y="-1002837"/>
            <a:ext cx="3899407" cy="1865967"/>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lt2"/>
            </a:solidFill>
            <a:prstDash val="lgDash"/>
            <a:round/>
            <a:headEnd len="med" w="med" type="none"/>
            <a:tailEnd len="med" w="med" type="none"/>
          </a:ln>
        </p:spPr>
      </p:sp>
      <p:sp>
        <p:nvSpPr>
          <p:cNvPr id="264" name="Google Shape;264;p18"/>
          <p:cNvSpPr/>
          <p:nvPr/>
        </p:nvSpPr>
        <p:spPr>
          <a:xfrm rot="3010588">
            <a:off x="8512253" y="153467"/>
            <a:ext cx="1841616" cy="1817660"/>
          </a:xfrm>
          <a:custGeom>
            <a:rect b="b" l="l" r="r" t="t"/>
            <a:pathLst>
              <a:path extrusionOk="0" h="27390" w="27751">
                <a:moveTo>
                  <a:pt x="27751" y="26316"/>
                </a:moveTo>
                <a:cubicBezTo>
                  <a:pt x="20672" y="29147"/>
                  <a:pt x="10504" y="26049"/>
                  <a:pt x="5741" y="20096"/>
                </a:cubicBezTo>
                <a:cubicBezTo>
                  <a:pt x="1388" y="14656"/>
                  <a:pt x="3113" y="6232"/>
                  <a:pt x="0" y="0"/>
                </a:cubicBezTo>
              </a:path>
            </a:pathLst>
          </a:custGeom>
          <a:noFill/>
          <a:ln cap="flat" cmpd="sng" w="9525">
            <a:solidFill>
              <a:schemeClr val="lt2"/>
            </a:solidFill>
            <a:prstDash val="lgDash"/>
            <a:round/>
            <a:headEnd len="med" w="med" type="none"/>
            <a:tailEnd len="med" w="med" type="none"/>
          </a:ln>
        </p:spPr>
      </p:sp>
      <p:sp>
        <p:nvSpPr>
          <p:cNvPr id="265" name="Google Shape;265;p18"/>
          <p:cNvSpPr/>
          <p:nvPr/>
        </p:nvSpPr>
        <p:spPr>
          <a:xfrm>
            <a:off x="8571825" y="2421349"/>
            <a:ext cx="416576" cy="104389"/>
          </a:xfrm>
          <a:custGeom>
            <a:rect b="b" l="l" r="r" t="t"/>
            <a:pathLst>
              <a:path extrusionOk="0" h="1569" w="6261">
                <a:moveTo>
                  <a:pt x="4049" y="1"/>
                </a:moveTo>
                <a:cubicBezTo>
                  <a:pt x="3686" y="1"/>
                  <a:pt x="3325" y="221"/>
                  <a:pt x="3169" y="560"/>
                </a:cubicBezTo>
                <a:cubicBezTo>
                  <a:pt x="2982" y="411"/>
                  <a:pt x="2745" y="333"/>
                  <a:pt x="2505" y="333"/>
                </a:cubicBezTo>
                <a:cubicBezTo>
                  <a:pt x="2392" y="333"/>
                  <a:pt x="2279" y="350"/>
                  <a:pt x="2171" y="385"/>
                </a:cubicBezTo>
                <a:cubicBezTo>
                  <a:pt x="1842" y="494"/>
                  <a:pt x="1579" y="779"/>
                  <a:pt x="1491" y="1120"/>
                </a:cubicBezTo>
                <a:cubicBezTo>
                  <a:pt x="1323" y="943"/>
                  <a:pt x="1084" y="837"/>
                  <a:pt x="843" y="837"/>
                </a:cubicBezTo>
                <a:cubicBezTo>
                  <a:pt x="770" y="837"/>
                  <a:pt x="697" y="847"/>
                  <a:pt x="625" y="867"/>
                </a:cubicBezTo>
                <a:cubicBezTo>
                  <a:pt x="319" y="944"/>
                  <a:pt x="66" y="1196"/>
                  <a:pt x="0" y="1503"/>
                </a:cubicBezTo>
                <a:lnTo>
                  <a:pt x="6239" y="1569"/>
                </a:lnTo>
                <a:cubicBezTo>
                  <a:pt x="6261" y="1273"/>
                  <a:pt x="6096" y="977"/>
                  <a:pt x="5844" y="823"/>
                </a:cubicBezTo>
                <a:cubicBezTo>
                  <a:pt x="5723" y="749"/>
                  <a:pt x="5581" y="714"/>
                  <a:pt x="5438" y="714"/>
                </a:cubicBezTo>
                <a:cubicBezTo>
                  <a:pt x="5285" y="714"/>
                  <a:pt x="5131" y="755"/>
                  <a:pt x="5000" y="835"/>
                </a:cubicBezTo>
                <a:cubicBezTo>
                  <a:pt x="4945" y="418"/>
                  <a:pt x="4594" y="67"/>
                  <a:pt x="4188" y="12"/>
                </a:cubicBezTo>
                <a:cubicBezTo>
                  <a:pt x="4142" y="4"/>
                  <a:pt x="4095" y="1"/>
                  <a:pt x="4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6" name="Google Shape;266;p18"/>
          <p:cNvGrpSpPr/>
          <p:nvPr/>
        </p:nvGrpSpPr>
        <p:grpSpPr>
          <a:xfrm>
            <a:off x="107343" y="3811438"/>
            <a:ext cx="416587" cy="596813"/>
            <a:chOff x="8555949" y="806163"/>
            <a:chExt cx="416587" cy="596813"/>
          </a:xfrm>
        </p:grpSpPr>
        <p:sp>
          <p:nvSpPr>
            <p:cNvPr id="267" name="Google Shape;267;p18"/>
            <p:cNvSpPr/>
            <p:nvPr/>
          </p:nvSpPr>
          <p:spPr>
            <a:xfrm>
              <a:off x="8630075" y="984025"/>
              <a:ext cx="135900" cy="135900"/>
            </a:xfrm>
            <a:prstGeom prst="plus">
              <a:avLst>
                <a:gd fmla="val 4390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8"/>
            <p:cNvSpPr/>
            <p:nvPr/>
          </p:nvSpPr>
          <p:spPr>
            <a:xfrm>
              <a:off x="8862861" y="1309675"/>
              <a:ext cx="93300" cy="93300"/>
            </a:xfrm>
            <a:prstGeom prst="ellipse">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8"/>
            <p:cNvSpPr/>
            <p:nvPr/>
          </p:nvSpPr>
          <p:spPr>
            <a:xfrm>
              <a:off x="8879236" y="806163"/>
              <a:ext cx="93300" cy="93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8"/>
            <p:cNvSpPr/>
            <p:nvPr/>
          </p:nvSpPr>
          <p:spPr>
            <a:xfrm>
              <a:off x="8555949" y="1267400"/>
              <a:ext cx="54900" cy="54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1" name="Google Shape;271;p18"/>
          <p:cNvSpPr/>
          <p:nvPr/>
        </p:nvSpPr>
        <p:spPr>
          <a:xfrm>
            <a:off x="8845851" y="3427946"/>
            <a:ext cx="679193" cy="170205"/>
          </a:xfrm>
          <a:custGeom>
            <a:rect b="b" l="l" r="r" t="t"/>
            <a:pathLst>
              <a:path extrusionOk="0" h="1569" w="6261">
                <a:moveTo>
                  <a:pt x="4049" y="1"/>
                </a:moveTo>
                <a:cubicBezTo>
                  <a:pt x="3686" y="1"/>
                  <a:pt x="3325" y="221"/>
                  <a:pt x="3169" y="560"/>
                </a:cubicBezTo>
                <a:cubicBezTo>
                  <a:pt x="2982" y="411"/>
                  <a:pt x="2745" y="333"/>
                  <a:pt x="2505" y="333"/>
                </a:cubicBezTo>
                <a:cubicBezTo>
                  <a:pt x="2392" y="333"/>
                  <a:pt x="2279" y="350"/>
                  <a:pt x="2171" y="385"/>
                </a:cubicBezTo>
                <a:cubicBezTo>
                  <a:pt x="1842" y="494"/>
                  <a:pt x="1579" y="779"/>
                  <a:pt x="1491" y="1120"/>
                </a:cubicBezTo>
                <a:cubicBezTo>
                  <a:pt x="1323" y="943"/>
                  <a:pt x="1084" y="837"/>
                  <a:pt x="843" y="837"/>
                </a:cubicBezTo>
                <a:cubicBezTo>
                  <a:pt x="770" y="837"/>
                  <a:pt x="697" y="847"/>
                  <a:pt x="625" y="867"/>
                </a:cubicBezTo>
                <a:cubicBezTo>
                  <a:pt x="319" y="944"/>
                  <a:pt x="66" y="1196"/>
                  <a:pt x="0" y="1503"/>
                </a:cubicBezTo>
                <a:lnTo>
                  <a:pt x="6239" y="1569"/>
                </a:lnTo>
                <a:cubicBezTo>
                  <a:pt x="6261" y="1273"/>
                  <a:pt x="6096" y="977"/>
                  <a:pt x="5844" y="823"/>
                </a:cubicBezTo>
                <a:cubicBezTo>
                  <a:pt x="5723" y="749"/>
                  <a:pt x="5581" y="714"/>
                  <a:pt x="5438" y="714"/>
                </a:cubicBezTo>
                <a:cubicBezTo>
                  <a:pt x="5285" y="714"/>
                  <a:pt x="5131" y="755"/>
                  <a:pt x="5000" y="835"/>
                </a:cubicBezTo>
                <a:cubicBezTo>
                  <a:pt x="4945" y="418"/>
                  <a:pt x="4594" y="67"/>
                  <a:pt x="4188" y="12"/>
                </a:cubicBezTo>
                <a:cubicBezTo>
                  <a:pt x="4142" y="4"/>
                  <a:pt x="4095" y="1"/>
                  <a:pt x="4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8"/>
          <p:cNvSpPr/>
          <p:nvPr/>
        </p:nvSpPr>
        <p:spPr>
          <a:xfrm>
            <a:off x="-365762" y="2020471"/>
            <a:ext cx="679193" cy="170205"/>
          </a:xfrm>
          <a:custGeom>
            <a:rect b="b" l="l" r="r" t="t"/>
            <a:pathLst>
              <a:path extrusionOk="0" h="1569" w="6261">
                <a:moveTo>
                  <a:pt x="4049" y="1"/>
                </a:moveTo>
                <a:cubicBezTo>
                  <a:pt x="3686" y="1"/>
                  <a:pt x="3325" y="221"/>
                  <a:pt x="3169" y="560"/>
                </a:cubicBezTo>
                <a:cubicBezTo>
                  <a:pt x="2982" y="411"/>
                  <a:pt x="2745" y="333"/>
                  <a:pt x="2505" y="333"/>
                </a:cubicBezTo>
                <a:cubicBezTo>
                  <a:pt x="2392" y="333"/>
                  <a:pt x="2279" y="350"/>
                  <a:pt x="2171" y="385"/>
                </a:cubicBezTo>
                <a:cubicBezTo>
                  <a:pt x="1842" y="494"/>
                  <a:pt x="1579" y="779"/>
                  <a:pt x="1491" y="1120"/>
                </a:cubicBezTo>
                <a:cubicBezTo>
                  <a:pt x="1323" y="943"/>
                  <a:pt x="1084" y="837"/>
                  <a:pt x="843" y="837"/>
                </a:cubicBezTo>
                <a:cubicBezTo>
                  <a:pt x="770" y="837"/>
                  <a:pt x="697" y="847"/>
                  <a:pt x="625" y="867"/>
                </a:cubicBezTo>
                <a:cubicBezTo>
                  <a:pt x="319" y="944"/>
                  <a:pt x="66" y="1196"/>
                  <a:pt x="0" y="1503"/>
                </a:cubicBezTo>
                <a:lnTo>
                  <a:pt x="6239" y="1569"/>
                </a:lnTo>
                <a:cubicBezTo>
                  <a:pt x="6261" y="1273"/>
                  <a:pt x="6096" y="977"/>
                  <a:pt x="5844" y="823"/>
                </a:cubicBezTo>
                <a:cubicBezTo>
                  <a:pt x="5723" y="749"/>
                  <a:pt x="5581" y="714"/>
                  <a:pt x="5438" y="714"/>
                </a:cubicBezTo>
                <a:cubicBezTo>
                  <a:pt x="5285" y="714"/>
                  <a:pt x="5131" y="755"/>
                  <a:pt x="5000" y="835"/>
                </a:cubicBezTo>
                <a:cubicBezTo>
                  <a:pt x="4945" y="418"/>
                  <a:pt x="4594" y="67"/>
                  <a:pt x="4188" y="12"/>
                </a:cubicBezTo>
                <a:cubicBezTo>
                  <a:pt x="4142" y="4"/>
                  <a:pt x="4095" y="1"/>
                  <a:pt x="4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8"/>
          <p:cNvSpPr/>
          <p:nvPr/>
        </p:nvSpPr>
        <p:spPr>
          <a:xfrm flipH="1" rot="-8100000">
            <a:off x="-524684" y="4314302"/>
            <a:ext cx="2405868" cy="2374571"/>
          </a:xfrm>
          <a:custGeom>
            <a:rect b="b" l="l" r="r" t="t"/>
            <a:pathLst>
              <a:path extrusionOk="0" h="27390" w="27751">
                <a:moveTo>
                  <a:pt x="27751" y="26316"/>
                </a:moveTo>
                <a:cubicBezTo>
                  <a:pt x="20672" y="29147"/>
                  <a:pt x="10504" y="26049"/>
                  <a:pt x="5741" y="20096"/>
                </a:cubicBezTo>
                <a:cubicBezTo>
                  <a:pt x="1388" y="14656"/>
                  <a:pt x="3113" y="6232"/>
                  <a:pt x="0" y="0"/>
                </a:cubicBezTo>
              </a:path>
            </a:pathLst>
          </a:custGeom>
          <a:noFill/>
          <a:ln cap="flat" cmpd="sng" w="9525">
            <a:solidFill>
              <a:schemeClr val="lt2"/>
            </a:solidFill>
            <a:prstDash val="lgDash"/>
            <a:round/>
            <a:headEnd len="med" w="med" type="none"/>
            <a:tailEnd len="med" w="med" type="none"/>
          </a:ln>
        </p:spPr>
      </p:sp>
      <p:sp>
        <p:nvSpPr>
          <p:cNvPr id="274" name="Google Shape;274;p18"/>
          <p:cNvSpPr/>
          <p:nvPr/>
        </p:nvSpPr>
        <p:spPr>
          <a:xfrm flipH="1" rot="1461625">
            <a:off x="-1229109" y="-1368174"/>
            <a:ext cx="2405905" cy="2374608"/>
          </a:xfrm>
          <a:custGeom>
            <a:rect b="b" l="l" r="r" t="t"/>
            <a:pathLst>
              <a:path extrusionOk="0" h="27390" w="27751">
                <a:moveTo>
                  <a:pt x="27751" y="26316"/>
                </a:moveTo>
                <a:cubicBezTo>
                  <a:pt x="20672" y="29147"/>
                  <a:pt x="10504" y="26049"/>
                  <a:pt x="5741" y="20096"/>
                </a:cubicBezTo>
                <a:cubicBezTo>
                  <a:pt x="1388" y="14656"/>
                  <a:pt x="3113" y="6232"/>
                  <a:pt x="0" y="0"/>
                </a:cubicBezTo>
              </a:path>
            </a:pathLst>
          </a:custGeom>
          <a:noFill/>
          <a:ln cap="flat" cmpd="sng" w="9525">
            <a:solidFill>
              <a:schemeClr val="lt2"/>
            </a:solidFill>
            <a:prstDash val="lgDash"/>
            <a:round/>
            <a:headEnd len="med" w="med" type="none"/>
            <a:tailEnd len="med" w="med" type="none"/>
          </a:ln>
        </p:spPr>
      </p:sp>
      <p:sp>
        <p:nvSpPr>
          <p:cNvPr id="275" name="Google Shape;275;p18"/>
          <p:cNvSpPr/>
          <p:nvPr/>
        </p:nvSpPr>
        <p:spPr>
          <a:xfrm>
            <a:off x="2368413" y="4818321"/>
            <a:ext cx="679193" cy="170205"/>
          </a:xfrm>
          <a:custGeom>
            <a:rect b="b" l="l" r="r" t="t"/>
            <a:pathLst>
              <a:path extrusionOk="0" h="1569" w="6261">
                <a:moveTo>
                  <a:pt x="4049" y="1"/>
                </a:moveTo>
                <a:cubicBezTo>
                  <a:pt x="3686" y="1"/>
                  <a:pt x="3325" y="221"/>
                  <a:pt x="3169" y="560"/>
                </a:cubicBezTo>
                <a:cubicBezTo>
                  <a:pt x="2982" y="411"/>
                  <a:pt x="2745" y="333"/>
                  <a:pt x="2505" y="333"/>
                </a:cubicBezTo>
                <a:cubicBezTo>
                  <a:pt x="2392" y="333"/>
                  <a:pt x="2279" y="350"/>
                  <a:pt x="2171" y="385"/>
                </a:cubicBezTo>
                <a:cubicBezTo>
                  <a:pt x="1842" y="494"/>
                  <a:pt x="1579" y="779"/>
                  <a:pt x="1491" y="1120"/>
                </a:cubicBezTo>
                <a:cubicBezTo>
                  <a:pt x="1323" y="943"/>
                  <a:pt x="1084" y="837"/>
                  <a:pt x="843" y="837"/>
                </a:cubicBezTo>
                <a:cubicBezTo>
                  <a:pt x="770" y="837"/>
                  <a:pt x="697" y="847"/>
                  <a:pt x="625" y="867"/>
                </a:cubicBezTo>
                <a:cubicBezTo>
                  <a:pt x="319" y="944"/>
                  <a:pt x="66" y="1196"/>
                  <a:pt x="0" y="1503"/>
                </a:cubicBezTo>
                <a:lnTo>
                  <a:pt x="6239" y="1569"/>
                </a:lnTo>
                <a:cubicBezTo>
                  <a:pt x="6261" y="1273"/>
                  <a:pt x="6096" y="977"/>
                  <a:pt x="5844" y="823"/>
                </a:cubicBezTo>
                <a:cubicBezTo>
                  <a:pt x="5723" y="749"/>
                  <a:pt x="5581" y="714"/>
                  <a:pt x="5438" y="714"/>
                </a:cubicBezTo>
                <a:cubicBezTo>
                  <a:pt x="5285" y="714"/>
                  <a:pt x="5131" y="755"/>
                  <a:pt x="5000" y="835"/>
                </a:cubicBezTo>
                <a:cubicBezTo>
                  <a:pt x="4945" y="418"/>
                  <a:pt x="4594" y="67"/>
                  <a:pt x="4188" y="12"/>
                </a:cubicBezTo>
                <a:cubicBezTo>
                  <a:pt x="4142" y="4"/>
                  <a:pt x="4095" y="1"/>
                  <a:pt x="4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8"/>
          <p:cNvSpPr/>
          <p:nvPr/>
        </p:nvSpPr>
        <p:spPr>
          <a:xfrm flipH="1">
            <a:off x="5508603" y="4674573"/>
            <a:ext cx="4114800" cy="1414225"/>
          </a:xfrm>
          <a:custGeom>
            <a:rect b="b" l="l" r="r" t="t"/>
            <a:pathLst>
              <a:path extrusionOk="0" h="56569" w="164592">
                <a:moveTo>
                  <a:pt x="0" y="4277"/>
                </a:moveTo>
                <a:cubicBezTo>
                  <a:pt x="28218" y="-5125"/>
                  <a:pt x="62109" y="3035"/>
                  <a:pt x="88297" y="17136"/>
                </a:cubicBezTo>
                <a:cubicBezTo>
                  <a:pt x="100376" y="23640"/>
                  <a:pt x="110755" y="32907"/>
                  <a:pt x="121730" y="41139"/>
                </a:cubicBezTo>
                <a:cubicBezTo>
                  <a:pt x="127125" y="45186"/>
                  <a:pt x="131533" y="51288"/>
                  <a:pt x="138018" y="53140"/>
                </a:cubicBezTo>
                <a:cubicBezTo>
                  <a:pt x="146606" y="55593"/>
                  <a:pt x="155661" y="56569"/>
                  <a:pt x="164592" y="56569"/>
                </a:cubicBezTo>
              </a:path>
            </a:pathLst>
          </a:custGeom>
          <a:noFill/>
          <a:ln cap="flat" cmpd="sng" w="9525">
            <a:solidFill>
              <a:schemeClr val="lt2"/>
            </a:solidFill>
            <a:prstDash val="dash"/>
            <a:round/>
            <a:headEnd len="med" w="med" type="none"/>
            <a:tailEnd len="med" w="med" type="none"/>
          </a:ln>
        </p:spPr>
      </p:sp>
      <p:grpSp>
        <p:nvGrpSpPr>
          <p:cNvPr id="277" name="Google Shape;277;p18"/>
          <p:cNvGrpSpPr/>
          <p:nvPr/>
        </p:nvGrpSpPr>
        <p:grpSpPr>
          <a:xfrm>
            <a:off x="8429268" y="103300"/>
            <a:ext cx="400212" cy="418950"/>
            <a:chOff x="8555949" y="984025"/>
            <a:chExt cx="400212" cy="418950"/>
          </a:xfrm>
        </p:grpSpPr>
        <p:sp>
          <p:nvSpPr>
            <p:cNvPr id="278" name="Google Shape;278;p18"/>
            <p:cNvSpPr/>
            <p:nvPr/>
          </p:nvSpPr>
          <p:spPr>
            <a:xfrm>
              <a:off x="8630075" y="984025"/>
              <a:ext cx="135900" cy="135900"/>
            </a:xfrm>
            <a:prstGeom prst="plus">
              <a:avLst>
                <a:gd fmla="val 4390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8"/>
            <p:cNvSpPr/>
            <p:nvPr/>
          </p:nvSpPr>
          <p:spPr>
            <a:xfrm>
              <a:off x="8862861" y="1309675"/>
              <a:ext cx="93300" cy="93300"/>
            </a:xfrm>
            <a:prstGeom prst="ellipse">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8"/>
            <p:cNvSpPr/>
            <p:nvPr/>
          </p:nvSpPr>
          <p:spPr>
            <a:xfrm>
              <a:off x="8555949" y="1267400"/>
              <a:ext cx="54900" cy="54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1" name="Google Shape;281;p18"/>
          <p:cNvSpPr/>
          <p:nvPr/>
        </p:nvSpPr>
        <p:spPr>
          <a:xfrm rot="-598330">
            <a:off x="552518" y="782087"/>
            <a:ext cx="152164" cy="190205"/>
          </a:xfrm>
          <a:custGeom>
            <a:rect b="b" l="l" r="r" t="t"/>
            <a:pathLst>
              <a:path extrusionOk="0" h="4276" w="3421">
                <a:moveTo>
                  <a:pt x="1718" y="979"/>
                </a:moveTo>
                <a:cubicBezTo>
                  <a:pt x="2155" y="979"/>
                  <a:pt x="2500" y="1388"/>
                  <a:pt x="2423" y="1864"/>
                </a:cubicBezTo>
                <a:cubicBezTo>
                  <a:pt x="2380" y="2149"/>
                  <a:pt x="2171" y="2380"/>
                  <a:pt x="1908" y="2445"/>
                </a:cubicBezTo>
                <a:cubicBezTo>
                  <a:pt x="1839" y="2466"/>
                  <a:pt x="1772" y="2475"/>
                  <a:pt x="1706" y="2475"/>
                </a:cubicBezTo>
                <a:cubicBezTo>
                  <a:pt x="1275" y="2475"/>
                  <a:pt x="923" y="2066"/>
                  <a:pt x="1009" y="1590"/>
                </a:cubicBezTo>
                <a:cubicBezTo>
                  <a:pt x="1053" y="1305"/>
                  <a:pt x="1261" y="1074"/>
                  <a:pt x="1513" y="1009"/>
                </a:cubicBezTo>
                <a:cubicBezTo>
                  <a:pt x="1583" y="988"/>
                  <a:pt x="1652" y="979"/>
                  <a:pt x="1718" y="979"/>
                </a:cubicBezTo>
                <a:close/>
                <a:moveTo>
                  <a:pt x="1716" y="0"/>
                </a:moveTo>
                <a:cubicBezTo>
                  <a:pt x="1628" y="0"/>
                  <a:pt x="1538" y="7"/>
                  <a:pt x="1447" y="22"/>
                </a:cubicBezTo>
                <a:cubicBezTo>
                  <a:pt x="680" y="143"/>
                  <a:pt x="77" y="823"/>
                  <a:pt x="22" y="1634"/>
                </a:cubicBezTo>
                <a:cubicBezTo>
                  <a:pt x="0" y="2029"/>
                  <a:pt x="99" y="2402"/>
                  <a:pt x="285" y="2697"/>
                </a:cubicBezTo>
                <a:cubicBezTo>
                  <a:pt x="329" y="2774"/>
                  <a:pt x="384" y="2840"/>
                  <a:pt x="439" y="2906"/>
                </a:cubicBezTo>
                <a:lnTo>
                  <a:pt x="1535" y="4144"/>
                </a:lnTo>
                <a:cubicBezTo>
                  <a:pt x="1612" y="4231"/>
                  <a:pt x="1719" y="4275"/>
                  <a:pt x="1828" y="4275"/>
                </a:cubicBezTo>
                <a:cubicBezTo>
                  <a:pt x="1953" y="4275"/>
                  <a:pt x="2078" y="4218"/>
                  <a:pt x="2160" y="4100"/>
                </a:cubicBezTo>
                <a:lnTo>
                  <a:pt x="2840" y="3147"/>
                </a:lnTo>
                <a:cubicBezTo>
                  <a:pt x="2894" y="3048"/>
                  <a:pt x="3016" y="2873"/>
                  <a:pt x="3114" y="2719"/>
                </a:cubicBezTo>
                <a:cubicBezTo>
                  <a:pt x="3311" y="2412"/>
                  <a:pt x="3421" y="2061"/>
                  <a:pt x="3410" y="1700"/>
                </a:cubicBezTo>
                <a:lnTo>
                  <a:pt x="3410" y="1688"/>
                </a:lnTo>
                <a:cubicBezTo>
                  <a:pt x="3370" y="740"/>
                  <a:pt x="2620" y="0"/>
                  <a:pt x="17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8"/>
          <p:cNvSpPr/>
          <p:nvPr/>
        </p:nvSpPr>
        <p:spPr>
          <a:xfrm flipH="1" rot="598330">
            <a:off x="8417618" y="4402062"/>
            <a:ext cx="152164" cy="190205"/>
          </a:xfrm>
          <a:custGeom>
            <a:rect b="b" l="l" r="r" t="t"/>
            <a:pathLst>
              <a:path extrusionOk="0" h="4276" w="3421">
                <a:moveTo>
                  <a:pt x="1718" y="979"/>
                </a:moveTo>
                <a:cubicBezTo>
                  <a:pt x="2155" y="979"/>
                  <a:pt x="2500" y="1388"/>
                  <a:pt x="2423" y="1864"/>
                </a:cubicBezTo>
                <a:cubicBezTo>
                  <a:pt x="2380" y="2149"/>
                  <a:pt x="2171" y="2380"/>
                  <a:pt x="1908" y="2445"/>
                </a:cubicBezTo>
                <a:cubicBezTo>
                  <a:pt x="1839" y="2466"/>
                  <a:pt x="1772" y="2475"/>
                  <a:pt x="1706" y="2475"/>
                </a:cubicBezTo>
                <a:cubicBezTo>
                  <a:pt x="1275" y="2475"/>
                  <a:pt x="923" y="2066"/>
                  <a:pt x="1009" y="1590"/>
                </a:cubicBezTo>
                <a:cubicBezTo>
                  <a:pt x="1053" y="1305"/>
                  <a:pt x="1261" y="1074"/>
                  <a:pt x="1513" y="1009"/>
                </a:cubicBezTo>
                <a:cubicBezTo>
                  <a:pt x="1583" y="988"/>
                  <a:pt x="1652" y="979"/>
                  <a:pt x="1718" y="979"/>
                </a:cubicBezTo>
                <a:close/>
                <a:moveTo>
                  <a:pt x="1716" y="0"/>
                </a:moveTo>
                <a:cubicBezTo>
                  <a:pt x="1628" y="0"/>
                  <a:pt x="1538" y="7"/>
                  <a:pt x="1447" y="22"/>
                </a:cubicBezTo>
                <a:cubicBezTo>
                  <a:pt x="680" y="143"/>
                  <a:pt x="77" y="823"/>
                  <a:pt x="22" y="1634"/>
                </a:cubicBezTo>
                <a:cubicBezTo>
                  <a:pt x="0" y="2029"/>
                  <a:pt x="99" y="2402"/>
                  <a:pt x="285" y="2697"/>
                </a:cubicBezTo>
                <a:cubicBezTo>
                  <a:pt x="329" y="2774"/>
                  <a:pt x="384" y="2840"/>
                  <a:pt x="439" y="2906"/>
                </a:cubicBezTo>
                <a:lnTo>
                  <a:pt x="1535" y="4144"/>
                </a:lnTo>
                <a:cubicBezTo>
                  <a:pt x="1612" y="4231"/>
                  <a:pt x="1719" y="4275"/>
                  <a:pt x="1828" y="4275"/>
                </a:cubicBezTo>
                <a:cubicBezTo>
                  <a:pt x="1953" y="4275"/>
                  <a:pt x="2078" y="4218"/>
                  <a:pt x="2160" y="4100"/>
                </a:cubicBezTo>
                <a:lnTo>
                  <a:pt x="2840" y="3147"/>
                </a:lnTo>
                <a:cubicBezTo>
                  <a:pt x="2894" y="3048"/>
                  <a:pt x="3016" y="2873"/>
                  <a:pt x="3114" y="2719"/>
                </a:cubicBezTo>
                <a:cubicBezTo>
                  <a:pt x="3311" y="2412"/>
                  <a:pt x="3421" y="2061"/>
                  <a:pt x="3410" y="1700"/>
                </a:cubicBezTo>
                <a:lnTo>
                  <a:pt x="3410" y="1688"/>
                </a:lnTo>
                <a:cubicBezTo>
                  <a:pt x="3370" y="740"/>
                  <a:pt x="2620" y="0"/>
                  <a:pt x="17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83" name="Shape 283"/>
        <p:cNvGrpSpPr/>
        <p:nvPr/>
      </p:nvGrpSpPr>
      <p:grpSpPr>
        <a:xfrm>
          <a:off x="0" y="0"/>
          <a:ext cx="0" cy="0"/>
          <a:chOff x="0" y="0"/>
          <a:chExt cx="0" cy="0"/>
        </a:xfrm>
      </p:grpSpPr>
      <p:sp>
        <p:nvSpPr>
          <p:cNvPr id="284" name="Google Shape;284;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85" name="Google Shape;285;p19"/>
          <p:cNvSpPr txBox="1"/>
          <p:nvPr>
            <p:ph idx="1" type="subTitle"/>
          </p:nvPr>
        </p:nvSpPr>
        <p:spPr>
          <a:xfrm>
            <a:off x="715200" y="1860450"/>
            <a:ext cx="2507700" cy="855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86" name="Google Shape;286;p19"/>
          <p:cNvSpPr txBox="1"/>
          <p:nvPr>
            <p:ph idx="2" type="subTitle"/>
          </p:nvPr>
        </p:nvSpPr>
        <p:spPr>
          <a:xfrm>
            <a:off x="5916249" y="1860450"/>
            <a:ext cx="2507700" cy="855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87" name="Google Shape;287;p19"/>
          <p:cNvSpPr txBox="1"/>
          <p:nvPr>
            <p:ph idx="3" type="subTitle"/>
          </p:nvPr>
        </p:nvSpPr>
        <p:spPr>
          <a:xfrm>
            <a:off x="715200" y="3672200"/>
            <a:ext cx="2507700" cy="855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88" name="Google Shape;288;p19"/>
          <p:cNvSpPr txBox="1"/>
          <p:nvPr>
            <p:ph idx="4" type="subTitle"/>
          </p:nvPr>
        </p:nvSpPr>
        <p:spPr>
          <a:xfrm>
            <a:off x="5916249" y="3672200"/>
            <a:ext cx="2507700" cy="855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89" name="Google Shape;289;p19"/>
          <p:cNvSpPr txBox="1"/>
          <p:nvPr>
            <p:ph idx="5" type="subTitle"/>
          </p:nvPr>
        </p:nvSpPr>
        <p:spPr>
          <a:xfrm>
            <a:off x="715200" y="1332750"/>
            <a:ext cx="2507700" cy="527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600">
                <a:solidFill>
                  <a:schemeClr val="dk1"/>
                </a:solidFill>
                <a:latin typeface="Bakbak One"/>
                <a:ea typeface="Bakbak One"/>
                <a:cs typeface="Bakbak One"/>
                <a:sym typeface="Bakbak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90" name="Google Shape;290;p19"/>
          <p:cNvSpPr txBox="1"/>
          <p:nvPr>
            <p:ph idx="6" type="subTitle"/>
          </p:nvPr>
        </p:nvSpPr>
        <p:spPr>
          <a:xfrm>
            <a:off x="715200" y="3144501"/>
            <a:ext cx="2507700" cy="527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600">
                <a:solidFill>
                  <a:schemeClr val="dk1"/>
                </a:solidFill>
                <a:latin typeface="Bakbak One"/>
                <a:ea typeface="Bakbak One"/>
                <a:cs typeface="Bakbak One"/>
                <a:sym typeface="Bakbak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91" name="Google Shape;291;p19"/>
          <p:cNvSpPr txBox="1"/>
          <p:nvPr>
            <p:ph idx="7" type="subTitle"/>
          </p:nvPr>
        </p:nvSpPr>
        <p:spPr>
          <a:xfrm>
            <a:off x="5916225" y="1332750"/>
            <a:ext cx="2507700" cy="527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600">
                <a:solidFill>
                  <a:schemeClr val="dk1"/>
                </a:solidFill>
                <a:latin typeface="Bakbak One"/>
                <a:ea typeface="Bakbak One"/>
                <a:cs typeface="Bakbak One"/>
                <a:sym typeface="Bakbak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92" name="Google Shape;292;p19"/>
          <p:cNvSpPr txBox="1"/>
          <p:nvPr>
            <p:ph idx="8" type="subTitle"/>
          </p:nvPr>
        </p:nvSpPr>
        <p:spPr>
          <a:xfrm>
            <a:off x="5916225" y="3144501"/>
            <a:ext cx="2507700" cy="527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600">
                <a:solidFill>
                  <a:schemeClr val="dk1"/>
                </a:solidFill>
                <a:latin typeface="Bakbak One"/>
                <a:ea typeface="Bakbak One"/>
                <a:cs typeface="Bakbak One"/>
                <a:sym typeface="Bakbak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93" name="Google Shape;293;p19"/>
          <p:cNvSpPr/>
          <p:nvPr/>
        </p:nvSpPr>
        <p:spPr>
          <a:xfrm flipH="1">
            <a:off x="-1356975" y="-501775"/>
            <a:ext cx="3899475" cy="1866000"/>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rgbClr val="7BB930"/>
            </a:solidFill>
            <a:prstDash val="lgDash"/>
            <a:round/>
            <a:headEnd len="med" w="med" type="none"/>
            <a:tailEnd len="med" w="med" type="none"/>
          </a:ln>
        </p:spPr>
      </p:sp>
      <p:sp>
        <p:nvSpPr>
          <p:cNvPr id="294" name="Google Shape;294;p19"/>
          <p:cNvSpPr/>
          <p:nvPr/>
        </p:nvSpPr>
        <p:spPr>
          <a:xfrm flipH="1">
            <a:off x="8616488" y="320525"/>
            <a:ext cx="964387" cy="1748853"/>
          </a:xfrm>
          <a:custGeom>
            <a:rect b="b" l="l" r="r" t="t"/>
            <a:pathLst>
              <a:path extrusionOk="0" h="44975" w="24801">
                <a:moveTo>
                  <a:pt x="0" y="0"/>
                </a:moveTo>
                <a:cubicBezTo>
                  <a:pt x="9939" y="2840"/>
                  <a:pt x="22701" y="8942"/>
                  <a:pt x="24402" y="19138"/>
                </a:cubicBezTo>
                <a:cubicBezTo>
                  <a:pt x="25999" y="28707"/>
                  <a:pt x="19683" y="40640"/>
                  <a:pt x="11004" y="44975"/>
                </a:cubicBezTo>
              </a:path>
            </a:pathLst>
          </a:custGeom>
          <a:noFill/>
          <a:ln cap="flat" cmpd="sng" w="9525">
            <a:solidFill>
              <a:srgbClr val="7BB930"/>
            </a:solidFill>
            <a:prstDash val="lgDash"/>
            <a:round/>
            <a:headEnd len="med" w="med" type="none"/>
            <a:tailEnd len="med" w="med" type="none"/>
          </a:ln>
        </p:spPr>
      </p:sp>
      <p:sp>
        <p:nvSpPr>
          <p:cNvPr id="295" name="Google Shape;295;p19"/>
          <p:cNvSpPr/>
          <p:nvPr/>
        </p:nvSpPr>
        <p:spPr>
          <a:xfrm flipH="1" rot="2700000">
            <a:off x="5495848" y="-602314"/>
            <a:ext cx="1119389" cy="1104828"/>
          </a:xfrm>
          <a:custGeom>
            <a:rect b="b" l="l" r="r" t="t"/>
            <a:pathLst>
              <a:path extrusionOk="0" h="27390" w="27751">
                <a:moveTo>
                  <a:pt x="27751" y="26316"/>
                </a:moveTo>
                <a:cubicBezTo>
                  <a:pt x="20672" y="29147"/>
                  <a:pt x="10504" y="26049"/>
                  <a:pt x="5741" y="20096"/>
                </a:cubicBezTo>
                <a:cubicBezTo>
                  <a:pt x="1388" y="14656"/>
                  <a:pt x="3113" y="6232"/>
                  <a:pt x="0" y="0"/>
                </a:cubicBezTo>
              </a:path>
            </a:pathLst>
          </a:custGeom>
          <a:noFill/>
          <a:ln cap="flat" cmpd="sng" w="9525">
            <a:solidFill>
              <a:srgbClr val="7BB930"/>
            </a:solidFill>
            <a:prstDash val="lgDash"/>
            <a:round/>
            <a:headEnd len="med" w="med" type="none"/>
            <a:tailEnd len="med" w="med" type="none"/>
          </a:ln>
        </p:spPr>
      </p:sp>
      <p:sp>
        <p:nvSpPr>
          <p:cNvPr id="296" name="Google Shape;296;p19"/>
          <p:cNvSpPr/>
          <p:nvPr/>
        </p:nvSpPr>
        <p:spPr>
          <a:xfrm flipH="1" rot="-10799680">
            <a:off x="5118351" y="4587186"/>
            <a:ext cx="4195445" cy="2007256"/>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rgbClr val="7BB930"/>
            </a:solidFill>
            <a:prstDash val="lgDash"/>
            <a:round/>
            <a:headEnd len="med" w="med" type="none"/>
            <a:tailEnd len="med" w="med" type="none"/>
          </a:ln>
        </p:spPr>
      </p:sp>
      <p:grpSp>
        <p:nvGrpSpPr>
          <p:cNvPr id="297" name="Google Shape;297;p19"/>
          <p:cNvGrpSpPr/>
          <p:nvPr/>
        </p:nvGrpSpPr>
        <p:grpSpPr>
          <a:xfrm>
            <a:off x="8458541" y="2362275"/>
            <a:ext cx="400212" cy="418950"/>
            <a:chOff x="8555949" y="984025"/>
            <a:chExt cx="400212" cy="418950"/>
          </a:xfrm>
        </p:grpSpPr>
        <p:sp>
          <p:nvSpPr>
            <p:cNvPr id="298" name="Google Shape;298;p19"/>
            <p:cNvSpPr/>
            <p:nvPr/>
          </p:nvSpPr>
          <p:spPr>
            <a:xfrm>
              <a:off x="8630075" y="984025"/>
              <a:ext cx="135900" cy="135900"/>
            </a:xfrm>
            <a:prstGeom prst="plus">
              <a:avLst>
                <a:gd fmla="val 43902" name="adj"/>
              </a:avLst>
            </a:prstGeom>
            <a:solidFill>
              <a:srgbClr val="7BB9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9"/>
            <p:cNvSpPr/>
            <p:nvPr/>
          </p:nvSpPr>
          <p:spPr>
            <a:xfrm>
              <a:off x="8862861" y="1309675"/>
              <a:ext cx="93300" cy="93300"/>
            </a:xfrm>
            <a:prstGeom prst="ellipse">
              <a:avLst/>
            </a:prstGeom>
            <a:noFill/>
            <a:ln cap="flat" cmpd="sng" w="19050">
              <a:solidFill>
                <a:srgbClr val="7BB9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9"/>
            <p:cNvSpPr/>
            <p:nvPr/>
          </p:nvSpPr>
          <p:spPr>
            <a:xfrm>
              <a:off x="8555949" y="1267400"/>
              <a:ext cx="54900" cy="54900"/>
            </a:xfrm>
            <a:prstGeom prst="ellipse">
              <a:avLst/>
            </a:prstGeom>
            <a:solidFill>
              <a:srgbClr val="7BB9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1" name="Google Shape;301;p19"/>
          <p:cNvGrpSpPr/>
          <p:nvPr/>
        </p:nvGrpSpPr>
        <p:grpSpPr>
          <a:xfrm>
            <a:off x="135941" y="4198750"/>
            <a:ext cx="416587" cy="596813"/>
            <a:chOff x="8555949" y="806163"/>
            <a:chExt cx="416587" cy="596813"/>
          </a:xfrm>
        </p:grpSpPr>
        <p:sp>
          <p:nvSpPr>
            <p:cNvPr id="302" name="Google Shape;302;p19"/>
            <p:cNvSpPr/>
            <p:nvPr/>
          </p:nvSpPr>
          <p:spPr>
            <a:xfrm>
              <a:off x="8630075" y="984025"/>
              <a:ext cx="135900" cy="135900"/>
            </a:xfrm>
            <a:prstGeom prst="plus">
              <a:avLst>
                <a:gd fmla="val 43902" name="adj"/>
              </a:avLst>
            </a:prstGeom>
            <a:solidFill>
              <a:srgbClr val="7BB9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9"/>
            <p:cNvSpPr/>
            <p:nvPr/>
          </p:nvSpPr>
          <p:spPr>
            <a:xfrm>
              <a:off x="8862861" y="1309675"/>
              <a:ext cx="93300" cy="93300"/>
            </a:xfrm>
            <a:prstGeom prst="ellipse">
              <a:avLst/>
            </a:prstGeom>
            <a:noFill/>
            <a:ln cap="flat" cmpd="sng" w="19050">
              <a:solidFill>
                <a:srgbClr val="7BB9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9"/>
            <p:cNvSpPr/>
            <p:nvPr/>
          </p:nvSpPr>
          <p:spPr>
            <a:xfrm>
              <a:off x="8879236" y="806163"/>
              <a:ext cx="93300" cy="93300"/>
            </a:xfrm>
            <a:prstGeom prst="ellipse">
              <a:avLst/>
            </a:prstGeom>
            <a:solidFill>
              <a:srgbClr val="7BB9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9"/>
            <p:cNvSpPr/>
            <p:nvPr/>
          </p:nvSpPr>
          <p:spPr>
            <a:xfrm>
              <a:off x="8555949" y="1267400"/>
              <a:ext cx="54900" cy="54900"/>
            </a:xfrm>
            <a:prstGeom prst="ellipse">
              <a:avLst/>
            </a:prstGeom>
            <a:solidFill>
              <a:srgbClr val="7BB9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6" name="Google Shape;306;p19"/>
          <p:cNvSpPr/>
          <p:nvPr/>
        </p:nvSpPr>
        <p:spPr>
          <a:xfrm flipH="1" rot="-7199939">
            <a:off x="1064415" y="4455831"/>
            <a:ext cx="2895074" cy="2857413"/>
          </a:xfrm>
          <a:custGeom>
            <a:rect b="b" l="l" r="r" t="t"/>
            <a:pathLst>
              <a:path extrusionOk="0" h="27390" w="27751">
                <a:moveTo>
                  <a:pt x="27751" y="26316"/>
                </a:moveTo>
                <a:cubicBezTo>
                  <a:pt x="20672" y="29147"/>
                  <a:pt x="10504" y="26049"/>
                  <a:pt x="5741" y="20096"/>
                </a:cubicBezTo>
                <a:cubicBezTo>
                  <a:pt x="1388" y="14656"/>
                  <a:pt x="3113" y="6232"/>
                  <a:pt x="0" y="0"/>
                </a:cubicBezTo>
              </a:path>
            </a:pathLst>
          </a:custGeom>
          <a:noFill/>
          <a:ln cap="flat" cmpd="sng" w="9525">
            <a:solidFill>
              <a:srgbClr val="7BB930"/>
            </a:solidFill>
            <a:prstDash val="lgDash"/>
            <a:round/>
            <a:headEnd len="med" w="med" type="none"/>
            <a:tailEnd len="med" w="med" type="none"/>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307" name="Shape 307"/>
        <p:cNvGrpSpPr/>
        <p:nvPr/>
      </p:nvGrpSpPr>
      <p:grpSpPr>
        <a:xfrm>
          <a:off x="0" y="0"/>
          <a:ext cx="0" cy="0"/>
          <a:chOff x="0" y="0"/>
          <a:chExt cx="0" cy="0"/>
        </a:xfrm>
      </p:grpSpPr>
      <p:sp>
        <p:nvSpPr>
          <p:cNvPr id="308" name="Google Shape;308;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09" name="Google Shape;309;p20"/>
          <p:cNvSpPr txBox="1"/>
          <p:nvPr>
            <p:ph idx="1" type="subTitle"/>
          </p:nvPr>
        </p:nvSpPr>
        <p:spPr>
          <a:xfrm>
            <a:off x="725575" y="1860450"/>
            <a:ext cx="2365500" cy="855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310" name="Google Shape;310;p20"/>
          <p:cNvSpPr txBox="1"/>
          <p:nvPr>
            <p:ph idx="2" type="subTitle"/>
          </p:nvPr>
        </p:nvSpPr>
        <p:spPr>
          <a:xfrm>
            <a:off x="3394825" y="1860450"/>
            <a:ext cx="2365500" cy="855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311" name="Google Shape;311;p20"/>
          <p:cNvSpPr txBox="1"/>
          <p:nvPr>
            <p:ph idx="3" type="subTitle"/>
          </p:nvPr>
        </p:nvSpPr>
        <p:spPr>
          <a:xfrm>
            <a:off x="725575" y="3672200"/>
            <a:ext cx="2365500" cy="855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312" name="Google Shape;312;p20"/>
          <p:cNvSpPr txBox="1"/>
          <p:nvPr>
            <p:ph idx="4" type="subTitle"/>
          </p:nvPr>
        </p:nvSpPr>
        <p:spPr>
          <a:xfrm>
            <a:off x="3394825" y="3672200"/>
            <a:ext cx="2365500" cy="855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313" name="Google Shape;313;p20"/>
          <p:cNvSpPr txBox="1"/>
          <p:nvPr>
            <p:ph idx="5" type="subTitle"/>
          </p:nvPr>
        </p:nvSpPr>
        <p:spPr>
          <a:xfrm>
            <a:off x="6065271" y="1860450"/>
            <a:ext cx="2365500" cy="855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314" name="Google Shape;314;p20"/>
          <p:cNvSpPr txBox="1"/>
          <p:nvPr>
            <p:ph idx="6" type="subTitle"/>
          </p:nvPr>
        </p:nvSpPr>
        <p:spPr>
          <a:xfrm>
            <a:off x="6065271" y="3672200"/>
            <a:ext cx="2365500" cy="855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315" name="Google Shape;315;p20"/>
          <p:cNvSpPr txBox="1"/>
          <p:nvPr>
            <p:ph idx="7" type="subTitle"/>
          </p:nvPr>
        </p:nvSpPr>
        <p:spPr>
          <a:xfrm>
            <a:off x="725575" y="1332750"/>
            <a:ext cx="2365500" cy="527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600">
                <a:solidFill>
                  <a:schemeClr val="dk1"/>
                </a:solidFill>
                <a:latin typeface="Bakbak One"/>
                <a:ea typeface="Bakbak One"/>
                <a:cs typeface="Bakbak One"/>
                <a:sym typeface="Bakbak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16" name="Google Shape;316;p20"/>
          <p:cNvSpPr txBox="1"/>
          <p:nvPr>
            <p:ph idx="8" type="subTitle"/>
          </p:nvPr>
        </p:nvSpPr>
        <p:spPr>
          <a:xfrm>
            <a:off x="3394825" y="1332750"/>
            <a:ext cx="2365500" cy="527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600">
                <a:solidFill>
                  <a:schemeClr val="dk1"/>
                </a:solidFill>
                <a:latin typeface="Bakbak One"/>
                <a:ea typeface="Bakbak One"/>
                <a:cs typeface="Bakbak One"/>
                <a:sym typeface="Bakbak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17" name="Google Shape;317;p20"/>
          <p:cNvSpPr txBox="1"/>
          <p:nvPr>
            <p:ph idx="9" type="subTitle"/>
          </p:nvPr>
        </p:nvSpPr>
        <p:spPr>
          <a:xfrm>
            <a:off x="6065271" y="1332750"/>
            <a:ext cx="2365500" cy="527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600">
                <a:solidFill>
                  <a:schemeClr val="dk1"/>
                </a:solidFill>
                <a:latin typeface="Bakbak One"/>
                <a:ea typeface="Bakbak One"/>
                <a:cs typeface="Bakbak One"/>
                <a:sym typeface="Bakbak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18" name="Google Shape;318;p20"/>
          <p:cNvSpPr txBox="1"/>
          <p:nvPr>
            <p:ph idx="13" type="subTitle"/>
          </p:nvPr>
        </p:nvSpPr>
        <p:spPr>
          <a:xfrm>
            <a:off x="725575" y="3144500"/>
            <a:ext cx="2365500" cy="527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600">
                <a:solidFill>
                  <a:schemeClr val="dk1"/>
                </a:solidFill>
                <a:latin typeface="Bakbak One"/>
                <a:ea typeface="Bakbak One"/>
                <a:cs typeface="Bakbak One"/>
                <a:sym typeface="Bakbak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19" name="Google Shape;319;p20"/>
          <p:cNvSpPr txBox="1"/>
          <p:nvPr>
            <p:ph idx="14" type="subTitle"/>
          </p:nvPr>
        </p:nvSpPr>
        <p:spPr>
          <a:xfrm>
            <a:off x="3394825" y="3144500"/>
            <a:ext cx="2365500" cy="527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600">
                <a:solidFill>
                  <a:schemeClr val="dk1"/>
                </a:solidFill>
                <a:latin typeface="Bakbak One"/>
                <a:ea typeface="Bakbak One"/>
                <a:cs typeface="Bakbak One"/>
                <a:sym typeface="Bakbak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20" name="Google Shape;320;p20"/>
          <p:cNvSpPr txBox="1"/>
          <p:nvPr>
            <p:ph idx="15" type="subTitle"/>
          </p:nvPr>
        </p:nvSpPr>
        <p:spPr>
          <a:xfrm>
            <a:off x="6065271" y="3144500"/>
            <a:ext cx="2365500" cy="527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600">
                <a:solidFill>
                  <a:schemeClr val="dk1"/>
                </a:solidFill>
                <a:latin typeface="Bakbak One"/>
                <a:ea typeface="Bakbak One"/>
                <a:cs typeface="Bakbak One"/>
                <a:sym typeface="Bakbak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21" name="Google Shape;321;p20"/>
          <p:cNvSpPr/>
          <p:nvPr/>
        </p:nvSpPr>
        <p:spPr>
          <a:xfrm rot="1095117">
            <a:off x="6550927" y="-393669"/>
            <a:ext cx="3899522" cy="1866023"/>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lt2"/>
            </a:solidFill>
            <a:prstDash val="lgDash"/>
            <a:round/>
            <a:headEnd len="med" w="med" type="none"/>
            <a:tailEnd len="med" w="med" type="none"/>
          </a:ln>
        </p:spPr>
      </p:sp>
      <p:sp>
        <p:nvSpPr>
          <p:cNvPr id="322" name="Google Shape;322;p20"/>
          <p:cNvSpPr/>
          <p:nvPr/>
        </p:nvSpPr>
        <p:spPr>
          <a:xfrm>
            <a:off x="8657284" y="-412225"/>
            <a:ext cx="693775" cy="684750"/>
          </a:xfrm>
          <a:custGeom>
            <a:rect b="b" l="l" r="r" t="t"/>
            <a:pathLst>
              <a:path extrusionOk="0" h="27390" w="27751">
                <a:moveTo>
                  <a:pt x="27751" y="26316"/>
                </a:moveTo>
                <a:cubicBezTo>
                  <a:pt x="20672" y="29147"/>
                  <a:pt x="10504" y="26049"/>
                  <a:pt x="5741" y="20096"/>
                </a:cubicBezTo>
                <a:cubicBezTo>
                  <a:pt x="1388" y="14656"/>
                  <a:pt x="3113" y="6232"/>
                  <a:pt x="0" y="0"/>
                </a:cubicBezTo>
              </a:path>
            </a:pathLst>
          </a:custGeom>
          <a:noFill/>
          <a:ln cap="flat" cmpd="sng" w="9525">
            <a:solidFill>
              <a:schemeClr val="lt2"/>
            </a:solidFill>
            <a:prstDash val="lgDash"/>
            <a:round/>
            <a:headEnd len="med" w="med" type="none"/>
            <a:tailEnd len="med" w="med" type="none"/>
          </a:ln>
        </p:spPr>
      </p:sp>
      <p:sp>
        <p:nvSpPr>
          <p:cNvPr id="323" name="Google Shape;323;p20"/>
          <p:cNvSpPr/>
          <p:nvPr/>
        </p:nvSpPr>
        <p:spPr>
          <a:xfrm>
            <a:off x="8719040" y="2807696"/>
            <a:ext cx="679193" cy="170205"/>
          </a:xfrm>
          <a:custGeom>
            <a:rect b="b" l="l" r="r" t="t"/>
            <a:pathLst>
              <a:path extrusionOk="0" h="1569" w="6261">
                <a:moveTo>
                  <a:pt x="4049" y="1"/>
                </a:moveTo>
                <a:cubicBezTo>
                  <a:pt x="3686" y="1"/>
                  <a:pt x="3325" y="221"/>
                  <a:pt x="3169" y="560"/>
                </a:cubicBezTo>
                <a:cubicBezTo>
                  <a:pt x="2982" y="411"/>
                  <a:pt x="2745" y="333"/>
                  <a:pt x="2505" y="333"/>
                </a:cubicBezTo>
                <a:cubicBezTo>
                  <a:pt x="2392" y="333"/>
                  <a:pt x="2279" y="350"/>
                  <a:pt x="2171" y="385"/>
                </a:cubicBezTo>
                <a:cubicBezTo>
                  <a:pt x="1842" y="494"/>
                  <a:pt x="1579" y="779"/>
                  <a:pt x="1491" y="1120"/>
                </a:cubicBezTo>
                <a:cubicBezTo>
                  <a:pt x="1323" y="943"/>
                  <a:pt x="1084" y="837"/>
                  <a:pt x="843" y="837"/>
                </a:cubicBezTo>
                <a:cubicBezTo>
                  <a:pt x="770" y="837"/>
                  <a:pt x="697" y="847"/>
                  <a:pt x="625" y="867"/>
                </a:cubicBezTo>
                <a:cubicBezTo>
                  <a:pt x="319" y="944"/>
                  <a:pt x="66" y="1196"/>
                  <a:pt x="0" y="1503"/>
                </a:cubicBezTo>
                <a:lnTo>
                  <a:pt x="6239" y="1569"/>
                </a:lnTo>
                <a:cubicBezTo>
                  <a:pt x="6261" y="1273"/>
                  <a:pt x="6096" y="977"/>
                  <a:pt x="5844" y="823"/>
                </a:cubicBezTo>
                <a:cubicBezTo>
                  <a:pt x="5723" y="749"/>
                  <a:pt x="5581" y="714"/>
                  <a:pt x="5438" y="714"/>
                </a:cubicBezTo>
                <a:cubicBezTo>
                  <a:pt x="5285" y="714"/>
                  <a:pt x="5131" y="755"/>
                  <a:pt x="5000" y="835"/>
                </a:cubicBezTo>
                <a:cubicBezTo>
                  <a:pt x="4945" y="418"/>
                  <a:pt x="4594" y="67"/>
                  <a:pt x="4188" y="12"/>
                </a:cubicBezTo>
                <a:cubicBezTo>
                  <a:pt x="4142" y="4"/>
                  <a:pt x="4095" y="1"/>
                  <a:pt x="4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4" name="Google Shape;324;p20"/>
          <p:cNvGrpSpPr/>
          <p:nvPr/>
        </p:nvGrpSpPr>
        <p:grpSpPr>
          <a:xfrm>
            <a:off x="8547408" y="3600388"/>
            <a:ext cx="416587" cy="596813"/>
            <a:chOff x="8555949" y="806163"/>
            <a:chExt cx="416587" cy="596813"/>
          </a:xfrm>
        </p:grpSpPr>
        <p:sp>
          <p:nvSpPr>
            <p:cNvPr id="325" name="Google Shape;325;p20"/>
            <p:cNvSpPr/>
            <p:nvPr/>
          </p:nvSpPr>
          <p:spPr>
            <a:xfrm>
              <a:off x="8630075" y="984025"/>
              <a:ext cx="135900" cy="135900"/>
            </a:xfrm>
            <a:prstGeom prst="plus">
              <a:avLst>
                <a:gd fmla="val 4390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0"/>
            <p:cNvSpPr/>
            <p:nvPr/>
          </p:nvSpPr>
          <p:spPr>
            <a:xfrm>
              <a:off x="8862861" y="1309675"/>
              <a:ext cx="93300" cy="93300"/>
            </a:xfrm>
            <a:prstGeom prst="ellipse">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0"/>
            <p:cNvSpPr/>
            <p:nvPr/>
          </p:nvSpPr>
          <p:spPr>
            <a:xfrm>
              <a:off x="8879236" y="806163"/>
              <a:ext cx="93300" cy="93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0"/>
            <p:cNvSpPr/>
            <p:nvPr/>
          </p:nvSpPr>
          <p:spPr>
            <a:xfrm>
              <a:off x="8555949" y="1267400"/>
              <a:ext cx="54900" cy="54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9" name="Google Shape;329;p20"/>
          <p:cNvSpPr/>
          <p:nvPr/>
        </p:nvSpPr>
        <p:spPr>
          <a:xfrm>
            <a:off x="-412710" y="1971383"/>
            <a:ext cx="679193" cy="170205"/>
          </a:xfrm>
          <a:custGeom>
            <a:rect b="b" l="l" r="r" t="t"/>
            <a:pathLst>
              <a:path extrusionOk="0" h="1569" w="6261">
                <a:moveTo>
                  <a:pt x="4049" y="1"/>
                </a:moveTo>
                <a:cubicBezTo>
                  <a:pt x="3686" y="1"/>
                  <a:pt x="3325" y="221"/>
                  <a:pt x="3169" y="560"/>
                </a:cubicBezTo>
                <a:cubicBezTo>
                  <a:pt x="2982" y="411"/>
                  <a:pt x="2745" y="333"/>
                  <a:pt x="2505" y="333"/>
                </a:cubicBezTo>
                <a:cubicBezTo>
                  <a:pt x="2392" y="333"/>
                  <a:pt x="2279" y="350"/>
                  <a:pt x="2171" y="385"/>
                </a:cubicBezTo>
                <a:cubicBezTo>
                  <a:pt x="1842" y="494"/>
                  <a:pt x="1579" y="779"/>
                  <a:pt x="1491" y="1120"/>
                </a:cubicBezTo>
                <a:cubicBezTo>
                  <a:pt x="1323" y="943"/>
                  <a:pt x="1084" y="837"/>
                  <a:pt x="843" y="837"/>
                </a:cubicBezTo>
                <a:cubicBezTo>
                  <a:pt x="770" y="837"/>
                  <a:pt x="697" y="847"/>
                  <a:pt x="625" y="867"/>
                </a:cubicBezTo>
                <a:cubicBezTo>
                  <a:pt x="319" y="944"/>
                  <a:pt x="66" y="1196"/>
                  <a:pt x="0" y="1503"/>
                </a:cubicBezTo>
                <a:lnTo>
                  <a:pt x="6239" y="1569"/>
                </a:lnTo>
                <a:cubicBezTo>
                  <a:pt x="6261" y="1273"/>
                  <a:pt x="6096" y="977"/>
                  <a:pt x="5844" y="823"/>
                </a:cubicBezTo>
                <a:cubicBezTo>
                  <a:pt x="5723" y="749"/>
                  <a:pt x="5581" y="714"/>
                  <a:pt x="5438" y="714"/>
                </a:cubicBezTo>
                <a:cubicBezTo>
                  <a:pt x="5285" y="714"/>
                  <a:pt x="5131" y="755"/>
                  <a:pt x="5000" y="835"/>
                </a:cubicBezTo>
                <a:cubicBezTo>
                  <a:pt x="4945" y="418"/>
                  <a:pt x="4594" y="67"/>
                  <a:pt x="4188" y="12"/>
                </a:cubicBezTo>
                <a:cubicBezTo>
                  <a:pt x="4142" y="4"/>
                  <a:pt x="4095" y="1"/>
                  <a:pt x="4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0"/>
          <p:cNvSpPr/>
          <p:nvPr/>
        </p:nvSpPr>
        <p:spPr>
          <a:xfrm>
            <a:off x="1580765" y="177371"/>
            <a:ext cx="679193" cy="170205"/>
          </a:xfrm>
          <a:custGeom>
            <a:rect b="b" l="l" r="r" t="t"/>
            <a:pathLst>
              <a:path extrusionOk="0" h="1569" w="6261">
                <a:moveTo>
                  <a:pt x="4049" y="1"/>
                </a:moveTo>
                <a:cubicBezTo>
                  <a:pt x="3686" y="1"/>
                  <a:pt x="3325" y="221"/>
                  <a:pt x="3169" y="560"/>
                </a:cubicBezTo>
                <a:cubicBezTo>
                  <a:pt x="2982" y="411"/>
                  <a:pt x="2745" y="333"/>
                  <a:pt x="2505" y="333"/>
                </a:cubicBezTo>
                <a:cubicBezTo>
                  <a:pt x="2392" y="333"/>
                  <a:pt x="2279" y="350"/>
                  <a:pt x="2171" y="385"/>
                </a:cubicBezTo>
                <a:cubicBezTo>
                  <a:pt x="1842" y="494"/>
                  <a:pt x="1579" y="779"/>
                  <a:pt x="1491" y="1120"/>
                </a:cubicBezTo>
                <a:cubicBezTo>
                  <a:pt x="1323" y="943"/>
                  <a:pt x="1084" y="837"/>
                  <a:pt x="843" y="837"/>
                </a:cubicBezTo>
                <a:cubicBezTo>
                  <a:pt x="770" y="837"/>
                  <a:pt x="697" y="847"/>
                  <a:pt x="625" y="867"/>
                </a:cubicBezTo>
                <a:cubicBezTo>
                  <a:pt x="319" y="944"/>
                  <a:pt x="66" y="1196"/>
                  <a:pt x="0" y="1503"/>
                </a:cubicBezTo>
                <a:lnTo>
                  <a:pt x="6239" y="1569"/>
                </a:lnTo>
                <a:cubicBezTo>
                  <a:pt x="6261" y="1273"/>
                  <a:pt x="6096" y="977"/>
                  <a:pt x="5844" y="823"/>
                </a:cubicBezTo>
                <a:cubicBezTo>
                  <a:pt x="5723" y="749"/>
                  <a:pt x="5581" y="714"/>
                  <a:pt x="5438" y="714"/>
                </a:cubicBezTo>
                <a:cubicBezTo>
                  <a:pt x="5285" y="714"/>
                  <a:pt x="5131" y="755"/>
                  <a:pt x="5000" y="835"/>
                </a:cubicBezTo>
                <a:cubicBezTo>
                  <a:pt x="4945" y="418"/>
                  <a:pt x="4594" y="67"/>
                  <a:pt x="4188" y="12"/>
                </a:cubicBezTo>
                <a:cubicBezTo>
                  <a:pt x="4142" y="4"/>
                  <a:pt x="4095" y="1"/>
                  <a:pt x="4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0"/>
          <p:cNvSpPr/>
          <p:nvPr/>
        </p:nvSpPr>
        <p:spPr>
          <a:xfrm flipH="1" rot="-5400000">
            <a:off x="-1409830" y="3915325"/>
            <a:ext cx="2405873" cy="2374576"/>
          </a:xfrm>
          <a:custGeom>
            <a:rect b="b" l="l" r="r" t="t"/>
            <a:pathLst>
              <a:path extrusionOk="0" h="27390" w="27751">
                <a:moveTo>
                  <a:pt x="27751" y="26316"/>
                </a:moveTo>
                <a:cubicBezTo>
                  <a:pt x="20672" y="29147"/>
                  <a:pt x="10504" y="26049"/>
                  <a:pt x="5741" y="20096"/>
                </a:cubicBezTo>
                <a:cubicBezTo>
                  <a:pt x="1388" y="14656"/>
                  <a:pt x="3113" y="6232"/>
                  <a:pt x="0" y="0"/>
                </a:cubicBezTo>
              </a:path>
            </a:pathLst>
          </a:custGeom>
          <a:noFill/>
          <a:ln cap="flat" cmpd="sng" w="9525">
            <a:solidFill>
              <a:schemeClr val="lt2"/>
            </a:solidFill>
            <a:prstDash val="lgDash"/>
            <a:round/>
            <a:headEnd len="med" w="med" type="none"/>
            <a:tailEnd len="med" w="med" type="none"/>
          </a:ln>
        </p:spPr>
      </p:sp>
      <p:sp>
        <p:nvSpPr>
          <p:cNvPr id="332" name="Google Shape;332;p20"/>
          <p:cNvSpPr/>
          <p:nvPr/>
        </p:nvSpPr>
        <p:spPr>
          <a:xfrm flipH="1" rot="-10799680">
            <a:off x="5155618" y="4674761"/>
            <a:ext cx="4195445" cy="2007256"/>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lt2"/>
            </a:solidFill>
            <a:prstDash val="lgDash"/>
            <a:round/>
            <a:headEnd len="med" w="med" type="none"/>
            <a:tailEnd len="med" w="med" type="none"/>
          </a:ln>
        </p:spPr>
      </p:sp>
      <p:sp>
        <p:nvSpPr>
          <p:cNvPr id="333" name="Google Shape;333;p20"/>
          <p:cNvSpPr/>
          <p:nvPr/>
        </p:nvSpPr>
        <p:spPr>
          <a:xfrm flipH="1" rot="1461625">
            <a:off x="-1143644" y="-1368174"/>
            <a:ext cx="2405905" cy="2374608"/>
          </a:xfrm>
          <a:custGeom>
            <a:rect b="b" l="l" r="r" t="t"/>
            <a:pathLst>
              <a:path extrusionOk="0" h="27390" w="27751">
                <a:moveTo>
                  <a:pt x="27751" y="26316"/>
                </a:moveTo>
                <a:cubicBezTo>
                  <a:pt x="20672" y="29147"/>
                  <a:pt x="10504" y="26049"/>
                  <a:pt x="5741" y="20096"/>
                </a:cubicBezTo>
                <a:cubicBezTo>
                  <a:pt x="1388" y="14656"/>
                  <a:pt x="3113" y="6232"/>
                  <a:pt x="0" y="0"/>
                </a:cubicBezTo>
              </a:path>
            </a:pathLst>
          </a:custGeom>
          <a:noFill/>
          <a:ln cap="flat" cmpd="sng" w="9525">
            <a:solidFill>
              <a:schemeClr val="lt2"/>
            </a:solidFill>
            <a:prstDash val="lgDash"/>
            <a:round/>
            <a:headEnd len="med" w="med" type="none"/>
            <a:tailEnd len="med" w="med" type="none"/>
          </a:ln>
        </p:spPr>
      </p:sp>
      <p:grpSp>
        <p:nvGrpSpPr>
          <p:cNvPr id="334" name="Google Shape;334;p20"/>
          <p:cNvGrpSpPr/>
          <p:nvPr/>
        </p:nvGrpSpPr>
        <p:grpSpPr>
          <a:xfrm>
            <a:off x="68984" y="2716038"/>
            <a:ext cx="342461" cy="901613"/>
            <a:chOff x="8630075" y="806163"/>
            <a:chExt cx="342461" cy="901613"/>
          </a:xfrm>
        </p:grpSpPr>
        <p:sp>
          <p:nvSpPr>
            <p:cNvPr id="335" name="Google Shape;335;p20"/>
            <p:cNvSpPr/>
            <p:nvPr/>
          </p:nvSpPr>
          <p:spPr>
            <a:xfrm>
              <a:off x="8630075" y="984025"/>
              <a:ext cx="135900" cy="135900"/>
            </a:xfrm>
            <a:prstGeom prst="plus">
              <a:avLst>
                <a:gd fmla="val 4390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0"/>
            <p:cNvSpPr/>
            <p:nvPr/>
          </p:nvSpPr>
          <p:spPr>
            <a:xfrm>
              <a:off x="8862861" y="1614475"/>
              <a:ext cx="93300" cy="93300"/>
            </a:xfrm>
            <a:prstGeom prst="ellipse">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0"/>
            <p:cNvSpPr/>
            <p:nvPr/>
          </p:nvSpPr>
          <p:spPr>
            <a:xfrm>
              <a:off x="8879236" y="806163"/>
              <a:ext cx="93300" cy="93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0"/>
            <p:cNvSpPr/>
            <p:nvPr/>
          </p:nvSpPr>
          <p:spPr>
            <a:xfrm>
              <a:off x="8708349" y="1343600"/>
              <a:ext cx="54900" cy="54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9" name="Google Shape;339;p20"/>
          <p:cNvSpPr/>
          <p:nvPr/>
        </p:nvSpPr>
        <p:spPr>
          <a:xfrm>
            <a:off x="3484190" y="5017508"/>
            <a:ext cx="679193" cy="170205"/>
          </a:xfrm>
          <a:custGeom>
            <a:rect b="b" l="l" r="r" t="t"/>
            <a:pathLst>
              <a:path extrusionOk="0" h="1569" w="6261">
                <a:moveTo>
                  <a:pt x="4049" y="1"/>
                </a:moveTo>
                <a:cubicBezTo>
                  <a:pt x="3686" y="1"/>
                  <a:pt x="3325" y="221"/>
                  <a:pt x="3169" y="560"/>
                </a:cubicBezTo>
                <a:cubicBezTo>
                  <a:pt x="2982" y="411"/>
                  <a:pt x="2745" y="333"/>
                  <a:pt x="2505" y="333"/>
                </a:cubicBezTo>
                <a:cubicBezTo>
                  <a:pt x="2392" y="333"/>
                  <a:pt x="2279" y="350"/>
                  <a:pt x="2171" y="385"/>
                </a:cubicBezTo>
                <a:cubicBezTo>
                  <a:pt x="1842" y="494"/>
                  <a:pt x="1579" y="779"/>
                  <a:pt x="1491" y="1120"/>
                </a:cubicBezTo>
                <a:cubicBezTo>
                  <a:pt x="1323" y="943"/>
                  <a:pt x="1084" y="837"/>
                  <a:pt x="843" y="837"/>
                </a:cubicBezTo>
                <a:cubicBezTo>
                  <a:pt x="770" y="837"/>
                  <a:pt x="697" y="847"/>
                  <a:pt x="625" y="867"/>
                </a:cubicBezTo>
                <a:cubicBezTo>
                  <a:pt x="319" y="944"/>
                  <a:pt x="66" y="1196"/>
                  <a:pt x="0" y="1503"/>
                </a:cubicBezTo>
                <a:lnTo>
                  <a:pt x="6239" y="1569"/>
                </a:lnTo>
                <a:cubicBezTo>
                  <a:pt x="6261" y="1273"/>
                  <a:pt x="6096" y="977"/>
                  <a:pt x="5844" y="823"/>
                </a:cubicBezTo>
                <a:cubicBezTo>
                  <a:pt x="5723" y="749"/>
                  <a:pt x="5581" y="714"/>
                  <a:pt x="5438" y="714"/>
                </a:cubicBezTo>
                <a:cubicBezTo>
                  <a:pt x="5285" y="714"/>
                  <a:pt x="5131" y="755"/>
                  <a:pt x="5000" y="835"/>
                </a:cubicBezTo>
                <a:cubicBezTo>
                  <a:pt x="4945" y="418"/>
                  <a:pt x="4594" y="67"/>
                  <a:pt x="4188" y="12"/>
                </a:cubicBezTo>
                <a:cubicBezTo>
                  <a:pt x="4142" y="4"/>
                  <a:pt x="4095" y="1"/>
                  <a:pt x="4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0"/>
          <p:cNvSpPr/>
          <p:nvPr/>
        </p:nvSpPr>
        <p:spPr>
          <a:xfrm rot="-598330">
            <a:off x="552518" y="782087"/>
            <a:ext cx="152164" cy="190205"/>
          </a:xfrm>
          <a:custGeom>
            <a:rect b="b" l="l" r="r" t="t"/>
            <a:pathLst>
              <a:path extrusionOk="0" h="4276" w="3421">
                <a:moveTo>
                  <a:pt x="1718" y="979"/>
                </a:moveTo>
                <a:cubicBezTo>
                  <a:pt x="2155" y="979"/>
                  <a:pt x="2500" y="1388"/>
                  <a:pt x="2423" y="1864"/>
                </a:cubicBezTo>
                <a:cubicBezTo>
                  <a:pt x="2380" y="2149"/>
                  <a:pt x="2171" y="2380"/>
                  <a:pt x="1908" y="2445"/>
                </a:cubicBezTo>
                <a:cubicBezTo>
                  <a:pt x="1839" y="2466"/>
                  <a:pt x="1772" y="2475"/>
                  <a:pt x="1706" y="2475"/>
                </a:cubicBezTo>
                <a:cubicBezTo>
                  <a:pt x="1275" y="2475"/>
                  <a:pt x="923" y="2066"/>
                  <a:pt x="1009" y="1590"/>
                </a:cubicBezTo>
                <a:cubicBezTo>
                  <a:pt x="1053" y="1305"/>
                  <a:pt x="1261" y="1074"/>
                  <a:pt x="1513" y="1009"/>
                </a:cubicBezTo>
                <a:cubicBezTo>
                  <a:pt x="1583" y="988"/>
                  <a:pt x="1652" y="979"/>
                  <a:pt x="1718" y="979"/>
                </a:cubicBezTo>
                <a:close/>
                <a:moveTo>
                  <a:pt x="1716" y="0"/>
                </a:moveTo>
                <a:cubicBezTo>
                  <a:pt x="1628" y="0"/>
                  <a:pt x="1538" y="7"/>
                  <a:pt x="1447" y="22"/>
                </a:cubicBezTo>
                <a:cubicBezTo>
                  <a:pt x="680" y="143"/>
                  <a:pt x="77" y="823"/>
                  <a:pt x="22" y="1634"/>
                </a:cubicBezTo>
                <a:cubicBezTo>
                  <a:pt x="0" y="2029"/>
                  <a:pt x="99" y="2402"/>
                  <a:pt x="285" y="2697"/>
                </a:cubicBezTo>
                <a:cubicBezTo>
                  <a:pt x="329" y="2774"/>
                  <a:pt x="384" y="2840"/>
                  <a:pt x="439" y="2906"/>
                </a:cubicBezTo>
                <a:lnTo>
                  <a:pt x="1535" y="4144"/>
                </a:lnTo>
                <a:cubicBezTo>
                  <a:pt x="1612" y="4231"/>
                  <a:pt x="1719" y="4275"/>
                  <a:pt x="1828" y="4275"/>
                </a:cubicBezTo>
                <a:cubicBezTo>
                  <a:pt x="1953" y="4275"/>
                  <a:pt x="2078" y="4218"/>
                  <a:pt x="2160" y="4100"/>
                </a:cubicBezTo>
                <a:lnTo>
                  <a:pt x="2840" y="3147"/>
                </a:lnTo>
                <a:cubicBezTo>
                  <a:pt x="2894" y="3048"/>
                  <a:pt x="3016" y="2873"/>
                  <a:pt x="3114" y="2719"/>
                </a:cubicBezTo>
                <a:cubicBezTo>
                  <a:pt x="3311" y="2412"/>
                  <a:pt x="3421" y="2061"/>
                  <a:pt x="3410" y="1700"/>
                </a:cubicBezTo>
                <a:lnTo>
                  <a:pt x="3410" y="1688"/>
                </a:lnTo>
                <a:cubicBezTo>
                  <a:pt x="3370" y="740"/>
                  <a:pt x="2620" y="0"/>
                  <a:pt x="17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0"/>
          <p:cNvSpPr/>
          <p:nvPr/>
        </p:nvSpPr>
        <p:spPr>
          <a:xfrm flipH="1" rot="598330">
            <a:off x="8417618" y="4402062"/>
            <a:ext cx="152164" cy="190205"/>
          </a:xfrm>
          <a:custGeom>
            <a:rect b="b" l="l" r="r" t="t"/>
            <a:pathLst>
              <a:path extrusionOk="0" h="4276" w="3421">
                <a:moveTo>
                  <a:pt x="1718" y="979"/>
                </a:moveTo>
                <a:cubicBezTo>
                  <a:pt x="2155" y="979"/>
                  <a:pt x="2500" y="1388"/>
                  <a:pt x="2423" y="1864"/>
                </a:cubicBezTo>
                <a:cubicBezTo>
                  <a:pt x="2380" y="2149"/>
                  <a:pt x="2171" y="2380"/>
                  <a:pt x="1908" y="2445"/>
                </a:cubicBezTo>
                <a:cubicBezTo>
                  <a:pt x="1839" y="2466"/>
                  <a:pt x="1772" y="2475"/>
                  <a:pt x="1706" y="2475"/>
                </a:cubicBezTo>
                <a:cubicBezTo>
                  <a:pt x="1275" y="2475"/>
                  <a:pt x="923" y="2066"/>
                  <a:pt x="1009" y="1590"/>
                </a:cubicBezTo>
                <a:cubicBezTo>
                  <a:pt x="1053" y="1305"/>
                  <a:pt x="1261" y="1074"/>
                  <a:pt x="1513" y="1009"/>
                </a:cubicBezTo>
                <a:cubicBezTo>
                  <a:pt x="1583" y="988"/>
                  <a:pt x="1652" y="979"/>
                  <a:pt x="1718" y="979"/>
                </a:cubicBezTo>
                <a:close/>
                <a:moveTo>
                  <a:pt x="1716" y="0"/>
                </a:moveTo>
                <a:cubicBezTo>
                  <a:pt x="1628" y="0"/>
                  <a:pt x="1538" y="7"/>
                  <a:pt x="1447" y="22"/>
                </a:cubicBezTo>
                <a:cubicBezTo>
                  <a:pt x="680" y="143"/>
                  <a:pt x="77" y="823"/>
                  <a:pt x="22" y="1634"/>
                </a:cubicBezTo>
                <a:cubicBezTo>
                  <a:pt x="0" y="2029"/>
                  <a:pt x="99" y="2402"/>
                  <a:pt x="285" y="2697"/>
                </a:cubicBezTo>
                <a:cubicBezTo>
                  <a:pt x="329" y="2774"/>
                  <a:pt x="384" y="2840"/>
                  <a:pt x="439" y="2906"/>
                </a:cubicBezTo>
                <a:lnTo>
                  <a:pt x="1535" y="4144"/>
                </a:lnTo>
                <a:cubicBezTo>
                  <a:pt x="1612" y="4231"/>
                  <a:pt x="1719" y="4275"/>
                  <a:pt x="1828" y="4275"/>
                </a:cubicBezTo>
                <a:cubicBezTo>
                  <a:pt x="1953" y="4275"/>
                  <a:pt x="2078" y="4218"/>
                  <a:pt x="2160" y="4100"/>
                </a:cubicBezTo>
                <a:lnTo>
                  <a:pt x="2840" y="3147"/>
                </a:lnTo>
                <a:cubicBezTo>
                  <a:pt x="2894" y="3048"/>
                  <a:pt x="3016" y="2873"/>
                  <a:pt x="3114" y="2719"/>
                </a:cubicBezTo>
                <a:cubicBezTo>
                  <a:pt x="3311" y="2412"/>
                  <a:pt x="3421" y="2061"/>
                  <a:pt x="3410" y="1700"/>
                </a:cubicBezTo>
                <a:lnTo>
                  <a:pt x="3410" y="1688"/>
                </a:lnTo>
                <a:cubicBezTo>
                  <a:pt x="3370" y="740"/>
                  <a:pt x="2620" y="0"/>
                  <a:pt x="17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0"/>
          <p:cNvSpPr/>
          <p:nvPr/>
        </p:nvSpPr>
        <p:spPr>
          <a:xfrm>
            <a:off x="7349528" y="454396"/>
            <a:ext cx="679193" cy="170205"/>
          </a:xfrm>
          <a:custGeom>
            <a:rect b="b" l="l" r="r" t="t"/>
            <a:pathLst>
              <a:path extrusionOk="0" h="1569" w="6261">
                <a:moveTo>
                  <a:pt x="4049" y="1"/>
                </a:moveTo>
                <a:cubicBezTo>
                  <a:pt x="3686" y="1"/>
                  <a:pt x="3325" y="221"/>
                  <a:pt x="3169" y="560"/>
                </a:cubicBezTo>
                <a:cubicBezTo>
                  <a:pt x="2982" y="411"/>
                  <a:pt x="2745" y="333"/>
                  <a:pt x="2505" y="333"/>
                </a:cubicBezTo>
                <a:cubicBezTo>
                  <a:pt x="2392" y="333"/>
                  <a:pt x="2279" y="350"/>
                  <a:pt x="2171" y="385"/>
                </a:cubicBezTo>
                <a:cubicBezTo>
                  <a:pt x="1842" y="494"/>
                  <a:pt x="1579" y="779"/>
                  <a:pt x="1491" y="1120"/>
                </a:cubicBezTo>
                <a:cubicBezTo>
                  <a:pt x="1323" y="943"/>
                  <a:pt x="1084" y="837"/>
                  <a:pt x="843" y="837"/>
                </a:cubicBezTo>
                <a:cubicBezTo>
                  <a:pt x="770" y="837"/>
                  <a:pt x="697" y="847"/>
                  <a:pt x="625" y="867"/>
                </a:cubicBezTo>
                <a:cubicBezTo>
                  <a:pt x="319" y="944"/>
                  <a:pt x="66" y="1196"/>
                  <a:pt x="0" y="1503"/>
                </a:cubicBezTo>
                <a:lnTo>
                  <a:pt x="6239" y="1569"/>
                </a:lnTo>
                <a:cubicBezTo>
                  <a:pt x="6261" y="1273"/>
                  <a:pt x="6096" y="977"/>
                  <a:pt x="5844" y="823"/>
                </a:cubicBezTo>
                <a:cubicBezTo>
                  <a:pt x="5723" y="749"/>
                  <a:pt x="5581" y="714"/>
                  <a:pt x="5438" y="714"/>
                </a:cubicBezTo>
                <a:cubicBezTo>
                  <a:pt x="5285" y="714"/>
                  <a:pt x="5131" y="755"/>
                  <a:pt x="5000" y="835"/>
                </a:cubicBezTo>
                <a:cubicBezTo>
                  <a:pt x="4945" y="418"/>
                  <a:pt x="4594" y="67"/>
                  <a:pt x="4188" y="12"/>
                </a:cubicBezTo>
                <a:cubicBezTo>
                  <a:pt x="4142" y="4"/>
                  <a:pt x="4095" y="1"/>
                  <a:pt x="4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343" name="Shape 343"/>
        <p:cNvGrpSpPr/>
        <p:nvPr/>
      </p:nvGrpSpPr>
      <p:grpSpPr>
        <a:xfrm>
          <a:off x="0" y="0"/>
          <a:ext cx="0" cy="0"/>
          <a:chOff x="0" y="0"/>
          <a:chExt cx="0" cy="0"/>
        </a:xfrm>
      </p:grpSpPr>
      <p:sp>
        <p:nvSpPr>
          <p:cNvPr id="344" name="Google Shape;344;p21"/>
          <p:cNvSpPr txBox="1"/>
          <p:nvPr>
            <p:ph hasCustomPrompt="1" type="title"/>
          </p:nvPr>
        </p:nvSpPr>
        <p:spPr>
          <a:xfrm>
            <a:off x="798388" y="2551700"/>
            <a:ext cx="3492600" cy="768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2"/>
              </a:buClr>
              <a:buSzPts val="6000"/>
              <a:buNone/>
              <a:defRPr sz="4500">
                <a:solidFill>
                  <a:schemeClr val="accent2"/>
                </a:solidFill>
              </a:defRPr>
            </a:lvl1pPr>
            <a:lvl2pPr lvl="1" rtl="0" algn="ctr">
              <a:spcBef>
                <a:spcPts val="0"/>
              </a:spcBef>
              <a:spcAft>
                <a:spcPts val="0"/>
              </a:spcAft>
              <a:buClr>
                <a:schemeClr val="accent2"/>
              </a:buClr>
              <a:buSzPts val="6000"/>
              <a:buNone/>
              <a:defRPr sz="6000">
                <a:solidFill>
                  <a:schemeClr val="accent2"/>
                </a:solidFill>
              </a:defRPr>
            </a:lvl2pPr>
            <a:lvl3pPr lvl="2" rtl="0" algn="ctr">
              <a:spcBef>
                <a:spcPts val="0"/>
              </a:spcBef>
              <a:spcAft>
                <a:spcPts val="0"/>
              </a:spcAft>
              <a:buClr>
                <a:schemeClr val="accent2"/>
              </a:buClr>
              <a:buSzPts val="6000"/>
              <a:buNone/>
              <a:defRPr sz="6000">
                <a:solidFill>
                  <a:schemeClr val="accent2"/>
                </a:solidFill>
              </a:defRPr>
            </a:lvl3pPr>
            <a:lvl4pPr lvl="3" rtl="0" algn="ctr">
              <a:spcBef>
                <a:spcPts val="0"/>
              </a:spcBef>
              <a:spcAft>
                <a:spcPts val="0"/>
              </a:spcAft>
              <a:buClr>
                <a:schemeClr val="accent2"/>
              </a:buClr>
              <a:buSzPts val="6000"/>
              <a:buNone/>
              <a:defRPr sz="6000">
                <a:solidFill>
                  <a:schemeClr val="accent2"/>
                </a:solidFill>
              </a:defRPr>
            </a:lvl4pPr>
            <a:lvl5pPr lvl="4" rtl="0" algn="ctr">
              <a:spcBef>
                <a:spcPts val="0"/>
              </a:spcBef>
              <a:spcAft>
                <a:spcPts val="0"/>
              </a:spcAft>
              <a:buClr>
                <a:schemeClr val="accent2"/>
              </a:buClr>
              <a:buSzPts val="6000"/>
              <a:buNone/>
              <a:defRPr sz="6000">
                <a:solidFill>
                  <a:schemeClr val="accent2"/>
                </a:solidFill>
              </a:defRPr>
            </a:lvl5pPr>
            <a:lvl6pPr lvl="5" rtl="0" algn="ctr">
              <a:spcBef>
                <a:spcPts val="0"/>
              </a:spcBef>
              <a:spcAft>
                <a:spcPts val="0"/>
              </a:spcAft>
              <a:buClr>
                <a:schemeClr val="accent2"/>
              </a:buClr>
              <a:buSzPts val="6000"/>
              <a:buNone/>
              <a:defRPr sz="6000">
                <a:solidFill>
                  <a:schemeClr val="accent2"/>
                </a:solidFill>
              </a:defRPr>
            </a:lvl6pPr>
            <a:lvl7pPr lvl="6" rtl="0" algn="ctr">
              <a:spcBef>
                <a:spcPts val="0"/>
              </a:spcBef>
              <a:spcAft>
                <a:spcPts val="0"/>
              </a:spcAft>
              <a:buClr>
                <a:schemeClr val="accent2"/>
              </a:buClr>
              <a:buSzPts val="6000"/>
              <a:buNone/>
              <a:defRPr sz="6000">
                <a:solidFill>
                  <a:schemeClr val="accent2"/>
                </a:solidFill>
              </a:defRPr>
            </a:lvl7pPr>
            <a:lvl8pPr lvl="7" rtl="0" algn="ctr">
              <a:spcBef>
                <a:spcPts val="0"/>
              </a:spcBef>
              <a:spcAft>
                <a:spcPts val="0"/>
              </a:spcAft>
              <a:buClr>
                <a:schemeClr val="accent2"/>
              </a:buClr>
              <a:buSzPts val="6000"/>
              <a:buNone/>
              <a:defRPr sz="6000">
                <a:solidFill>
                  <a:schemeClr val="accent2"/>
                </a:solidFill>
              </a:defRPr>
            </a:lvl8pPr>
            <a:lvl9pPr lvl="8" rtl="0" algn="ctr">
              <a:spcBef>
                <a:spcPts val="0"/>
              </a:spcBef>
              <a:spcAft>
                <a:spcPts val="0"/>
              </a:spcAft>
              <a:buClr>
                <a:schemeClr val="accent2"/>
              </a:buClr>
              <a:buSzPts val="6000"/>
              <a:buNone/>
              <a:defRPr sz="6000">
                <a:solidFill>
                  <a:schemeClr val="accent2"/>
                </a:solidFill>
              </a:defRPr>
            </a:lvl9pPr>
          </a:lstStyle>
          <a:p>
            <a:r>
              <a:t>xx%</a:t>
            </a:r>
          </a:p>
        </p:txBody>
      </p:sp>
      <p:sp>
        <p:nvSpPr>
          <p:cNvPr id="345" name="Google Shape;345;p21"/>
          <p:cNvSpPr txBox="1"/>
          <p:nvPr>
            <p:ph idx="1" type="subTitle"/>
          </p:nvPr>
        </p:nvSpPr>
        <p:spPr>
          <a:xfrm>
            <a:off x="798388" y="3509223"/>
            <a:ext cx="3492600" cy="598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1200"/>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None/>
              <a:defRPr>
                <a:solidFill>
                  <a:schemeClr val="dk1"/>
                </a:solidFill>
              </a:defRPr>
            </a:lvl4pPr>
            <a:lvl5pPr lvl="4" rtl="0" algn="ctr">
              <a:lnSpc>
                <a:spcPct val="100000"/>
              </a:lnSpc>
              <a:spcBef>
                <a:spcPts val="0"/>
              </a:spcBef>
              <a:spcAft>
                <a:spcPts val="0"/>
              </a:spcAft>
              <a:buClr>
                <a:schemeClr val="dk1"/>
              </a:buClr>
              <a:buSzPts val="1200"/>
              <a:buNone/>
              <a:defRPr>
                <a:solidFill>
                  <a:schemeClr val="dk1"/>
                </a:solidFill>
              </a:defRPr>
            </a:lvl5pPr>
            <a:lvl6pPr lvl="5" rtl="0" algn="ctr">
              <a:lnSpc>
                <a:spcPct val="100000"/>
              </a:lnSpc>
              <a:spcBef>
                <a:spcPts val="0"/>
              </a:spcBef>
              <a:spcAft>
                <a:spcPts val="0"/>
              </a:spcAft>
              <a:buClr>
                <a:schemeClr val="dk1"/>
              </a:buClr>
              <a:buSzPts val="1200"/>
              <a:buNone/>
              <a:defRPr>
                <a:solidFill>
                  <a:schemeClr val="dk1"/>
                </a:solidFill>
              </a:defRPr>
            </a:lvl6pPr>
            <a:lvl7pPr lvl="6" rtl="0" algn="ctr">
              <a:lnSpc>
                <a:spcPct val="100000"/>
              </a:lnSpc>
              <a:spcBef>
                <a:spcPts val="0"/>
              </a:spcBef>
              <a:spcAft>
                <a:spcPts val="0"/>
              </a:spcAft>
              <a:buClr>
                <a:schemeClr val="dk1"/>
              </a:buClr>
              <a:buSzPts val="1200"/>
              <a:buNone/>
              <a:defRPr>
                <a:solidFill>
                  <a:schemeClr val="dk1"/>
                </a:solidFill>
              </a:defRPr>
            </a:lvl7pPr>
            <a:lvl8pPr lvl="7" rtl="0" algn="ctr">
              <a:lnSpc>
                <a:spcPct val="100000"/>
              </a:lnSpc>
              <a:spcBef>
                <a:spcPts val="0"/>
              </a:spcBef>
              <a:spcAft>
                <a:spcPts val="0"/>
              </a:spcAft>
              <a:buClr>
                <a:schemeClr val="dk1"/>
              </a:buClr>
              <a:buSzPts val="1200"/>
              <a:buNone/>
              <a:defRPr>
                <a:solidFill>
                  <a:schemeClr val="dk1"/>
                </a:solidFill>
              </a:defRPr>
            </a:lvl8pPr>
            <a:lvl9pPr lvl="8" rtl="0" algn="ctr">
              <a:lnSpc>
                <a:spcPct val="100000"/>
              </a:lnSpc>
              <a:spcBef>
                <a:spcPts val="0"/>
              </a:spcBef>
              <a:spcAft>
                <a:spcPts val="0"/>
              </a:spcAft>
              <a:buClr>
                <a:schemeClr val="dk1"/>
              </a:buClr>
              <a:buSzPts val="1200"/>
              <a:buNone/>
              <a:defRPr>
                <a:solidFill>
                  <a:schemeClr val="dk1"/>
                </a:solidFill>
              </a:defRPr>
            </a:lvl9pPr>
          </a:lstStyle>
          <a:p/>
        </p:txBody>
      </p:sp>
      <p:sp>
        <p:nvSpPr>
          <p:cNvPr id="346" name="Google Shape;346;p21"/>
          <p:cNvSpPr txBox="1"/>
          <p:nvPr>
            <p:ph hasCustomPrompt="1" idx="2" type="title"/>
          </p:nvPr>
        </p:nvSpPr>
        <p:spPr>
          <a:xfrm>
            <a:off x="2825700" y="840714"/>
            <a:ext cx="3492600" cy="768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2"/>
              </a:buClr>
              <a:buSzPts val="6000"/>
              <a:buNone/>
              <a:defRPr sz="4500">
                <a:solidFill>
                  <a:schemeClr val="accent2"/>
                </a:solidFill>
              </a:defRPr>
            </a:lvl1pPr>
            <a:lvl2pPr lvl="1" rtl="0" algn="ctr">
              <a:spcBef>
                <a:spcPts val="0"/>
              </a:spcBef>
              <a:spcAft>
                <a:spcPts val="0"/>
              </a:spcAft>
              <a:buClr>
                <a:schemeClr val="accent2"/>
              </a:buClr>
              <a:buSzPts val="6000"/>
              <a:buNone/>
              <a:defRPr sz="6000">
                <a:solidFill>
                  <a:schemeClr val="accent2"/>
                </a:solidFill>
              </a:defRPr>
            </a:lvl2pPr>
            <a:lvl3pPr lvl="2" rtl="0" algn="ctr">
              <a:spcBef>
                <a:spcPts val="0"/>
              </a:spcBef>
              <a:spcAft>
                <a:spcPts val="0"/>
              </a:spcAft>
              <a:buClr>
                <a:schemeClr val="accent2"/>
              </a:buClr>
              <a:buSzPts val="6000"/>
              <a:buNone/>
              <a:defRPr sz="6000">
                <a:solidFill>
                  <a:schemeClr val="accent2"/>
                </a:solidFill>
              </a:defRPr>
            </a:lvl3pPr>
            <a:lvl4pPr lvl="3" rtl="0" algn="ctr">
              <a:spcBef>
                <a:spcPts val="0"/>
              </a:spcBef>
              <a:spcAft>
                <a:spcPts val="0"/>
              </a:spcAft>
              <a:buClr>
                <a:schemeClr val="accent2"/>
              </a:buClr>
              <a:buSzPts val="6000"/>
              <a:buNone/>
              <a:defRPr sz="6000">
                <a:solidFill>
                  <a:schemeClr val="accent2"/>
                </a:solidFill>
              </a:defRPr>
            </a:lvl4pPr>
            <a:lvl5pPr lvl="4" rtl="0" algn="ctr">
              <a:spcBef>
                <a:spcPts val="0"/>
              </a:spcBef>
              <a:spcAft>
                <a:spcPts val="0"/>
              </a:spcAft>
              <a:buClr>
                <a:schemeClr val="accent2"/>
              </a:buClr>
              <a:buSzPts val="6000"/>
              <a:buNone/>
              <a:defRPr sz="6000">
                <a:solidFill>
                  <a:schemeClr val="accent2"/>
                </a:solidFill>
              </a:defRPr>
            </a:lvl5pPr>
            <a:lvl6pPr lvl="5" rtl="0" algn="ctr">
              <a:spcBef>
                <a:spcPts val="0"/>
              </a:spcBef>
              <a:spcAft>
                <a:spcPts val="0"/>
              </a:spcAft>
              <a:buClr>
                <a:schemeClr val="accent2"/>
              </a:buClr>
              <a:buSzPts val="6000"/>
              <a:buNone/>
              <a:defRPr sz="6000">
                <a:solidFill>
                  <a:schemeClr val="accent2"/>
                </a:solidFill>
              </a:defRPr>
            </a:lvl6pPr>
            <a:lvl7pPr lvl="6" rtl="0" algn="ctr">
              <a:spcBef>
                <a:spcPts val="0"/>
              </a:spcBef>
              <a:spcAft>
                <a:spcPts val="0"/>
              </a:spcAft>
              <a:buClr>
                <a:schemeClr val="accent2"/>
              </a:buClr>
              <a:buSzPts val="6000"/>
              <a:buNone/>
              <a:defRPr sz="6000">
                <a:solidFill>
                  <a:schemeClr val="accent2"/>
                </a:solidFill>
              </a:defRPr>
            </a:lvl7pPr>
            <a:lvl8pPr lvl="7" rtl="0" algn="ctr">
              <a:spcBef>
                <a:spcPts val="0"/>
              </a:spcBef>
              <a:spcAft>
                <a:spcPts val="0"/>
              </a:spcAft>
              <a:buClr>
                <a:schemeClr val="accent2"/>
              </a:buClr>
              <a:buSzPts val="6000"/>
              <a:buNone/>
              <a:defRPr sz="6000">
                <a:solidFill>
                  <a:schemeClr val="accent2"/>
                </a:solidFill>
              </a:defRPr>
            </a:lvl8pPr>
            <a:lvl9pPr lvl="8" rtl="0" algn="ctr">
              <a:spcBef>
                <a:spcPts val="0"/>
              </a:spcBef>
              <a:spcAft>
                <a:spcPts val="0"/>
              </a:spcAft>
              <a:buClr>
                <a:schemeClr val="accent2"/>
              </a:buClr>
              <a:buSzPts val="6000"/>
              <a:buNone/>
              <a:defRPr sz="6000">
                <a:solidFill>
                  <a:schemeClr val="accent2"/>
                </a:solidFill>
              </a:defRPr>
            </a:lvl9pPr>
          </a:lstStyle>
          <a:p>
            <a:r>
              <a:t>xx%</a:t>
            </a:r>
          </a:p>
        </p:txBody>
      </p:sp>
      <p:sp>
        <p:nvSpPr>
          <p:cNvPr id="347" name="Google Shape;347;p21"/>
          <p:cNvSpPr txBox="1"/>
          <p:nvPr>
            <p:ph idx="3" type="subTitle"/>
          </p:nvPr>
        </p:nvSpPr>
        <p:spPr>
          <a:xfrm>
            <a:off x="2825700" y="1615651"/>
            <a:ext cx="3492600" cy="598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1200"/>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None/>
              <a:defRPr>
                <a:solidFill>
                  <a:schemeClr val="dk1"/>
                </a:solidFill>
              </a:defRPr>
            </a:lvl4pPr>
            <a:lvl5pPr lvl="4" rtl="0" algn="ctr">
              <a:lnSpc>
                <a:spcPct val="100000"/>
              </a:lnSpc>
              <a:spcBef>
                <a:spcPts val="0"/>
              </a:spcBef>
              <a:spcAft>
                <a:spcPts val="0"/>
              </a:spcAft>
              <a:buClr>
                <a:schemeClr val="dk1"/>
              </a:buClr>
              <a:buSzPts val="1200"/>
              <a:buNone/>
              <a:defRPr>
                <a:solidFill>
                  <a:schemeClr val="dk1"/>
                </a:solidFill>
              </a:defRPr>
            </a:lvl5pPr>
            <a:lvl6pPr lvl="5" rtl="0" algn="ctr">
              <a:lnSpc>
                <a:spcPct val="100000"/>
              </a:lnSpc>
              <a:spcBef>
                <a:spcPts val="0"/>
              </a:spcBef>
              <a:spcAft>
                <a:spcPts val="0"/>
              </a:spcAft>
              <a:buClr>
                <a:schemeClr val="dk1"/>
              </a:buClr>
              <a:buSzPts val="1200"/>
              <a:buNone/>
              <a:defRPr>
                <a:solidFill>
                  <a:schemeClr val="dk1"/>
                </a:solidFill>
              </a:defRPr>
            </a:lvl6pPr>
            <a:lvl7pPr lvl="6" rtl="0" algn="ctr">
              <a:lnSpc>
                <a:spcPct val="100000"/>
              </a:lnSpc>
              <a:spcBef>
                <a:spcPts val="0"/>
              </a:spcBef>
              <a:spcAft>
                <a:spcPts val="0"/>
              </a:spcAft>
              <a:buClr>
                <a:schemeClr val="dk1"/>
              </a:buClr>
              <a:buSzPts val="1200"/>
              <a:buNone/>
              <a:defRPr>
                <a:solidFill>
                  <a:schemeClr val="dk1"/>
                </a:solidFill>
              </a:defRPr>
            </a:lvl7pPr>
            <a:lvl8pPr lvl="7" rtl="0" algn="ctr">
              <a:lnSpc>
                <a:spcPct val="100000"/>
              </a:lnSpc>
              <a:spcBef>
                <a:spcPts val="0"/>
              </a:spcBef>
              <a:spcAft>
                <a:spcPts val="0"/>
              </a:spcAft>
              <a:buClr>
                <a:schemeClr val="dk1"/>
              </a:buClr>
              <a:buSzPts val="1200"/>
              <a:buNone/>
              <a:defRPr>
                <a:solidFill>
                  <a:schemeClr val="dk1"/>
                </a:solidFill>
              </a:defRPr>
            </a:lvl8pPr>
            <a:lvl9pPr lvl="8" rtl="0" algn="ctr">
              <a:lnSpc>
                <a:spcPct val="100000"/>
              </a:lnSpc>
              <a:spcBef>
                <a:spcPts val="0"/>
              </a:spcBef>
              <a:spcAft>
                <a:spcPts val="0"/>
              </a:spcAft>
              <a:buClr>
                <a:schemeClr val="dk1"/>
              </a:buClr>
              <a:buSzPts val="1200"/>
              <a:buNone/>
              <a:defRPr>
                <a:solidFill>
                  <a:schemeClr val="dk1"/>
                </a:solidFill>
              </a:defRPr>
            </a:lvl9pPr>
          </a:lstStyle>
          <a:p/>
        </p:txBody>
      </p:sp>
      <p:sp>
        <p:nvSpPr>
          <p:cNvPr id="348" name="Google Shape;348;p21"/>
          <p:cNvSpPr txBox="1"/>
          <p:nvPr>
            <p:ph hasCustomPrompt="1" idx="4" type="title"/>
          </p:nvPr>
        </p:nvSpPr>
        <p:spPr>
          <a:xfrm>
            <a:off x="4853013" y="2551700"/>
            <a:ext cx="3492600" cy="768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2"/>
              </a:buClr>
              <a:buSzPts val="6000"/>
              <a:buNone/>
              <a:defRPr sz="4500">
                <a:solidFill>
                  <a:schemeClr val="accent2"/>
                </a:solidFill>
              </a:defRPr>
            </a:lvl1pPr>
            <a:lvl2pPr lvl="1" rtl="0" algn="ctr">
              <a:spcBef>
                <a:spcPts val="0"/>
              </a:spcBef>
              <a:spcAft>
                <a:spcPts val="0"/>
              </a:spcAft>
              <a:buClr>
                <a:schemeClr val="accent2"/>
              </a:buClr>
              <a:buSzPts val="6000"/>
              <a:buNone/>
              <a:defRPr sz="6000">
                <a:solidFill>
                  <a:schemeClr val="accent2"/>
                </a:solidFill>
              </a:defRPr>
            </a:lvl2pPr>
            <a:lvl3pPr lvl="2" rtl="0" algn="ctr">
              <a:spcBef>
                <a:spcPts val="0"/>
              </a:spcBef>
              <a:spcAft>
                <a:spcPts val="0"/>
              </a:spcAft>
              <a:buClr>
                <a:schemeClr val="accent2"/>
              </a:buClr>
              <a:buSzPts val="6000"/>
              <a:buNone/>
              <a:defRPr sz="6000">
                <a:solidFill>
                  <a:schemeClr val="accent2"/>
                </a:solidFill>
              </a:defRPr>
            </a:lvl3pPr>
            <a:lvl4pPr lvl="3" rtl="0" algn="ctr">
              <a:spcBef>
                <a:spcPts val="0"/>
              </a:spcBef>
              <a:spcAft>
                <a:spcPts val="0"/>
              </a:spcAft>
              <a:buClr>
                <a:schemeClr val="accent2"/>
              </a:buClr>
              <a:buSzPts val="6000"/>
              <a:buNone/>
              <a:defRPr sz="6000">
                <a:solidFill>
                  <a:schemeClr val="accent2"/>
                </a:solidFill>
              </a:defRPr>
            </a:lvl4pPr>
            <a:lvl5pPr lvl="4" rtl="0" algn="ctr">
              <a:spcBef>
                <a:spcPts val="0"/>
              </a:spcBef>
              <a:spcAft>
                <a:spcPts val="0"/>
              </a:spcAft>
              <a:buClr>
                <a:schemeClr val="accent2"/>
              </a:buClr>
              <a:buSzPts val="6000"/>
              <a:buNone/>
              <a:defRPr sz="6000">
                <a:solidFill>
                  <a:schemeClr val="accent2"/>
                </a:solidFill>
              </a:defRPr>
            </a:lvl5pPr>
            <a:lvl6pPr lvl="5" rtl="0" algn="ctr">
              <a:spcBef>
                <a:spcPts val="0"/>
              </a:spcBef>
              <a:spcAft>
                <a:spcPts val="0"/>
              </a:spcAft>
              <a:buClr>
                <a:schemeClr val="accent2"/>
              </a:buClr>
              <a:buSzPts val="6000"/>
              <a:buNone/>
              <a:defRPr sz="6000">
                <a:solidFill>
                  <a:schemeClr val="accent2"/>
                </a:solidFill>
              </a:defRPr>
            </a:lvl6pPr>
            <a:lvl7pPr lvl="6" rtl="0" algn="ctr">
              <a:spcBef>
                <a:spcPts val="0"/>
              </a:spcBef>
              <a:spcAft>
                <a:spcPts val="0"/>
              </a:spcAft>
              <a:buClr>
                <a:schemeClr val="accent2"/>
              </a:buClr>
              <a:buSzPts val="6000"/>
              <a:buNone/>
              <a:defRPr sz="6000">
                <a:solidFill>
                  <a:schemeClr val="accent2"/>
                </a:solidFill>
              </a:defRPr>
            </a:lvl7pPr>
            <a:lvl8pPr lvl="7" rtl="0" algn="ctr">
              <a:spcBef>
                <a:spcPts val="0"/>
              </a:spcBef>
              <a:spcAft>
                <a:spcPts val="0"/>
              </a:spcAft>
              <a:buClr>
                <a:schemeClr val="accent2"/>
              </a:buClr>
              <a:buSzPts val="6000"/>
              <a:buNone/>
              <a:defRPr sz="6000">
                <a:solidFill>
                  <a:schemeClr val="accent2"/>
                </a:solidFill>
              </a:defRPr>
            </a:lvl8pPr>
            <a:lvl9pPr lvl="8" rtl="0" algn="ctr">
              <a:spcBef>
                <a:spcPts val="0"/>
              </a:spcBef>
              <a:spcAft>
                <a:spcPts val="0"/>
              </a:spcAft>
              <a:buClr>
                <a:schemeClr val="accent2"/>
              </a:buClr>
              <a:buSzPts val="6000"/>
              <a:buNone/>
              <a:defRPr sz="6000">
                <a:solidFill>
                  <a:schemeClr val="accent2"/>
                </a:solidFill>
              </a:defRPr>
            </a:lvl9pPr>
          </a:lstStyle>
          <a:p>
            <a:r>
              <a:t>xx%</a:t>
            </a:r>
          </a:p>
        </p:txBody>
      </p:sp>
      <p:sp>
        <p:nvSpPr>
          <p:cNvPr id="349" name="Google Shape;349;p21"/>
          <p:cNvSpPr txBox="1"/>
          <p:nvPr>
            <p:ph idx="5" type="subTitle"/>
          </p:nvPr>
        </p:nvSpPr>
        <p:spPr>
          <a:xfrm>
            <a:off x="4853013" y="3509223"/>
            <a:ext cx="3492600" cy="598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1200"/>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None/>
              <a:defRPr>
                <a:solidFill>
                  <a:schemeClr val="dk1"/>
                </a:solidFill>
              </a:defRPr>
            </a:lvl4pPr>
            <a:lvl5pPr lvl="4" rtl="0" algn="ctr">
              <a:lnSpc>
                <a:spcPct val="100000"/>
              </a:lnSpc>
              <a:spcBef>
                <a:spcPts val="0"/>
              </a:spcBef>
              <a:spcAft>
                <a:spcPts val="0"/>
              </a:spcAft>
              <a:buClr>
                <a:schemeClr val="dk1"/>
              </a:buClr>
              <a:buSzPts val="1200"/>
              <a:buNone/>
              <a:defRPr>
                <a:solidFill>
                  <a:schemeClr val="dk1"/>
                </a:solidFill>
              </a:defRPr>
            </a:lvl5pPr>
            <a:lvl6pPr lvl="5" rtl="0" algn="ctr">
              <a:lnSpc>
                <a:spcPct val="100000"/>
              </a:lnSpc>
              <a:spcBef>
                <a:spcPts val="0"/>
              </a:spcBef>
              <a:spcAft>
                <a:spcPts val="0"/>
              </a:spcAft>
              <a:buClr>
                <a:schemeClr val="dk1"/>
              </a:buClr>
              <a:buSzPts val="1200"/>
              <a:buNone/>
              <a:defRPr>
                <a:solidFill>
                  <a:schemeClr val="dk1"/>
                </a:solidFill>
              </a:defRPr>
            </a:lvl6pPr>
            <a:lvl7pPr lvl="6" rtl="0" algn="ctr">
              <a:lnSpc>
                <a:spcPct val="100000"/>
              </a:lnSpc>
              <a:spcBef>
                <a:spcPts val="0"/>
              </a:spcBef>
              <a:spcAft>
                <a:spcPts val="0"/>
              </a:spcAft>
              <a:buClr>
                <a:schemeClr val="dk1"/>
              </a:buClr>
              <a:buSzPts val="1200"/>
              <a:buNone/>
              <a:defRPr>
                <a:solidFill>
                  <a:schemeClr val="dk1"/>
                </a:solidFill>
              </a:defRPr>
            </a:lvl7pPr>
            <a:lvl8pPr lvl="7" rtl="0" algn="ctr">
              <a:lnSpc>
                <a:spcPct val="100000"/>
              </a:lnSpc>
              <a:spcBef>
                <a:spcPts val="0"/>
              </a:spcBef>
              <a:spcAft>
                <a:spcPts val="0"/>
              </a:spcAft>
              <a:buClr>
                <a:schemeClr val="dk1"/>
              </a:buClr>
              <a:buSzPts val="1200"/>
              <a:buNone/>
              <a:defRPr>
                <a:solidFill>
                  <a:schemeClr val="dk1"/>
                </a:solidFill>
              </a:defRPr>
            </a:lvl8pPr>
            <a:lvl9pPr lvl="8" rtl="0" algn="ctr">
              <a:lnSpc>
                <a:spcPct val="100000"/>
              </a:lnSpc>
              <a:spcBef>
                <a:spcPts val="0"/>
              </a:spcBef>
              <a:spcAft>
                <a:spcPts val="0"/>
              </a:spcAft>
              <a:buClr>
                <a:schemeClr val="dk1"/>
              </a:buClr>
              <a:buSzPts val="1200"/>
              <a:buNone/>
              <a:defRPr>
                <a:solidFill>
                  <a:schemeClr val="dk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350" name="Shape 350"/>
        <p:cNvGrpSpPr/>
        <p:nvPr/>
      </p:nvGrpSpPr>
      <p:grpSpPr>
        <a:xfrm>
          <a:off x="0" y="0"/>
          <a:ext cx="0" cy="0"/>
          <a:chOff x="0" y="0"/>
          <a:chExt cx="0" cy="0"/>
        </a:xfrm>
      </p:grpSpPr>
      <p:sp>
        <p:nvSpPr>
          <p:cNvPr id="351" name="Google Shape;351;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52" name="Google Shape;352;p22"/>
          <p:cNvSpPr/>
          <p:nvPr/>
        </p:nvSpPr>
        <p:spPr>
          <a:xfrm flipH="1" rot="598330">
            <a:off x="8417618" y="782087"/>
            <a:ext cx="152164" cy="190205"/>
          </a:xfrm>
          <a:custGeom>
            <a:rect b="b" l="l" r="r" t="t"/>
            <a:pathLst>
              <a:path extrusionOk="0" h="4276" w="3421">
                <a:moveTo>
                  <a:pt x="1718" y="979"/>
                </a:moveTo>
                <a:cubicBezTo>
                  <a:pt x="2155" y="979"/>
                  <a:pt x="2500" y="1388"/>
                  <a:pt x="2423" y="1864"/>
                </a:cubicBezTo>
                <a:cubicBezTo>
                  <a:pt x="2380" y="2149"/>
                  <a:pt x="2171" y="2380"/>
                  <a:pt x="1908" y="2445"/>
                </a:cubicBezTo>
                <a:cubicBezTo>
                  <a:pt x="1839" y="2466"/>
                  <a:pt x="1772" y="2475"/>
                  <a:pt x="1706" y="2475"/>
                </a:cubicBezTo>
                <a:cubicBezTo>
                  <a:pt x="1275" y="2475"/>
                  <a:pt x="923" y="2066"/>
                  <a:pt x="1009" y="1590"/>
                </a:cubicBezTo>
                <a:cubicBezTo>
                  <a:pt x="1053" y="1305"/>
                  <a:pt x="1261" y="1074"/>
                  <a:pt x="1513" y="1009"/>
                </a:cubicBezTo>
                <a:cubicBezTo>
                  <a:pt x="1583" y="988"/>
                  <a:pt x="1652" y="979"/>
                  <a:pt x="1718" y="979"/>
                </a:cubicBezTo>
                <a:close/>
                <a:moveTo>
                  <a:pt x="1716" y="0"/>
                </a:moveTo>
                <a:cubicBezTo>
                  <a:pt x="1628" y="0"/>
                  <a:pt x="1538" y="7"/>
                  <a:pt x="1447" y="22"/>
                </a:cubicBezTo>
                <a:cubicBezTo>
                  <a:pt x="680" y="143"/>
                  <a:pt x="77" y="823"/>
                  <a:pt x="22" y="1634"/>
                </a:cubicBezTo>
                <a:cubicBezTo>
                  <a:pt x="0" y="2029"/>
                  <a:pt x="99" y="2402"/>
                  <a:pt x="285" y="2697"/>
                </a:cubicBezTo>
                <a:cubicBezTo>
                  <a:pt x="329" y="2774"/>
                  <a:pt x="384" y="2840"/>
                  <a:pt x="439" y="2906"/>
                </a:cubicBezTo>
                <a:lnTo>
                  <a:pt x="1535" y="4144"/>
                </a:lnTo>
                <a:cubicBezTo>
                  <a:pt x="1612" y="4231"/>
                  <a:pt x="1719" y="4275"/>
                  <a:pt x="1828" y="4275"/>
                </a:cubicBezTo>
                <a:cubicBezTo>
                  <a:pt x="1953" y="4275"/>
                  <a:pt x="2078" y="4218"/>
                  <a:pt x="2160" y="4100"/>
                </a:cubicBezTo>
                <a:lnTo>
                  <a:pt x="2840" y="3147"/>
                </a:lnTo>
                <a:cubicBezTo>
                  <a:pt x="2894" y="3048"/>
                  <a:pt x="3016" y="2873"/>
                  <a:pt x="3114" y="2719"/>
                </a:cubicBezTo>
                <a:cubicBezTo>
                  <a:pt x="3311" y="2412"/>
                  <a:pt x="3421" y="2061"/>
                  <a:pt x="3410" y="1700"/>
                </a:cubicBezTo>
                <a:lnTo>
                  <a:pt x="3410" y="1688"/>
                </a:lnTo>
                <a:cubicBezTo>
                  <a:pt x="3370" y="740"/>
                  <a:pt x="2620" y="0"/>
                  <a:pt x="17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2"/>
          <p:cNvSpPr/>
          <p:nvPr/>
        </p:nvSpPr>
        <p:spPr>
          <a:xfrm rot="-598330">
            <a:off x="552518" y="4402062"/>
            <a:ext cx="152164" cy="190205"/>
          </a:xfrm>
          <a:custGeom>
            <a:rect b="b" l="l" r="r" t="t"/>
            <a:pathLst>
              <a:path extrusionOk="0" h="4276" w="3421">
                <a:moveTo>
                  <a:pt x="1718" y="979"/>
                </a:moveTo>
                <a:cubicBezTo>
                  <a:pt x="2155" y="979"/>
                  <a:pt x="2500" y="1388"/>
                  <a:pt x="2423" y="1864"/>
                </a:cubicBezTo>
                <a:cubicBezTo>
                  <a:pt x="2380" y="2149"/>
                  <a:pt x="2171" y="2380"/>
                  <a:pt x="1908" y="2445"/>
                </a:cubicBezTo>
                <a:cubicBezTo>
                  <a:pt x="1839" y="2466"/>
                  <a:pt x="1772" y="2475"/>
                  <a:pt x="1706" y="2475"/>
                </a:cubicBezTo>
                <a:cubicBezTo>
                  <a:pt x="1275" y="2475"/>
                  <a:pt x="923" y="2066"/>
                  <a:pt x="1009" y="1590"/>
                </a:cubicBezTo>
                <a:cubicBezTo>
                  <a:pt x="1053" y="1305"/>
                  <a:pt x="1261" y="1074"/>
                  <a:pt x="1513" y="1009"/>
                </a:cubicBezTo>
                <a:cubicBezTo>
                  <a:pt x="1583" y="988"/>
                  <a:pt x="1652" y="979"/>
                  <a:pt x="1718" y="979"/>
                </a:cubicBezTo>
                <a:close/>
                <a:moveTo>
                  <a:pt x="1716" y="0"/>
                </a:moveTo>
                <a:cubicBezTo>
                  <a:pt x="1628" y="0"/>
                  <a:pt x="1538" y="7"/>
                  <a:pt x="1447" y="22"/>
                </a:cubicBezTo>
                <a:cubicBezTo>
                  <a:pt x="680" y="143"/>
                  <a:pt x="77" y="823"/>
                  <a:pt x="22" y="1634"/>
                </a:cubicBezTo>
                <a:cubicBezTo>
                  <a:pt x="0" y="2029"/>
                  <a:pt x="99" y="2402"/>
                  <a:pt x="285" y="2697"/>
                </a:cubicBezTo>
                <a:cubicBezTo>
                  <a:pt x="329" y="2774"/>
                  <a:pt x="384" y="2840"/>
                  <a:pt x="439" y="2906"/>
                </a:cubicBezTo>
                <a:lnTo>
                  <a:pt x="1535" y="4144"/>
                </a:lnTo>
                <a:cubicBezTo>
                  <a:pt x="1612" y="4231"/>
                  <a:pt x="1719" y="4275"/>
                  <a:pt x="1828" y="4275"/>
                </a:cubicBezTo>
                <a:cubicBezTo>
                  <a:pt x="1953" y="4275"/>
                  <a:pt x="2078" y="4218"/>
                  <a:pt x="2160" y="4100"/>
                </a:cubicBezTo>
                <a:lnTo>
                  <a:pt x="2840" y="3147"/>
                </a:lnTo>
                <a:cubicBezTo>
                  <a:pt x="2894" y="3048"/>
                  <a:pt x="3016" y="2873"/>
                  <a:pt x="3114" y="2719"/>
                </a:cubicBezTo>
                <a:cubicBezTo>
                  <a:pt x="3311" y="2412"/>
                  <a:pt x="3421" y="2061"/>
                  <a:pt x="3410" y="1700"/>
                </a:cubicBezTo>
                <a:lnTo>
                  <a:pt x="3410" y="1688"/>
                </a:lnTo>
                <a:cubicBezTo>
                  <a:pt x="3370" y="740"/>
                  <a:pt x="2620" y="0"/>
                  <a:pt x="17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2"/>
          <p:cNvSpPr/>
          <p:nvPr/>
        </p:nvSpPr>
        <p:spPr>
          <a:xfrm flipH="1" rot="-1095117">
            <a:off x="-1255957" y="-393669"/>
            <a:ext cx="3899522" cy="1866023"/>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lt2"/>
            </a:solidFill>
            <a:prstDash val="lgDash"/>
            <a:round/>
            <a:headEnd len="med" w="med" type="none"/>
            <a:tailEnd len="med" w="med" type="none"/>
          </a:ln>
        </p:spPr>
      </p:sp>
      <p:sp>
        <p:nvSpPr>
          <p:cNvPr id="355" name="Google Shape;355;p22"/>
          <p:cNvSpPr/>
          <p:nvPr/>
        </p:nvSpPr>
        <p:spPr>
          <a:xfrm flipH="1">
            <a:off x="-156566" y="-412225"/>
            <a:ext cx="693775" cy="684750"/>
          </a:xfrm>
          <a:custGeom>
            <a:rect b="b" l="l" r="r" t="t"/>
            <a:pathLst>
              <a:path extrusionOk="0" h="27390" w="27751">
                <a:moveTo>
                  <a:pt x="27751" y="26316"/>
                </a:moveTo>
                <a:cubicBezTo>
                  <a:pt x="20672" y="29147"/>
                  <a:pt x="10504" y="26049"/>
                  <a:pt x="5741" y="20096"/>
                </a:cubicBezTo>
                <a:cubicBezTo>
                  <a:pt x="1388" y="14656"/>
                  <a:pt x="3113" y="6232"/>
                  <a:pt x="0" y="0"/>
                </a:cubicBezTo>
              </a:path>
            </a:pathLst>
          </a:custGeom>
          <a:noFill/>
          <a:ln cap="flat" cmpd="sng" w="9525">
            <a:solidFill>
              <a:schemeClr val="lt2"/>
            </a:solidFill>
            <a:prstDash val="lgDash"/>
            <a:round/>
            <a:headEnd len="med" w="med" type="none"/>
            <a:tailEnd len="med" w="med" type="none"/>
          </a:ln>
        </p:spPr>
      </p:sp>
      <p:sp>
        <p:nvSpPr>
          <p:cNvPr id="356" name="Google Shape;356;p22"/>
          <p:cNvSpPr/>
          <p:nvPr/>
        </p:nvSpPr>
        <p:spPr>
          <a:xfrm flipH="1">
            <a:off x="-203741" y="2807696"/>
            <a:ext cx="679193" cy="170205"/>
          </a:xfrm>
          <a:custGeom>
            <a:rect b="b" l="l" r="r" t="t"/>
            <a:pathLst>
              <a:path extrusionOk="0" h="1569" w="6261">
                <a:moveTo>
                  <a:pt x="4049" y="1"/>
                </a:moveTo>
                <a:cubicBezTo>
                  <a:pt x="3686" y="1"/>
                  <a:pt x="3325" y="221"/>
                  <a:pt x="3169" y="560"/>
                </a:cubicBezTo>
                <a:cubicBezTo>
                  <a:pt x="2982" y="411"/>
                  <a:pt x="2745" y="333"/>
                  <a:pt x="2505" y="333"/>
                </a:cubicBezTo>
                <a:cubicBezTo>
                  <a:pt x="2392" y="333"/>
                  <a:pt x="2279" y="350"/>
                  <a:pt x="2171" y="385"/>
                </a:cubicBezTo>
                <a:cubicBezTo>
                  <a:pt x="1842" y="494"/>
                  <a:pt x="1579" y="779"/>
                  <a:pt x="1491" y="1120"/>
                </a:cubicBezTo>
                <a:cubicBezTo>
                  <a:pt x="1323" y="943"/>
                  <a:pt x="1084" y="837"/>
                  <a:pt x="843" y="837"/>
                </a:cubicBezTo>
                <a:cubicBezTo>
                  <a:pt x="770" y="837"/>
                  <a:pt x="697" y="847"/>
                  <a:pt x="625" y="867"/>
                </a:cubicBezTo>
                <a:cubicBezTo>
                  <a:pt x="319" y="944"/>
                  <a:pt x="66" y="1196"/>
                  <a:pt x="0" y="1503"/>
                </a:cubicBezTo>
                <a:lnTo>
                  <a:pt x="6239" y="1569"/>
                </a:lnTo>
                <a:cubicBezTo>
                  <a:pt x="6261" y="1273"/>
                  <a:pt x="6096" y="977"/>
                  <a:pt x="5844" y="823"/>
                </a:cubicBezTo>
                <a:cubicBezTo>
                  <a:pt x="5723" y="749"/>
                  <a:pt x="5581" y="714"/>
                  <a:pt x="5438" y="714"/>
                </a:cubicBezTo>
                <a:cubicBezTo>
                  <a:pt x="5285" y="714"/>
                  <a:pt x="5131" y="755"/>
                  <a:pt x="5000" y="835"/>
                </a:cubicBezTo>
                <a:cubicBezTo>
                  <a:pt x="4945" y="418"/>
                  <a:pt x="4594" y="67"/>
                  <a:pt x="4188" y="12"/>
                </a:cubicBezTo>
                <a:cubicBezTo>
                  <a:pt x="4142" y="4"/>
                  <a:pt x="4095" y="1"/>
                  <a:pt x="4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7" name="Google Shape;357;p22"/>
          <p:cNvGrpSpPr/>
          <p:nvPr/>
        </p:nvGrpSpPr>
        <p:grpSpPr>
          <a:xfrm flipH="1">
            <a:off x="154298" y="3600388"/>
            <a:ext cx="416587" cy="596813"/>
            <a:chOff x="8555949" y="806163"/>
            <a:chExt cx="416587" cy="596813"/>
          </a:xfrm>
        </p:grpSpPr>
        <p:sp>
          <p:nvSpPr>
            <p:cNvPr id="358" name="Google Shape;358;p22"/>
            <p:cNvSpPr/>
            <p:nvPr/>
          </p:nvSpPr>
          <p:spPr>
            <a:xfrm>
              <a:off x="8630075" y="984025"/>
              <a:ext cx="135900" cy="135900"/>
            </a:xfrm>
            <a:prstGeom prst="plus">
              <a:avLst>
                <a:gd fmla="val 4390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2"/>
            <p:cNvSpPr/>
            <p:nvPr/>
          </p:nvSpPr>
          <p:spPr>
            <a:xfrm>
              <a:off x="8862861" y="1309675"/>
              <a:ext cx="93300" cy="93300"/>
            </a:xfrm>
            <a:prstGeom prst="ellipse">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2"/>
            <p:cNvSpPr/>
            <p:nvPr/>
          </p:nvSpPr>
          <p:spPr>
            <a:xfrm>
              <a:off x="8879236" y="806163"/>
              <a:ext cx="93300" cy="93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2"/>
            <p:cNvSpPr/>
            <p:nvPr/>
          </p:nvSpPr>
          <p:spPr>
            <a:xfrm>
              <a:off x="8555949" y="1267400"/>
              <a:ext cx="54900" cy="54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2" name="Google Shape;362;p22"/>
          <p:cNvSpPr/>
          <p:nvPr/>
        </p:nvSpPr>
        <p:spPr>
          <a:xfrm flipH="1">
            <a:off x="8585109" y="1187496"/>
            <a:ext cx="679193" cy="170205"/>
          </a:xfrm>
          <a:custGeom>
            <a:rect b="b" l="l" r="r" t="t"/>
            <a:pathLst>
              <a:path extrusionOk="0" h="1569" w="6261">
                <a:moveTo>
                  <a:pt x="4049" y="1"/>
                </a:moveTo>
                <a:cubicBezTo>
                  <a:pt x="3686" y="1"/>
                  <a:pt x="3325" y="221"/>
                  <a:pt x="3169" y="560"/>
                </a:cubicBezTo>
                <a:cubicBezTo>
                  <a:pt x="2982" y="411"/>
                  <a:pt x="2745" y="333"/>
                  <a:pt x="2505" y="333"/>
                </a:cubicBezTo>
                <a:cubicBezTo>
                  <a:pt x="2392" y="333"/>
                  <a:pt x="2279" y="350"/>
                  <a:pt x="2171" y="385"/>
                </a:cubicBezTo>
                <a:cubicBezTo>
                  <a:pt x="1842" y="494"/>
                  <a:pt x="1579" y="779"/>
                  <a:pt x="1491" y="1120"/>
                </a:cubicBezTo>
                <a:cubicBezTo>
                  <a:pt x="1323" y="943"/>
                  <a:pt x="1084" y="837"/>
                  <a:pt x="843" y="837"/>
                </a:cubicBezTo>
                <a:cubicBezTo>
                  <a:pt x="770" y="837"/>
                  <a:pt x="697" y="847"/>
                  <a:pt x="625" y="867"/>
                </a:cubicBezTo>
                <a:cubicBezTo>
                  <a:pt x="319" y="944"/>
                  <a:pt x="66" y="1196"/>
                  <a:pt x="0" y="1503"/>
                </a:cubicBezTo>
                <a:lnTo>
                  <a:pt x="6239" y="1569"/>
                </a:lnTo>
                <a:cubicBezTo>
                  <a:pt x="6261" y="1273"/>
                  <a:pt x="6096" y="977"/>
                  <a:pt x="5844" y="823"/>
                </a:cubicBezTo>
                <a:cubicBezTo>
                  <a:pt x="5723" y="749"/>
                  <a:pt x="5581" y="714"/>
                  <a:pt x="5438" y="714"/>
                </a:cubicBezTo>
                <a:cubicBezTo>
                  <a:pt x="5285" y="714"/>
                  <a:pt x="5131" y="755"/>
                  <a:pt x="5000" y="835"/>
                </a:cubicBezTo>
                <a:cubicBezTo>
                  <a:pt x="4945" y="418"/>
                  <a:pt x="4594" y="67"/>
                  <a:pt x="4188" y="12"/>
                </a:cubicBezTo>
                <a:cubicBezTo>
                  <a:pt x="4142" y="4"/>
                  <a:pt x="4095" y="1"/>
                  <a:pt x="4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2"/>
          <p:cNvSpPr/>
          <p:nvPr/>
        </p:nvSpPr>
        <p:spPr>
          <a:xfrm flipH="1">
            <a:off x="6934534" y="177371"/>
            <a:ext cx="679193" cy="170205"/>
          </a:xfrm>
          <a:custGeom>
            <a:rect b="b" l="l" r="r" t="t"/>
            <a:pathLst>
              <a:path extrusionOk="0" h="1569" w="6261">
                <a:moveTo>
                  <a:pt x="4049" y="1"/>
                </a:moveTo>
                <a:cubicBezTo>
                  <a:pt x="3686" y="1"/>
                  <a:pt x="3325" y="221"/>
                  <a:pt x="3169" y="560"/>
                </a:cubicBezTo>
                <a:cubicBezTo>
                  <a:pt x="2982" y="411"/>
                  <a:pt x="2745" y="333"/>
                  <a:pt x="2505" y="333"/>
                </a:cubicBezTo>
                <a:cubicBezTo>
                  <a:pt x="2392" y="333"/>
                  <a:pt x="2279" y="350"/>
                  <a:pt x="2171" y="385"/>
                </a:cubicBezTo>
                <a:cubicBezTo>
                  <a:pt x="1842" y="494"/>
                  <a:pt x="1579" y="779"/>
                  <a:pt x="1491" y="1120"/>
                </a:cubicBezTo>
                <a:cubicBezTo>
                  <a:pt x="1323" y="943"/>
                  <a:pt x="1084" y="837"/>
                  <a:pt x="843" y="837"/>
                </a:cubicBezTo>
                <a:cubicBezTo>
                  <a:pt x="770" y="837"/>
                  <a:pt x="697" y="847"/>
                  <a:pt x="625" y="867"/>
                </a:cubicBezTo>
                <a:cubicBezTo>
                  <a:pt x="319" y="944"/>
                  <a:pt x="66" y="1196"/>
                  <a:pt x="0" y="1503"/>
                </a:cubicBezTo>
                <a:lnTo>
                  <a:pt x="6239" y="1569"/>
                </a:lnTo>
                <a:cubicBezTo>
                  <a:pt x="6261" y="1273"/>
                  <a:pt x="6096" y="977"/>
                  <a:pt x="5844" y="823"/>
                </a:cubicBezTo>
                <a:cubicBezTo>
                  <a:pt x="5723" y="749"/>
                  <a:pt x="5581" y="714"/>
                  <a:pt x="5438" y="714"/>
                </a:cubicBezTo>
                <a:cubicBezTo>
                  <a:pt x="5285" y="714"/>
                  <a:pt x="5131" y="755"/>
                  <a:pt x="5000" y="835"/>
                </a:cubicBezTo>
                <a:cubicBezTo>
                  <a:pt x="4945" y="418"/>
                  <a:pt x="4594" y="67"/>
                  <a:pt x="4188" y="12"/>
                </a:cubicBezTo>
                <a:cubicBezTo>
                  <a:pt x="4142" y="4"/>
                  <a:pt x="4095" y="1"/>
                  <a:pt x="4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2"/>
          <p:cNvSpPr/>
          <p:nvPr/>
        </p:nvSpPr>
        <p:spPr>
          <a:xfrm rot="5400000">
            <a:off x="8198450" y="3915325"/>
            <a:ext cx="2405873" cy="2374576"/>
          </a:xfrm>
          <a:custGeom>
            <a:rect b="b" l="l" r="r" t="t"/>
            <a:pathLst>
              <a:path extrusionOk="0" h="27390" w="27751">
                <a:moveTo>
                  <a:pt x="27751" y="26316"/>
                </a:moveTo>
                <a:cubicBezTo>
                  <a:pt x="20672" y="29147"/>
                  <a:pt x="10504" y="26049"/>
                  <a:pt x="5741" y="20096"/>
                </a:cubicBezTo>
                <a:cubicBezTo>
                  <a:pt x="1388" y="14656"/>
                  <a:pt x="3113" y="6232"/>
                  <a:pt x="0" y="0"/>
                </a:cubicBezTo>
              </a:path>
            </a:pathLst>
          </a:custGeom>
          <a:noFill/>
          <a:ln cap="flat" cmpd="sng" w="9525">
            <a:solidFill>
              <a:schemeClr val="lt2"/>
            </a:solidFill>
            <a:prstDash val="lgDash"/>
            <a:round/>
            <a:headEnd len="med" w="med" type="none"/>
            <a:tailEnd len="med" w="med" type="none"/>
          </a:ln>
        </p:spPr>
      </p:sp>
      <p:sp>
        <p:nvSpPr>
          <p:cNvPr id="365" name="Google Shape;365;p22"/>
          <p:cNvSpPr/>
          <p:nvPr/>
        </p:nvSpPr>
        <p:spPr>
          <a:xfrm rot="10799680">
            <a:off x="-156571" y="4674761"/>
            <a:ext cx="4195445" cy="2007256"/>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lt2"/>
            </a:solidFill>
            <a:prstDash val="lgDash"/>
            <a:round/>
            <a:headEnd len="med" w="med" type="none"/>
            <a:tailEnd len="med" w="med" type="none"/>
          </a:ln>
        </p:spPr>
      </p:sp>
      <p:sp>
        <p:nvSpPr>
          <p:cNvPr id="366" name="Google Shape;366;p22"/>
          <p:cNvSpPr/>
          <p:nvPr/>
        </p:nvSpPr>
        <p:spPr>
          <a:xfrm rot="-1461625">
            <a:off x="7932232" y="-1368174"/>
            <a:ext cx="2405905" cy="2374608"/>
          </a:xfrm>
          <a:custGeom>
            <a:rect b="b" l="l" r="r" t="t"/>
            <a:pathLst>
              <a:path extrusionOk="0" h="27390" w="27751">
                <a:moveTo>
                  <a:pt x="27751" y="26316"/>
                </a:moveTo>
                <a:cubicBezTo>
                  <a:pt x="20672" y="29147"/>
                  <a:pt x="10504" y="26049"/>
                  <a:pt x="5741" y="20096"/>
                </a:cubicBezTo>
                <a:cubicBezTo>
                  <a:pt x="1388" y="14656"/>
                  <a:pt x="3113" y="6232"/>
                  <a:pt x="0" y="0"/>
                </a:cubicBezTo>
              </a:path>
            </a:pathLst>
          </a:custGeom>
          <a:noFill/>
          <a:ln cap="flat" cmpd="sng" w="9525">
            <a:solidFill>
              <a:schemeClr val="lt2"/>
            </a:solidFill>
            <a:prstDash val="lgDash"/>
            <a:round/>
            <a:headEnd len="med" w="med" type="none"/>
            <a:tailEnd len="med" w="med" type="none"/>
          </a:ln>
        </p:spPr>
      </p:sp>
      <p:grpSp>
        <p:nvGrpSpPr>
          <p:cNvPr id="367" name="Google Shape;367;p22"/>
          <p:cNvGrpSpPr/>
          <p:nvPr/>
        </p:nvGrpSpPr>
        <p:grpSpPr>
          <a:xfrm flipH="1">
            <a:off x="8542223" y="1561163"/>
            <a:ext cx="416587" cy="596813"/>
            <a:chOff x="8555949" y="806163"/>
            <a:chExt cx="416587" cy="596813"/>
          </a:xfrm>
        </p:grpSpPr>
        <p:sp>
          <p:nvSpPr>
            <p:cNvPr id="368" name="Google Shape;368;p22"/>
            <p:cNvSpPr/>
            <p:nvPr/>
          </p:nvSpPr>
          <p:spPr>
            <a:xfrm>
              <a:off x="8630075" y="984025"/>
              <a:ext cx="135900" cy="135900"/>
            </a:xfrm>
            <a:prstGeom prst="plus">
              <a:avLst>
                <a:gd fmla="val 4390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2"/>
            <p:cNvSpPr/>
            <p:nvPr/>
          </p:nvSpPr>
          <p:spPr>
            <a:xfrm>
              <a:off x="8862861" y="1309675"/>
              <a:ext cx="93300" cy="93300"/>
            </a:xfrm>
            <a:prstGeom prst="ellipse">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2"/>
            <p:cNvSpPr/>
            <p:nvPr/>
          </p:nvSpPr>
          <p:spPr>
            <a:xfrm>
              <a:off x="8879236" y="806163"/>
              <a:ext cx="93300" cy="93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2"/>
            <p:cNvSpPr/>
            <p:nvPr/>
          </p:nvSpPr>
          <p:spPr>
            <a:xfrm>
              <a:off x="8555949" y="1267400"/>
              <a:ext cx="54900" cy="54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2" name="Google Shape;372;p22"/>
          <p:cNvSpPr/>
          <p:nvPr/>
        </p:nvSpPr>
        <p:spPr>
          <a:xfrm flipH="1">
            <a:off x="5031109" y="5017508"/>
            <a:ext cx="679193" cy="170205"/>
          </a:xfrm>
          <a:custGeom>
            <a:rect b="b" l="l" r="r" t="t"/>
            <a:pathLst>
              <a:path extrusionOk="0" h="1569" w="6261">
                <a:moveTo>
                  <a:pt x="4049" y="1"/>
                </a:moveTo>
                <a:cubicBezTo>
                  <a:pt x="3686" y="1"/>
                  <a:pt x="3325" y="221"/>
                  <a:pt x="3169" y="560"/>
                </a:cubicBezTo>
                <a:cubicBezTo>
                  <a:pt x="2982" y="411"/>
                  <a:pt x="2745" y="333"/>
                  <a:pt x="2505" y="333"/>
                </a:cubicBezTo>
                <a:cubicBezTo>
                  <a:pt x="2392" y="333"/>
                  <a:pt x="2279" y="350"/>
                  <a:pt x="2171" y="385"/>
                </a:cubicBezTo>
                <a:cubicBezTo>
                  <a:pt x="1842" y="494"/>
                  <a:pt x="1579" y="779"/>
                  <a:pt x="1491" y="1120"/>
                </a:cubicBezTo>
                <a:cubicBezTo>
                  <a:pt x="1323" y="943"/>
                  <a:pt x="1084" y="837"/>
                  <a:pt x="843" y="837"/>
                </a:cubicBezTo>
                <a:cubicBezTo>
                  <a:pt x="770" y="837"/>
                  <a:pt x="697" y="847"/>
                  <a:pt x="625" y="867"/>
                </a:cubicBezTo>
                <a:cubicBezTo>
                  <a:pt x="319" y="944"/>
                  <a:pt x="66" y="1196"/>
                  <a:pt x="0" y="1503"/>
                </a:cubicBezTo>
                <a:lnTo>
                  <a:pt x="6239" y="1569"/>
                </a:lnTo>
                <a:cubicBezTo>
                  <a:pt x="6261" y="1273"/>
                  <a:pt x="6096" y="977"/>
                  <a:pt x="5844" y="823"/>
                </a:cubicBezTo>
                <a:cubicBezTo>
                  <a:pt x="5723" y="749"/>
                  <a:pt x="5581" y="714"/>
                  <a:pt x="5438" y="714"/>
                </a:cubicBezTo>
                <a:cubicBezTo>
                  <a:pt x="5285" y="714"/>
                  <a:pt x="5131" y="755"/>
                  <a:pt x="5000" y="835"/>
                </a:cubicBezTo>
                <a:cubicBezTo>
                  <a:pt x="4945" y="418"/>
                  <a:pt x="4594" y="67"/>
                  <a:pt x="4188" y="12"/>
                </a:cubicBezTo>
                <a:cubicBezTo>
                  <a:pt x="4142" y="4"/>
                  <a:pt x="4095" y="1"/>
                  <a:pt x="4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373" name="Shape 373"/>
        <p:cNvGrpSpPr/>
        <p:nvPr/>
      </p:nvGrpSpPr>
      <p:grpSpPr>
        <a:xfrm>
          <a:off x="0" y="0"/>
          <a:ext cx="0" cy="0"/>
          <a:chOff x="0" y="0"/>
          <a:chExt cx="0" cy="0"/>
        </a:xfrm>
      </p:grpSpPr>
      <p:sp>
        <p:nvSpPr>
          <p:cNvPr id="374" name="Google Shape;374;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75" name="Google Shape;375;p23"/>
          <p:cNvSpPr/>
          <p:nvPr/>
        </p:nvSpPr>
        <p:spPr>
          <a:xfrm>
            <a:off x="6595800" y="-501775"/>
            <a:ext cx="3899475" cy="1866000"/>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lt2"/>
            </a:solidFill>
            <a:prstDash val="lgDash"/>
            <a:round/>
            <a:headEnd len="med" w="med" type="none"/>
            <a:tailEnd len="med" w="med" type="none"/>
          </a:ln>
        </p:spPr>
      </p:sp>
      <p:sp>
        <p:nvSpPr>
          <p:cNvPr id="376" name="Google Shape;376;p23"/>
          <p:cNvSpPr/>
          <p:nvPr/>
        </p:nvSpPr>
        <p:spPr>
          <a:xfrm>
            <a:off x="-442575" y="320525"/>
            <a:ext cx="964387" cy="1748853"/>
          </a:xfrm>
          <a:custGeom>
            <a:rect b="b" l="l" r="r" t="t"/>
            <a:pathLst>
              <a:path extrusionOk="0" h="44975" w="24801">
                <a:moveTo>
                  <a:pt x="0" y="0"/>
                </a:moveTo>
                <a:cubicBezTo>
                  <a:pt x="9939" y="2840"/>
                  <a:pt x="22701" y="8942"/>
                  <a:pt x="24402" y="19138"/>
                </a:cubicBezTo>
                <a:cubicBezTo>
                  <a:pt x="25999" y="28707"/>
                  <a:pt x="19683" y="40640"/>
                  <a:pt x="11004" y="44975"/>
                </a:cubicBezTo>
              </a:path>
            </a:pathLst>
          </a:custGeom>
          <a:noFill/>
          <a:ln cap="flat" cmpd="sng" w="9525">
            <a:solidFill>
              <a:schemeClr val="lt2"/>
            </a:solidFill>
            <a:prstDash val="lgDash"/>
            <a:round/>
            <a:headEnd len="med" w="med" type="none"/>
            <a:tailEnd len="med" w="med" type="none"/>
          </a:ln>
        </p:spPr>
      </p:sp>
      <p:sp>
        <p:nvSpPr>
          <p:cNvPr id="377" name="Google Shape;377;p23"/>
          <p:cNvSpPr/>
          <p:nvPr/>
        </p:nvSpPr>
        <p:spPr>
          <a:xfrm rot="-2700000">
            <a:off x="2523063" y="-602314"/>
            <a:ext cx="1119389" cy="1104828"/>
          </a:xfrm>
          <a:custGeom>
            <a:rect b="b" l="l" r="r" t="t"/>
            <a:pathLst>
              <a:path extrusionOk="0" h="27390" w="27751">
                <a:moveTo>
                  <a:pt x="27751" y="26316"/>
                </a:moveTo>
                <a:cubicBezTo>
                  <a:pt x="20672" y="29147"/>
                  <a:pt x="10504" y="26049"/>
                  <a:pt x="5741" y="20096"/>
                </a:cubicBezTo>
                <a:cubicBezTo>
                  <a:pt x="1388" y="14656"/>
                  <a:pt x="3113" y="6232"/>
                  <a:pt x="0" y="0"/>
                </a:cubicBezTo>
              </a:path>
            </a:pathLst>
          </a:custGeom>
          <a:noFill/>
          <a:ln cap="flat" cmpd="sng" w="9525">
            <a:solidFill>
              <a:schemeClr val="lt2"/>
            </a:solidFill>
            <a:prstDash val="lgDash"/>
            <a:round/>
            <a:headEnd len="med" w="med" type="none"/>
            <a:tailEnd len="med" w="med" type="none"/>
          </a:ln>
        </p:spPr>
      </p:sp>
      <p:sp>
        <p:nvSpPr>
          <p:cNvPr id="378" name="Google Shape;378;p23"/>
          <p:cNvSpPr/>
          <p:nvPr/>
        </p:nvSpPr>
        <p:spPr>
          <a:xfrm rot="10799680">
            <a:off x="-175496" y="4587186"/>
            <a:ext cx="4195445" cy="2007256"/>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lt2"/>
            </a:solidFill>
            <a:prstDash val="lgDash"/>
            <a:round/>
            <a:headEnd len="med" w="med" type="none"/>
            <a:tailEnd len="med" w="med" type="none"/>
          </a:ln>
        </p:spPr>
      </p:sp>
      <p:sp>
        <p:nvSpPr>
          <p:cNvPr id="379" name="Google Shape;379;p23"/>
          <p:cNvSpPr/>
          <p:nvPr/>
        </p:nvSpPr>
        <p:spPr>
          <a:xfrm>
            <a:off x="1254027" y="226549"/>
            <a:ext cx="588829" cy="147316"/>
          </a:xfrm>
          <a:custGeom>
            <a:rect b="b" l="l" r="r" t="t"/>
            <a:pathLst>
              <a:path extrusionOk="0" h="1358" w="5428">
                <a:moveTo>
                  <a:pt x="3524" y="0"/>
                </a:moveTo>
                <a:cubicBezTo>
                  <a:pt x="3201" y="0"/>
                  <a:pt x="2890" y="197"/>
                  <a:pt x="2752" y="481"/>
                </a:cubicBezTo>
                <a:cubicBezTo>
                  <a:pt x="2587" y="352"/>
                  <a:pt x="2379" y="286"/>
                  <a:pt x="2173" y="286"/>
                </a:cubicBezTo>
                <a:cubicBezTo>
                  <a:pt x="2079" y="286"/>
                  <a:pt x="1986" y="300"/>
                  <a:pt x="1897" y="327"/>
                </a:cubicBezTo>
                <a:cubicBezTo>
                  <a:pt x="1601" y="426"/>
                  <a:pt x="1371" y="678"/>
                  <a:pt x="1294" y="963"/>
                </a:cubicBezTo>
                <a:cubicBezTo>
                  <a:pt x="1149" y="810"/>
                  <a:pt x="937" y="722"/>
                  <a:pt x="726" y="722"/>
                </a:cubicBezTo>
                <a:cubicBezTo>
                  <a:pt x="666" y="722"/>
                  <a:pt x="607" y="729"/>
                  <a:pt x="548" y="744"/>
                </a:cubicBezTo>
                <a:cubicBezTo>
                  <a:pt x="285" y="820"/>
                  <a:pt x="66" y="1040"/>
                  <a:pt x="0" y="1303"/>
                </a:cubicBezTo>
                <a:lnTo>
                  <a:pt x="5416" y="1358"/>
                </a:lnTo>
                <a:cubicBezTo>
                  <a:pt x="5428" y="1105"/>
                  <a:pt x="5296" y="842"/>
                  <a:pt x="5077" y="711"/>
                </a:cubicBezTo>
                <a:cubicBezTo>
                  <a:pt x="4972" y="648"/>
                  <a:pt x="4849" y="617"/>
                  <a:pt x="4726" y="617"/>
                </a:cubicBezTo>
                <a:cubicBezTo>
                  <a:pt x="4592" y="617"/>
                  <a:pt x="4456" y="653"/>
                  <a:pt x="4342" y="722"/>
                </a:cubicBezTo>
                <a:cubicBezTo>
                  <a:pt x="4287" y="360"/>
                  <a:pt x="3991" y="64"/>
                  <a:pt x="3640" y="9"/>
                </a:cubicBezTo>
                <a:cubicBezTo>
                  <a:pt x="3601" y="3"/>
                  <a:pt x="3563" y="0"/>
                  <a:pt x="35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3"/>
          <p:cNvSpPr/>
          <p:nvPr/>
        </p:nvSpPr>
        <p:spPr>
          <a:xfrm>
            <a:off x="8743477" y="2621449"/>
            <a:ext cx="588829" cy="147316"/>
          </a:xfrm>
          <a:custGeom>
            <a:rect b="b" l="l" r="r" t="t"/>
            <a:pathLst>
              <a:path extrusionOk="0" h="1358" w="5428">
                <a:moveTo>
                  <a:pt x="3524" y="0"/>
                </a:moveTo>
                <a:cubicBezTo>
                  <a:pt x="3201" y="0"/>
                  <a:pt x="2890" y="197"/>
                  <a:pt x="2752" y="481"/>
                </a:cubicBezTo>
                <a:cubicBezTo>
                  <a:pt x="2587" y="352"/>
                  <a:pt x="2379" y="286"/>
                  <a:pt x="2173" y="286"/>
                </a:cubicBezTo>
                <a:cubicBezTo>
                  <a:pt x="2079" y="286"/>
                  <a:pt x="1986" y="300"/>
                  <a:pt x="1897" y="327"/>
                </a:cubicBezTo>
                <a:cubicBezTo>
                  <a:pt x="1601" y="426"/>
                  <a:pt x="1371" y="678"/>
                  <a:pt x="1294" y="963"/>
                </a:cubicBezTo>
                <a:cubicBezTo>
                  <a:pt x="1149" y="810"/>
                  <a:pt x="937" y="722"/>
                  <a:pt x="726" y="722"/>
                </a:cubicBezTo>
                <a:cubicBezTo>
                  <a:pt x="666" y="722"/>
                  <a:pt x="607" y="729"/>
                  <a:pt x="548" y="744"/>
                </a:cubicBezTo>
                <a:cubicBezTo>
                  <a:pt x="285" y="820"/>
                  <a:pt x="66" y="1040"/>
                  <a:pt x="0" y="1303"/>
                </a:cubicBezTo>
                <a:lnTo>
                  <a:pt x="5416" y="1358"/>
                </a:lnTo>
                <a:cubicBezTo>
                  <a:pt x="5428" y="1105"/>
                  <a:pt x="5296" y="842"/>
                  <a:pt x="5077" y="711"/>
                </a:cubicBezTo>
                <a:cubicBezTo>
                  <a:pt x="4972" y="648"/>
                  <a:pt x="4849" y="617"/>
                  <a:pt x="4726" y="617"/>
                </a:cubicBezTo>
                <a:cubicBezTo>
                  <a:pt x="4592" y="617"/>
                  <a:pt x="4456" y="653"/>
                  <a:pt x="4342" y="722"/>
                </a:cubicBezTo>
                <a:cubicBezTo>
                  <a:pt x="4287" y="360"/>
                  <a:pt x="3991" y="64"/>
                  <a:pt x="3640" y="9"/>
                </a:cubicBezTo>
                <a:cubicBezTo>
                  <a:pt x="3601" y="3"/>
                  <a:pt x="3563" y="0"/>
                  <a:pt x="35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3"/>
          <p:cNvSpPr/>
          <p:nvPr/>
        </p:nvSpPr>
        <p:spPr>
          <a:xfrm>
            <a:off x="6286757" y="215108"/>
            <a:ext cx="679193" cy="170205"/>
          </a:xfrm>
          <a:custGeom>
            <a:rect b="b" l="l" r="r" t="t"/>
            <a:pathLst>
              <a:path extrusionOk="0" h="1569" w="6261">
                <a:moveTo>
                  <a:pt x="4049" y="1"/>
                </a:moveTo>
                <a:cubicBezTo>
                  <a:pt x="3686" y="1"/>
                  <a:pt x="3325" y="221"/>
                  <a:pt x="3169" y="560"/>
                </a:cubicBezTo>
                <a:cubicBezTo>
                  <a:pt x="2982" y="411"/>
                  <a:pt x="2745" y="333"/>
                  <a:pt x="2505" y="333"/>
                </a:cubicBezTo>
                <a:cubicBezTo>
                  <a:pt x="2392" y="333"/>
                  <a:pt x="2279" y="350"/>
                  <a:pt x="2171" y="385"/>
                </a:cubicBezTo>
                <a:cubicBezTo>
                  <a:pt x="1842" y="494"/>
                  <a:pt x="1579" y="779"/>
                  <a:pt x="1491" y="1120"/>
                </a:cubicBezTo>
                <a:cubicBezTo>
                  <a:pt x="1323" y="943"/>
                  <a:pt x="1084" y="837"/>
                  <a:pt x="843" y="837"/>
                </a:cubicBezTo>
                <a:cubicBezTo>
                  <a:pt x="770" y="837"/>
                  <a:pt x="697" y="847"/>
                  <a:pt x="625" y="867"/>
                </a:cubicBezTo>
                <a:cubicBezTo>
                  <a:pt x="319" y="944"/>
                  <a:pt x="66" y="1196"/>
                  <a:pt x="0" y="1503"/>
                </a:cubicBezTo>
                <a:lnTo>
                  <a:pt x="6239" y="1569"/>
                </a:lnTo>
                <a:cubicBezTo>
                  <a:pt x="6261" y="1273"/>
                  <a:pt x="6096" y="977"/>
                  <a:pt x="5844" y="823"/>
                </a:cubicBezTo>
                <a:cubicBezTo>
                  <a:pt x="5723" y="749"/>
                  <a:pt x="5581" y="714"/>
                  <a:pt x="5438" y="714"/>
                </a:cubicBezTo>
                <a:cubicBezTo>
                  <a:pt x="5285" y="714"/>
                  <a:pt x="5131" y="755"/>
                  <a:pt x="5000" y="835"/>
                </a:cubicBezTo>
                <a:cubicBezTo>
                  <a:pt x="4945" y="418"/>
                  <a:pt x="4594" y="67"/>
                  <a:pt x="4188" y="12"/>
                </a:cubicBezTo>
                <a:cubicBezTo>
                  <a:pt x="4142" y="4"/>
                  <a:pt x="4095" y="1"/>
                  <a:pt x="4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3"/>
          <p:cNvSpPr/>
          <p:nvPr/>
        </p:nvSpPr>
        <p:spPr>
          <a:xfrm>
            <a:off x="3747677" y="4996186"/>
            <a:ext cx="588829" cy="147316"/>
          </a:xfrm>
          <a:custGeom>
            <a:rect b="b" l="l" r="r" t="t"/>
            <a:pathLst>
              <a:path extrusionOk="0" h="1358" w="5428">
                <a:moveTo>
                  <a:pt x="3524" y="0"/>
                </a:moveTo>
                <a:cubicBezTo>
                  <a:pt x="3201" y="0"/>
                  <a:pt x="2890" y="197"/>
                  <a:pt x="2752" y="481"/>
                </a:cubicBezTo>
                <a:cubicBezTo>
                  <a:pt x="2587" y="352"/>
                  <a:pt x="2379" y="286"/>
                  <a:pt x="2173" y="286"/>
                </a:cubicBezTo>
                <a:cubicBezTo>
                  <a:pt x="2079" y="286"/>
                  <a:pt x="1986" y="300"/>
                  <a:pt x="1897" y="327"/>
                </a:cubicBezTo>
                <a:cubicBezTo>
                  <a:pt x="1601" y="426"/>
                  <a:pt x="1371" y="678"/>
                  <a:pt x="1294" y="963"/>
                </a:cubicBezTo>
                <a:cubicBezTo>
                  <a:pt x="1149" y="810"/>
                  <a:pt x="937" y="722"/>
                  <a:pt x="726" y="722"/>
                </a:cubicBezTo>
                <a:cubicBezTo>
                  <a:pt x="666" y="722"/>
                  <a:pt x="607" y="729"/>
                  <a:pt x="548" y="744"/>
                </a:cubicBezTo>
                <a:cubicBezTo>
                  <a:pt x="285" y="820"/>
                  <a:pt x="66" y="1040"/>
                  <a:pt x="0" y="1303"/>
                </a:cubicBezTo>
                <a:lnTo>
                  <a:pt x="5416" y="1358"/>
                </a:lnTo>
                <a:cubicBezTo>
                  <a:pt x="5428" y="1105"/>
                  <a:pt x="5296" y="842"/>
                  <a:pt x="5077" y="711"/>
                </a:cubicBezTo>
                <a:cubicBezTo>
                  <a:pt x="4972" y="648"/>
                  <a:pt x="4849" y="617"/>
                  <a:pt x="4726" y="617"/>
                </a:cubicBezTo>
                <a:cubicBezTo>
                  <a:pt x="4592" y="617"/>
                  <a:pt x="4456" y="653"/>
                  <a:pt x="4342" y="722"/>
                </a:cubicBezTo>
                <a:cubicBezTo>
                  <a:pt x="4287" y="360"/>
                  <a:pt x="3991" y="64"/>
                  <a:pt x="3640" y="9"/>
                </a:cubicBezTo>
                <a:cubicBezTo>
                  <a:pt x="3601" y="3"/>
                  <a:pt x="3563" y="0"/>
                  <a:pt x="35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3"/>
          <p:cNvSpPr/>
          <p:nvPr/>
        </p:nvSpPr>
        <p:spPr>
          <a:xfrm>
            <a:off x="-175498" y="3254536"/>
            <a:ext cx="588829" cy="147316"/>
          </a:xfrm>
          <a:custGeom>
            <a:rect b="b" l="l" r="r" t="t"/>
            <a:pathLst>
              <a:path extrusionOk="0" h="1358" w="5428">
                <a:moveTo>
                  <a:pt x="3524" y="0"/>
                </a:moveTo>
                <a:cubicBezTo>
                  <a:pt x="3201" y="0"/>
                  <a:pt x="2890" y="197"/>
                  <a:pt x="2752" y="481"/>
                </a:cubicBezTo>
                <a:cubicBezTo>
                  <a:pt x="2587" y="352"/>
                  <a:pt x="2379" y="286"/>
                  <a:pt x="2173" y="286"/>
                </a:cubicBezTo>
                <a:cubicBezTo>
                  <a:pt x="2079" y="286"/>
                  <a:pt x="1986" y="300"/>
                  <a:pt x="1897" y="327"/>
                </a:cubicBezTo>
                <a:cubicBezTo>
                  <a:pt x="1601" y="426"/>
                  <a:pt x="1371" y="678"/>
                  <a:pt x="1294" y="963"/>
                </a:cubicBezTo>
                <a:cubicBezTo>
                  <a:pt x="1149" y="810"/>
                  <a:pt x="937" y="722"/>
                  <a:pt x="726" y="722"/>
                </a:cubicBezTo>
                <a:cubicBezTo>
                  <a:pt x="666" y="722"/>
                  <a:pt x="607" y="729"/>
                  <a:pt x="548" y="744"/>
                </a:cubicBezTo>
                <a:cubicBezTo>
                  <a:pt x="285" y="820"/>
                  <a:pt x="66" y="1040"/>
                  <a:pt x="0" y="1303"/>
                </a:cubicBezTo>
                <a:lnTo>
                  <a:pt x="5416" y="1358"/>
                </a:lnTo>
                <a:cubicBezTo>
                  <a:pt x="5428" y="1105"/>
                  <a:pt x="5296" y="842"/>
                  <a:pt x="5077" y="711"/>
                </a:cubicBezTo>
                <a:cubicBezTo>
                  <a:pt x="4972" y="648"/>
                  <a:pt x="4849" y="617"/>
                  <a:pt x="4726" y="617"/>
                </a:cubicBezTo>
                <a:cubicBezTo>
                  <a:pt x="4592" y="617"/>
                  <a:pt x="4456" y="653"/>
                  <a:pt x="4342" y="722"/>
                </a:cubicBezTo>
                <a:cubicBezTo>
                  <a:pt x="4287" y="360"/>
                  <a:pt x="3991" y="64"/>
                  <a:pt x="3640" y="9"/>
                </a:cubicBezTo>
                <a:cubicBezTo>
                  <a:pt x="3601" y="3"/>
                  <a:pt x="3563" y="0"/>
                  <a:pt x="35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4" name="Google Shape;384;p23"/>
          <p:cNvGrpSpPr/>
          <p:nvPr/>
        </p:nvGrpSpPr>
        <p:grpSpPr>
          <a:xfrm rot="5400000">
            <a:off x="8418693" y="3907744"/>
            <a:ext cx="1238412" cy="385925"/>
            <a:chOff x="8251149" y="734000"/>
            <a:chExt cx="1238412" cy="385925"/>
          </a:xfrm>
        </p:grpSpPr>
        <p:sp>
          <p:nvSpPr>
            <p:cNvPr id="385" name="Google Shape;385;p23"/>
            <p:cNvSpPr/>
            <p:nvPr/>
          </p:nvSpPr>
          <p:spPr>
            <a:xfrm>
              <a:off x="8630075" y="984025"/>
              <a:ext cx="135900" cy="135900"/>
            </a:xfrm>
            <a:prstGeom prst="plus">
              <a:avLst>
                <a:gd fmla="val 4390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3"/>
            <p:cNvSpPr/>
            <p:nvPr/>
          </p:nvSpPr>
          <p:spPr>
            <a:xfrm>
              <a:off x="9396261" y="928675"/>
              <a:ext cx="93300" cy="933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3"/>
            <p:cNvSpPr/>
            <p:nvPr/>
          </p:nvSpPr>
          <p:spPr>
            <a:xfrm>
              <a:off x="9031636" y="806163"/>
              <a:ext cx="93300" cy="933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3"/>
            <p:cNvSpPr/>
            <p:nvPr/>
          </p:nvSpPr>
          <p:spPr>
            <a:xfrm>
              <a:off x="8251149" y="734000"/>
              <a:ext cx="54900" cy="54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9" name="Google Shape;389;p23"/>
          <p:cNvGrpSpPr/>
          <p:nvPr/>
        </p:nvGrpSpPr>
        <p:grpSpPr>
          <a:xfrm flipH="1">
            <a:off x="279548" y="2362275"/>
            <a:ext cx="400212" cy="418950"/>
            <a:chOff x="8555949" y="984025"/>
            <a:chExt cx="400212" cy="418950"/>
          </a:xfrm>
        </p:grpSpPr>
        <p:sp>
          <p:nvSpPr>
            <p:cNvPr id="390" name="Google Shape;390;p23"/>
            <p:cNvSpPr/>
            <p:nvPr/>
          </p:nvSpPr>
          <p:spPr>
            <a:xfrm>
              <a:off x="8630075" y="984025"/>
              <a:ext cx="135900" cy="135900"/>
            </a:xfrm>
            <a:prstGeom prst="plus">
              <a:avLst>
                <a:gd fmla="val 4390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3"/>
            <p:cNvSpPr/>
            <p:nvPr/>
          </p:nvSpPr>
          <p:spPr>
            <a:xfrm>
              <a:off x="8862861" y="1309675"/>
              <a:ext cx="93300" cy="93300"/>
            </a:xfrm>
            <a:prstGeom prst="ellipse">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3"/>
            <p:cNvSpPr/>
            <p:nvPr/>
          </p:nvSpPr>
          <p:spPr>
            <a:xfrm>
              <a:off x="8555949" y="1267400"/>
              <a:ext cx="54900" cy="54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3" name="Google Shape;393;p23"/>
          <p:cNvGrpSpPr/>
          <p:nvPr/>
        </p:nvGrpSpPr>
        <p:grpSpPr>
          <a:xfrm flipH="1">
            <a:off x="8542223" y="1561163"/>
            <a:ext cx="416587" cy="596813"/>
            <a:chOff x="8555949" y="806163"/>
            <a:chExt cx="416587" cy="596813"/>
          </a:xfrm>
        </p:grpSpPr>
        <p:sp>
          <p:nvSpPr>
            <p:cNvPr id="394" name="Google Shape;394;p23"/>
            <p:cNvSpPr/>
            <p:nvPr/>
          </p:nvSpPr>
          <p:spPr>
            <a:xfrm>
              <a:off x="8630075" y="984025"/>
              <a:ext cx="135900" cy="135900"/>
            </a:xfrm>
            <a:prstGeom prst="plus">
              <a:avLst>
                <a:gd fmla="val 4390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3"/>
            <p:cNvSpPr/>
            <p:nvPr/>
          </p:nvSpPr>
          <p:spPr>
            <a:xfrm>
              <a:off x="8862861" y="1309675"/>
              <a:ext cx="93300" cy="93300"/>
            </a:xfrm>
            <a:prstGeom prst="ellipse">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3"/>
            <p:cNvSpPr/>
            <p:nvPr/>
          </p:nvSpPr>
          <p:spPr>
            <a:xfrm>
              <a:off x="8879236" y="806163"/>
              <a:ext cx="93300" cy="93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3"/>
            <p:cNvSpPr/>
            <p:nvPr/>
          </p:nvSpPr>
          <p:spPr>
            <a:xfrm>
              <a:off x="8555949" y="1267400"/>
              <a:ext cx="54900" cy="54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8" name="Google Shape;398;p23"/>
          <p:cNvSpPr/>
          <p:nvPr/>
        </p:nvSpPr>
        <p:spPr>
          <a:xfrm flipH="1" rot="598330">
            <a:off x="8417618" y="782087"/>
            <a:ext cx="152164" cy="190205"/>
          </a:xfrm>
          <a:custGeom>
            <a:rect b="b" l="l" r="r" t="t"/>
            <a:pathLst>
              <a:path extrusionOk="0" h="4276" w="3421">
                <a:moveTo>
                  <a:pt x="1718" y="979"/>
                </a:moveTo>
                <a:cubicBezTo>
                  <a:pt x="2155" y="979"/>
                  <a:pt x="2500" y="1388"/>
                  <a:pt x="2423" y="1864"/>
                </a:cubicBezTo>
                <a:cubicBezTo>
                  <a:pt x="2380" y="2149"/>
                  <a:pt x="2171" y="2380"/>
                  <a:pt x="1908" y="2445"/>
                </a:cubicBezTo>
                <a:cubicBezTo>
                  <a:pt x="1839" y="2466"/>
                  <a:pt x="1772" y="2475"/>
                  <a:pt x="1706" y="2475"/>
                </a:cubicBezTo>
                <a:cubicBezTo>
                  <a:pt x="1275" y="2475"/>
                  <a:pt x="923" y="2066"/>
                  <a:pt x="1009" y="1590"/>
                </a:cubicBezTo>
                <a:cubicBezTo>
                  <a:pt x="1053" y="1305"/>
                  <a:pt x="1261" y="1074"/>
                  <a:pt x="1513" y="1009"/>
                </a:cubicBezTo>
                <a:cubicBezTo>
                  <a:pt x="1583" y="988"/>
                  <a:pt x="1652" y="979"/>
                  <a:pt x="1718" y="979"/>
                </a:cubicBezTo>
                <a:close/>
                <a:moveTo>
                  <a:pt x="1716" y="0"/>
                </a:moveTo>
                <a:cubicBezTo>
                  <a:pt x="1628" y="0"/>
                  <a:pt x="1538" y="7"/>
                  <a:pt x="1447" y="22"/>
                </a:cubicBezTo>
                <a:cubicBezTo>
                  <a:pt x="680" y="143"/>
                  <a:pt x="77" y="823"/>
                  <a:pt x="22" y="1634"/>
                </a:cubicBezTo>
                <a:cubicBezTo>
                  <a:pt x="0" y="2029"/>
                  <a:pt x="99" y="2402"/>
                  <a:pt x="285" y="2697"/>
                </a:cubicBezTo>
                <a:cubicBezTo>
                  <a:pt x="329" y="2774"/>
                  <a:pt x="384" y="2840"/>
                  <a:pt x="439" y="2906"/>
                </a:cubicBezTo>
                <a:lnTo>
                  <a:pt x="1535" y="4144"/>
                </a:lnTo>
                <a:cubicBezTo>
                  <a:pt x="1612" y="4231"/>
                  <a:pt x="1719" y="4275"/>
                  <a:pt x="1828" y="4275"/>
                </a:cubicBezTo>
                <a:cubicBezTo>
                  <a:pt x="1953" y="4275"/>
                  <a:pt x="2078" y="4218"/>
                  <a:pt x="2160" y="4100"/>
                </a:cubicBezTo>
                <a:lnTo>
                  <a:pt x="2840" y="3147"/>
                </a:lnTo>
                <a:cubicBezTo>
                  <a:pt x="2894" y="3048"/>
                  <a:pt x="3016" y="2873"/>
                  <a:pt x="3114" y="2719"/>
                </a:cubicBezTo>
                <a:cubicBezTo>
                  <a:pt x="3311" y="2412"/>
                  <a:pt x="3421" y="2061"/>
                  <a:pt x="3410" y="1700"/>
                </a:cubicBezTo>
                <a:lnTo>
                  <a:pt x="3410" y="1688"/>
                </a:lnTo>
                <a:cubicBezTo>
                  <a:pt x="3370" y="740"/>
                  <a:pt x="2620" y="0"/>
                  <a:pt x="171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3"/>
          <p:cNvSpPr/>
          <p:nvPr/>
        </p:nvSpPr>
        <p:spPr>
          <a:xfrm rot="-598330">
            <a:off x="552518" y="4402062"/>
            <a:ext cx="152164" cy="190205"/>
          </a:xfrm>
          <a:custGeom>
            <a:rect b="b" l="l" r="r" t="t"/>
            <a:pathLst>
              <a:path extrusionOk="0" h="4276" w="3421">
                <a:moveTo>
                  <a:pt x="1718" y="979"/>
                </a:moveTo>
                <a:cubicBezTo>
                  <a:pt x="2155" y="979"/>
                  <a:pt x="2500" y="1388"/>
                  <a:pt x="2423" y="1864"/>
                </a:cubicBezTo>
                <a:cubicBezTo>
                  <a:pt x="2380" y="2149"/>
                  <a:pt x="2171" y="2380"/>
                  <a:pt x="1908" y="2445"/>
                </a:cubicBezTo>
                <a:cubicBezTo>
                  <a:pt x="1839" y="2466"/>
                  <a:pt x="1772" y="2475"/>
                  <a:pt x="1706" y="2475"/>
                </a:cubicBezTo>
                <a:cubicBezTo>
                  <a:pt x="1275" y="2475"/>
                  <a:pt x="923" y="2066"/>
                  <a:pt x="1009" y="1590"/>
                </a:cubicBezTo>
                <a:cubicBezTo>
                  <a:pt x="1053" y="1305"/>
                  <a:pt x="1261" y="1074"/>
                  <a:pt x="1513" y="1009"/>
                </a:cubicBezTo>
                <a:cubicBezTo>
                  <a:pt x="1583" y="988"/>
                  <a:pt x="1652" y="979"/>
                  <a:pt x="1718" y="979"/>
                </a:cubicBezTo>
                <a:close/>
                <a:moveTo>
                  <a:pt x="1716" y="0"/>
                </a:moveTo>
                <a:cubicBezTo>
                  <a:pt x="1628" y="0"/>
                  <a:pt x="1538" y="7"/>
                  <a:pt x="1447" y="22"/>
                </a:cubicBezTo>
                <a:cubicBezTo>
                  <a:pt x="680" y="143"/>
                  <a:pt x="77" y="823"/>
                  <a:pt x="22" y="1634"/>
                </a:cubicBezTo>
                <a:cubicBezTo>
                  <a:pt x="0" y="2029"/>
                  <a:pt x="99" y="2402"/>
                  <a:pt x="285" y="2697"/>
                </a:cubicBezTo>
                <a:cubicBezTo>
                  <a:pt x="329" y="2774"/>
                  <a:pt x="384" y="2840"/>
                  <a:pt x="439" y="2906"/>
                </a:cubicBezTo>
                <a:lnTo>
                  <a:pt x="1535" y="4144"/>
                </a:lnTo>
                <a:cubicBezTo>
                  <a:pt x="1612" y="4231"/>
                  <a:pt x="1719" y="4275"/>
                  <a:pt x="1828" y="4275"/>
                </a:cubicBezTo>
                <a:cubicBezTo>
                  <a:pt x="1953" y="4275"/>
                  <a:pt x="2078" y="4218"/>
                  <a:pt x="2160" y="4100"/>
                </a:cubicBezTo>
                <a:lnTo>
                  <a:pt x="2840" y="3147"/>
                </a:lnTo>
                <a:cubicBezTo>
                  <a:pt x="2894" y="3048"/>
                  <a:pt x="3016" y="2873"/>
                  <a:pt x="3114" y="2719"/>
                </a:cubicBezTo>
                <a:cubicBezTo>
                  <a:pt x="3311" y="2412"/>
                  <a:pt x="3421" y="2061"/>
                  <a:pt x="3410" y="1700"/>
                </a:cubicBezTo>
                <a:lnTo>
                  <a:pt x="3410" y="1688"/>
                </a:lnTo>
                <a:cubicBezTo>
                  <a:pt x="3370" y="740"/>
                  <a:pt x="2620" y="0"/>
                  <a:pt x="171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0" name="Google Shape;400;p23"/>
          <p:cNvGrpSpPr/>
          <p:nvPr/>
        </p:nvGrpSpPr>
        <p:grpSpPr>
          <a:xfrm>
            <a:off x="8402289" y="4373147"/>
            <a:ext cx="461594" cy="461695"/>
            <a:chOff x="3601725" y="3116375"/>
            <a:chExt cx="253275" cy="253400"/>
          </a:xfrm>
        </p:grpSpPr>
        <p:sp>
          <p:nvSpPr>
            <p:cNvPr id="401" name="Google Shape;401;p23"/>
            <p:cNvSpPr/>
            <p:nvPr/>
          </p:nvSpPr>
          <p:spPr>
            <a:xfrm>
              <a:off x="3601725" y="3116650"/>
              <a:ext cx="251900" cy="252200"/>
            </a:xfrm>
            <a:custGeom>
              <a:rect b="b" l="l" r="r" t="t"/>
              <a:pathLst>
                <a:path extrusionOk="0" h="10088" w="10076">
                  <a:moveTo>
                    <a:pt x="5044" y="1"/>
                  </a:moveTo>
                  <a:cubicBezTo>
                    <a:pt x="2259" y="1"/>
                    <a:pt x="0" y="2259"/>
                    <a:pt x="0" y="5044"/>
                  </a:cubicBezTo>
                  <a:cubicBezTo>
                    <a:pt x="0" y="7829"/>
                    <a:pt x="2259" y="10088"/>
                    <a:pt x="5044" y="10088"/>
                  </a:cubicBezTo>
                  <a:cubicBezTo>
                    <a:pt x="7817" y="10088"/>
                    <a:pt x="10076" y="7829"/>
                    <a:pt x="10076" y="5044"/>
                  </a:cubicBezTo>
                  <a:cubicBezTo>
                    <a:pt x="10076" y="2259"/>
                    <a:pt x="7817" y="1"/>
                    <a:pt x="5044"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3"/>
            <p:cNvSpPr/>
            <p:nvPr/>
          </p:nvSpPr>
          <p:spPr>
            <a:xfrm>
              <a:off x="3623650" y="3116400"/>
              <a:ext cx="105275" cy="252200"/>
            </a:xfrm>
            <a:custGeom>
              <a:rect b="b" l="l" r="r" t="t"/>
              <a:pathLst>
                <a:path extrusionOk="0" h="10088" w="4211">
                  <a:moveTo>
                    <a:pt x="4046" y="0"/>
                  </a:moveTo>
                  <a:cubicBezTo>
                    <a:pt x="3180" y="88"/>
                    <a:pt x="2368" y="406"/>
                    <a:pt x="1721" y="976"/>
                  </a:cubicBezTo>
                  <a:cubicBezTo>
                    <a:pt x="1184" y="1448"/>
                    <a:pt x="768" y="2050"/>
                    <a:pt x="493" y="2708"/>
                  </a:cubicBezTo>
                  <a:cubicBezTo>
                    <a:pt x="77" y="3706"/>
                    <a:pt x="0" y="4813"/>
                    <a:pt x="164" y="5877"/>
                  </a:cubicBezTo>
                  <a:cubicBezTo>
                    <a:pt x="329" y="6886"/>
                    <a:pt x="691" y="7872"/>
                    <a:pt x="1348" y="8662"/>
                  </a:cubicBezTo>
                  <a:cubicBezTo>
                    <a:pt x="1962" y="9407"/>
                    <a:pt x="2839" y="9956"/>
                    <a:pt x="3804" y="10065"/>
                  </a:cubicBezTo>
                  <a:cubicBezTo>
                    <a:pt x="3925" y="10087"/>
                    <a:pt x="4046" y="10087"/>
                    <a:pt x="4167" y="10087"/>
                  </a:cubicBezTo>
                  <a:cubicBezTo>
                    <a:pt x="4210" y="10087"/>
                    <a:pt x="4210" y="10010"/>
                    <a:pt x="4167" y="10010"/>
                  </a:cubicBezTo>
                  <a:cubicBezTo>
                    <a:pt x="3202" y="9999"/>
                    <a:pt x="2291" y="9539"/>
                    <a:pt x="1623" y="8859"/>
                  </a:cubicBezTo>
                  <a:cubicBezTo>
                    <a:pt x="932" y="8136"/>
                    <a:pt x="515" y="7181"/>
                    <a:pt x="307" y="6206"/>
                  </a:cubicBezTo>
                  <a:cubicBezTo>
                    <a:pt x="99" y="5186"/>
                    <a:pt x="110" y="4111"/>
                    <a:pt x="427" y="3114"/>
                  </a:cubicBezTo>
                  <a:cubicBezTo>
                    <a:pt x="658" y="2423"/>
                    <a:pt x="1041" y="1765"/>
                    <a:pt x="1557" y="1239"/>
                  </a:cubicBezTo>
                  <a:cubicBezTo>
                    <a:pt x="2127" y="658"/>
                    <a:pt x="2873" y="274"/>
                    <a:pt x="3673" y="132"/>
                  </a:cubicBezTo>
                  <a:cubicBezTo>
                    <a:pt x="3794" y="110"/>
                    <a:pt x="3925" y="99"/>
                    <a:pt x="4046" y="88"/>
                  </a:cubicBezTo>
                  <a:cubicBezTo>
                    <a:pt x="4101" y="77"/>
                    <a:pt x="4101" y="0"/>
                    <a:pt x="4046"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3"/>
            <p:cNvSpPr/>
            <p:nvPr/>
          </p:nvSpPr>
          <p:spPr>
            <a:xfrm>
              <a:off x="3665575" y="3116475"/>
              <a:ext cx="64850" cy="253300"/>
            </a:xfrm>
            <a:custGeom>
              <a:rect b="b" l="l" r="r" t="t"/>
              <a:pathLst>
                <a:path extrusionOk="0" h="10132" w="2594">
                  <a:moveTo>
                    <a:pt x="2369" y="0"/>
                  </a:moveTo>
                  <a:cubicBezTo>
                    <a:pt x="2362" y="0"/>
                    <a:pt x="2354" y="2"/>
                    <a:pt x="2347" y="8"/>
                  </a:cubicBezTo>
                  <a:cubicBezTo>
                    <a:pt x="1733" y="359"/>
                    <a:pt x="1240" y="940"/>
                    <a:pt x="856" y="1543"/>
                  </a:cubicBezTo>
                  <a:cubicBezTo>
                    <a:pt x="670" y="1839"/>
                    <a:pt x="505" y="2157"/>
                    <a:pt x="385" y="2486"/>
                  </a:cubicBezTo>
                  <a:cubicBezTo>
                    <a:pt x="242" y="2880"/>
                    <a:pt x="165" y="3297"/>
                    <a:pt x="110" y="3703"/>
                  </a:cubicBezTo>
                  <a:cubicBezTo>
                    <a:pt x="0" y="4580"/>
                    <a:pt x="22" y="5479"/>
                    <a:pt x="99" y="6356"/>
                  </a:cubicBezTo>
                  <a:cubicBezTo>
                    <a:pt x="143" y="6784"/>
                    <a:pt x="209" y="7212"/>
                    <a:pt x="307" y="7639"/>
                  </a:cubicBezTo>
                  <a:cubicBezTo>
                    <a:pt x="406" y="8012"/>
                    <a:pt x="527" y="8406"/>
                    <a:pt x="735" y="8747"/>
                  </a:cubicBezTo>
                  <a:cubicBezTo>
                    <a:pt x="1141" y="9415"/>
                    <a:pt x="1810" y="9853"/>
                    <a:pt x="2533" y="10128"/>
                  </a:cubicBezTo>
                  <a:cubicBezTo>
                    <a:pt x="2539" y="10131"/>
                    <a:pt x="2544" y="10132"/>
                    <a:pt x="2548" y="10132"/>
                  </a:cubicBezTo>
                  <a:cubicBezTo>
                    <a:pt x="2582" y="10132"/>
                    <a:pt x="2594" y="10070"/>
                    <a:pt x="2555" y="10051"/>
                  </a:cubicBezTo>
                  <a:cubicBezTo>
                    <a:pt x="1919" y="9810"/>
                    <a:pt x="1305" y="9426"/>
                    <a:pt x="911" y="8867"/>
                  </a:cubicBezTo>
                  <a:cubicBezTo>
                    <a:pt x="691" y="8549"/>
                    <a:pt x="560" y="8198"/>
                    <a:pt x="450" y="7848"/>
                  </a:cubicBezTo>
                  <a:cubicBezTo>
                    <a:pt x="329" y="7441"/>
                    <a:pt x="253" y="7014"/>
                    <a:pt x="209" y="6598"/>
                  </a:cubicBezTo>
                  <a:cubicBezTo>
                    <a:pt x="110" y="5764"/>
                    <a:pt x="88" y="4898"/>
                    <a:pt x="154" y="4054"/>
                  </a:cubicBezTo>
                  <a:cubicBezTo>
                    <a:pt x="187" y="3615"/>
                    <a:pt x="263" y="3187"/>
                    <a:pt x="373" y="2771"/>
                  </a:cubicBezTo>
                  <a:cubicBezTo>
                    <a:pt x="472" y="2442"/>
                    <a:pt x="614" y="2124"/>
                    <a:pt x="779" y="1817"/>
                  </a:cubicBezTo>
                  <a:cubicBezTo>
                    <a:pt x="987" y="1467"/>
                    <a:pt x="1228" y="1126"/>
                    <a:pt x="1503" y="819"/>
                  </a:cubicBezTo>
                  <a:cubicBezTo>
                    <a:pt x="1755" y="534"/>
                    <a:pt x="2051" y="271"/>
                    <a:pt x="2390" y="74"/>
                  </a:cubicBezTo>
                  <a:cubicBezTo>
                    <a:pt x="2427" y="56"/>
                    <a:pt x="2403" y="0"/>
                    <a:pt x="2369"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3"/>
            <p:cNvSpPr/>
            <p:nvPr/>
          </p:nvSpPr>
          <p:spPr>
            <a:xfrm>
              <a:off x="3721225" y="3116450"/>
              <a:ext cx="8925" cy="252125"/>
            </a:xfrm>
            <a:custGeom>
              <a:rect b="b" l="l" r="r" t="t"/>
              <a:pathLst>
                <a:path extrusionOk="0" h="10085" w="357">
                  <a:moveTo>
                    <a:pt x="143" y="1"/>
                  </a:moveTo>
                  <a:cubicBezTo>
                    <a:pt x="121" y="1"/>
                    <a:pt x="99" y="15"/>
                    <a:pt x="99" y="42"/>
                  </a:cubicBezTo>
                  <a:cubicBezTo>
                    <a:pt x="33" y="1336"/>
                    <a:pt x="0" y="2640"/>
                    <a:pt x="0" y="3934"/>
                  </a:cubicBezTo>
                  <a:cubicBezTo>
                    <a:pt x="0" y="5250"/>
                    <a:pt x="33" y="6565"/>
                    <a:pt x="110" y="7881"/>
                  </a:cubicBezTo>
                  <a:cubicBezTo>
                    <a:pt x="154" y="8605"/>
                    <a:pt x="208" y="9328"/>
                    <a:pt x="274" y="10052"/>
                  </a:cubicBezTo>
                  <a:cubicBezTo>
                    <a:pt x="274" y="10074"/>
                    <a:pt x="296" y="10085"/>
                    <a:pt x="317" y="10085"/>
                  </a:cubicBezTo>
                  <a:cubicBezTo>
                    <a:pt x="337" y="10085"/>
                    <a:pt x="357" y="10074"/>
                    <a:pt x="351" y="10052"/>
                  </a:cubicBezTo>
                  <a:cubicBezTo>
                    <a:pt x="230" y="8758"/>
                    <a:pt x="154" y="7464"/>
                    <a:pt x="110" y="6160"/>
                  </a:cubicBezTo>
                  <a:cubicBezTo>
                    <a:pt x="77" y="4844"/>
                    <a:pt x="77" y="3529"/>
                    <a:pt x="99" y="2213"/>
                  </a:cubicBezTo>
                  <a:cubicBezTo>
                    <a:pt x="121" y="1489"/>
                    <a:pt x="143" y="766"/>
                    <a:pt x="186" y="42"/>
                  </a:cubicBezTo>
                  <a:cubicBezTo>
                    <a:pt x="186" y="15"/>
                    <a:pt x="164" y="1"/>
                    <a:pt x="143"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3"/>
            <p:cNvSpPr/>
            <p:nvPr/>
          </p:nvSpPr>
          <p:spPr>
            <a:xfrm>
              <a:off x="3724325" y="3116375"/>
              <a:ext cx="72025" cy="253275"/>
            </a:xfrm>
            <a:custGeom>
              <a:rect b="b" l="l" r="r" t="t"/>
              <a:pathLst>
                <a:path extrusionOk="0" h="10131" w="2881">
                  <a:moveTo>
                    <a:pt x="63" y="0"/>
                  </a:moveTo>
                  <a:cubicBezTo>
                    <a:pt x="16" y="0"/>
                    <a:pt x="0" y="69"/>
                    <a:pt x="52" y="89"/>
                  </a:cubicBezTo>
                  <a:cubicBezTo>
                    <a:pt x="688" y="352"/>
                    <a:pt x="1246" y="791"/>
                    <a:pt x="1653" y="1350"/>
                  </a:cubicBezTo>
                  <a:cubicBezTo>
                    <a:pt x="2080" y="1931"/>
                    <a:pt x="2354" y="2599"/>
                    <a:pt x="2530" y="3291"/>
                  </a:cubicBezTo>
                  <a:cubicBezTo>
                    <a:pt x="2716" y="4069"/>
                    <a:pt x="2793" y="4902"/>
                    <a:pt x="2716" y="5691"/>
                  </a:cubicBezTo>
                  <a:cubicBezTo>
                    <a:pt x="2650" y="6503"/>
                    <a:pt x="2387" y="7281"/>
                    <a:pt x="1981" y="7994"/>
                  </a:cubicBezTo>
                  <a:cubicBezTo>
                    <a:pt x="1521" y="8794"/>
                    <a:pt x="896" y="9496"/>
                    <a:pt x="161" y="10066"/>
                  </a:cubicBezTo>
                  <a:cubicBezTo>
                    <a:pt x="127" y="10092"/>
                    <a:pt x="160" y="10131"/>
                    <a:pt x="191" y="10131"/>
                  </a:cubicBezTo>
                  <a:cubicBezTo>
                    <a:pt x="200" y="10131"/>
                    <a:pt x="209" y="10128"/>
                    <a:pt x="216" y="10121"/>
                  </a:cubicBezTo>
                  <a:cubicBezTo>
                    <a:pt x="874" y="9606"/>
                    <a:pt x="1455" y="8980"/>
                    <a:pt x="1904" y="8279"/>
                  </a:cubicBezTo>
                  <a:cubicBezTo>
                    <a:pt x="2343" y="7577"/>
                    <a:pt x="2650" y="6788"/>
                    <a:pt x="2771" y="5966"/>
                  </a:cubicBezTo>
                  <a:cubicBezTo>
                    <a:pt x="2881" y="5165"/>
                    <a:pt x="2825" y="4310"/>
                    <a:pt x="2661" y="3520"/>
                  </a:cubicBezTo>
                  <a:cubicBezTo>
                    <a:pt x="2508" y="2797"/>
                    <a:pt x="2255" y="2085"/>
                    <a:pt x="1839" y="1471"/>
                  </a:cubicBezTo>
                  <a:cubicBezTo>
                    <a:pt x="1455" y="900"/>
                    <a:pt x="929" y="418"/>
                    <a:pt x="304" y="111"/>
                  </a:cubicBezTo>
                  <a:cubicBezTo>
                    <a:pt x="227" y="78"/>
                    <a:pt x="150" y="34"/>
                    <a:pt x="74" y="1"/>
                  </a:cubicBezTo>
                  <a:cubicBezTo>
                    <a:pt x="70" y="1"/>
                    <a:pt x="66" y="0"/>
                    <a:pt x="63"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3"/>
            <p:cNvSpPr/>
            <p:nvPr/>
          </p:nvSpPr>
          <p:spPr>
            <a:xfrm>
              <a:off x="3724500" y="3116400"/>
              <a:ext cx="107475" cy="253300"/>
            </a:xfrm>
            <a:custGeom>
              <a:rect b="b" l="l" r="r" t="t"/>
              <a:pathLst>
                <a:path extrusionOk="0" h="10132" w="4299">
                  <a:moveTo>
                    <a:pt x="55" y="0"/>
                  </a:moveTo>
                  <a:cubicBezTo>
                    <a:pt x="1" y="0"/>
                    <a:pt x="1" y="88"/>
                    <a:pt x="55" y="88"/>
                  </a:cubicBezTo>
                  <a:cubicBezTo>
                    <a:pt x="440" y="88"/>
                    <a:pt x="823" y="186"/>
                    <a:pt x="1174" y="329"/>
                  </a:cubicBezTo>
                  <a:cubicBezTo>
                    <a:pt x="1580" y="483"/>
                    <a:pt x="1974" y="702"/>
                    <a:pt x="2325" y="954"/>
                  </a:cubicBezTo>
                  <a:cubicBezTo>
                    <a:pt x="2665" y="1185"/>
                    <a:pt x="2994" y="1470"/>
                    <a:pt x="3257" y="1787"/>
                  </a:cubicBezTo>
                  <a:cubicBezTo>
                    <a:pt x="3542" y="2138"/>
                    <a:pt x="3739" y="2555"/>
                    <a:pt x="3871" y="2983"/>
                  </a:cubicBezTo>
                  <a:cubicBezTo>
                    <a:pt x="4189" y="3947"/>
                    <a:pt x="4200" y="5010"/>
                    <a:pt x="4024" y="6009"/>
                  </a:cubicBezTo>
                  <a:cubicBezTo>
                    <a:pt x="3860" y="6962"/>
                    <a:pt x="3498" y="7960"/>
                    <a:pt x="2840" y="8684"/>
                  </a:cubicBezTo>
                  <a:cubicBezTo>
                    <a:pt x="2238" y="9352"/>
                    <a:pt x="1382" y="9824"/>
                    <a:pt x="505" y="10010"/>
                  </a:cubicBezTo>
                  <a:cubicBezTo>
                    <a:pt x="396" y="10021"/>
                    <a:pt x="297" y="10043"/>
                    <a:pt x="187" y="10054"/>
                  </a:cubicBezTo>
                  <a:cubicBezTo>
                    <a:pt x="136" y="10054"/>
                    <a:pt x="133" y="10132"/>
                    <a:pt x="178" y="10132"/>
                  </a:cubicBezTo>
                  <a:cubicBezTo>
                    <a:pt x="181" y="10132"/>
                    <a:pt x="184" y="10132"/>
                    <a:pt x="187" y="10131"/>
                  </a:cubicBezTo>
                  <a:cubicBezTo>
                    <a:pt x="1086" y="10043"/>
                    <a:pt x="1985" y="9605"/>
                    <a:pt x="2654" y="8991"/>
                  </a:cubicBezTo>
                  <a:cubicBezTo>
                    <a:pt x="3388" y="8322"/>
                    <a:pt x="3805" y="7357"/>
                    <a:pt x="4024" y="6403"/>
                  </a:cubicBezTo>
                  <a:cubicBezTo>
                    <a:pt x="4255" y="5405"/>
                    <a:pt x="4299" y="4331"/>
                    <a:pt x="4058" y="3322"/>
                  </a:cubicBezTo>
                  <a:cubicBezTo>
                    <a:pt x="3937" y="2851"/>
                    <a:pt x="3761" y="2369"/>
                    <a:pt x="3487" y="1974"/>
                  </a:cubicBezTo>
                  <a:cubicBezTo>
                    <a:pt x="3257" y="1634"/>
                    <a:pt x="2961" y="1338"/>
                    <a:pt x="2643" y="1085"/>
                  </a:cubicBezTo>
                  <a:cubicBezTo>
                    <a:pt x="2292" y="812"/>
                    <a:pt x="1909" y="571"/>
                    <a:pt x="1503" y="373"/>
                  </a:cubicBezTo>
                  <a:cubicBezTo>
                    <a:pt x="1130" y="208"/>
                    <a:pt x="735" y="66"/>
                    <a:pt x="330" y="22"/>
                  </a:cubicBezTo>
                  <a:cubicBezTo>
                    <a:pt x="231" y="11"/>
                    <a:pt x="143" y="0"/>
                    <a:pt x="55"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3"/>
            <p:cNvSpPr/>
            <p:nvPr/>
          </p:nvSpPr>
          <p:spPr>
            <a:xfrm>
              <a:off x="3601975" y="3246875"/>
              <a:ext cx="253025" cy="1925"/>
            </a:xfrm>
            <a:custGeom>
              <a:rect b="b" l="l" r="r" t="t"/>
              <a:pathLst>
                <a:path extrusionOk="0" h="77" w="10121">
                  <a:moveTo>
                    <a:pt x="45" y="0"/>
                  </a:moveTo>
                  <a:cubicBezTo>
                    <a:pt x="1" y="0"/>
                    <a:pt x="1" y="77"/>
                    <a:pt x="45" y="77"/>
                  </a:cubicBezTo>
                  <a:lnTo>
                    <a:pt x="10066" y="77"/>
                  </a:lnTo>
                  <a:cubicBezTo>
                    <a:pt x="10121" y="77"/>
                    <a:pt x="10121" y="0"/>
                    <a:pt x="10066"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3"/>
            <p:cNvSpPr/>
            <p:nvPr/>
          </p:nvSpPr>
          <p:spPr>
            <a:xfrm>
              <a:off x="3621175" y="3175750"/>
              <a:ext cx="212450" cy="2175"/>
            </a:xfrm>
            <a:custGeom>
              <a:rect b="b" l="l" r="r" t="t"/>
              <a:pathLst>
                <a:path extrusionOk="0" h="87" w="8498">
                  <a:moveTo>
                    <a:pt x="176" y="0"/>
                  </a:moveTo>
                  <a:cubicBezTo>
                    <a:pt x="139" y="0"/>
                    <a:pt x="103" y="2"/>
                    <a:pt x="66" y="5"/>
                  </a:cubicBezTo>
                  <a:lnTo>
                    <a:pt x="55" y="5"/>
                  </a:lnTo>
                  <a:cubicBezTo>
                    <a:pt x="0" y="5"/>
                    <a:pt x="0" y="82"/>
                    <a:pt x="55" y="82"/>
                  </a:cubicBezTo>
                  <a:lnTo>
                    <a:pt x="8103" y="82"/>
                  </a:lnTo>
                  <a:cubicBezTo>
                    <a:pt x="8176" y="82"/>
                    <a:pt x="8249" y="87"/>
                    <a:pt x="8322" y="87"/>
                  </a:cubicBezTo>
                  <a:cubicBezTo>
                    <a:pt x="8359" y="87"/>
                    <a:pt x="8395" y="86"/>
                    <a:pt x="8432" y="82"/>
                  </a:cubicBezTo>
                  <a:lnTo>
                    <a:pt x="8442" y="82"/>
                  </a:lnTo>
                  <a:cubicBezTo>
                    <a:pt x="8498" y="82"/>
                    <a:pt x="8498" y="5"/>
                    <a:pt x="8442" y="5"/>
                  </a:cubicBezTo>
                  <a:lnTo>
                    <a:pt x="395" y="5"/>
                  </a:lnTo>
                  <a:cubicBezTo>
                    <a:pt x="322" y="5"/>
                    <a:pt x="249" y="0"/>
                    <a:pt x="176"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3"/>
            <p:cNvSpPr/>
            <p:nvPr/>
          </p:nvSpPr>
          <p:spPr>
            <a:xfrm>
              <a:off x="3629675" y="3317850"/>
              <a:ext cx="196275" cy="2225"/>
            </a:xfrm>
            <a:custGeom>
              <a:rect b="b" l="l" r="r" t="t"/>
              <a:pathLst>
                <a:path extrusionOk="0" h="89" w="7851">
                  <a:moveTo>
                    <a:pt x="44" y="0"/>
                  </a:moveTo>
                  <a:cubicBezTo>
                    <a:pt x="1" y="0"/>
                    <a:pt x="1" y="88"/>
                    <a:pt x="44" y="88"/>
                  </a:cubicBezTo>
                  <a:lnTo>
                    <a:pt x="7795" y="88"/>
                  </a:lnTo>
                  <a:cubicBezTo>
                    <a:pt x="7851" y="88"/>
                    <a:pt x="7851" y="0"/>
                    <a:pt x="7795"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0" name="Google Shape;410;p23"/>
          <p:cNvSpPr/>
          <p:nvPr/>
        </p:nvSpPr>
        <p:spPr>
          <a:xfrm rot="7199939">
            <a:off x="5178812" y="4455831"/>
            <a:ext cx="2895074" cy="2857413"/>
          </a:xfrm>
          <a:custGeom>
            <a:rect b="b" l="l" r="r" t="t"/>
            <a:pathLst>
              <a:path extrusionOk="0" h="27390" w="27751">
                <a:moveTo>
                  <a:pt x="27751" y="26316"/>
                </a:moveTo>
                <a:cubicBezTo>
                  <a:pt x="20672" y="29147"/>
                  <a:pt x="10504" y="26049"/>
                  <a:pt x="5741" y="20096"/>
                </a:cubicBezTo>
                <a:cubicBezTo>
                  <a:pt x="1388" y="14656"/>
                  <a:pt x="3113" y="6232"/>
                  <a:pt x="0" y="0"/>
                </a:cubicBezTo>
              </a:path>
            </a:pathLst>
          </a:custGeom>
          <a:noFill/>
          <a:ln cap="flat" cmpd="sng" w="9525">
            <a:solidFill>
              <a:schemeClr val="lt2"/>
            </a:solidFill>
            <a:prstDash val="lgDash"/>
            <a:round/>
            <a:headEnd len="med" w="med" type="none"/>
            <a:tailEnd len="med" w="med" type="none"/>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1_1_1">
    <p:spTree>
      <p:nvGrpSpPr>
        <p:cNvPr id="411" name="Shape 411"/>
        <p:cNvGrpSpPr/>
        <p:nvPr/>
      </p:nvGrpSpPr>
      <p:grpSpPr>
        <a:xfrm>
          <a:off x="0" y="0"/>
          <a:ext cx="0" cy="0"/>
          <a:chOff x="0" y="0"/>
          <a:chExt cx="0" cy="0"/>
        </a:xfrm>
      </p:grpSpPr>
      <p:sp>
        <p:nvSpPr>
          <p:cNvPr id="412" name="Google Shape;412;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13" name="Google Shape;413;p24"/>
          <p:cNvSpPr/>
          <p:nvPr/>
        </p:nvSpPr>
        <p:spPr>
          <a:xfrm flipH="1" rot="598330">
            <a:off x="8417618" y="782087"/>
            <a:ext cx="152164" cy="190205"/>
          </a:xfrm>
          <a:custGeom>
            <a:rect b="b" l="l" r="r" t="t"/>
            <a:pathLst>
              <a:path extrusionOk="0" h="4276" w="3421">
                <a:moveTo>
                  <a:pt x="1718" y="979"/>
                </a:moveTo>
                <a:cubicBezTo>
                  <a:pt x="2155" y="979"/>
                  <a:pt x="2500" y="1388"/>
                  <a:pt x="2423" y="1864"/>
                </a:cubicBezTo>
                <a:cubicBezTo>
                  <a:pt x="2380" y="2149"/>
                  <a:pt x="2171" y="2380"/>
                  <a:pt x="1908" y="2445"/>
                </a:cubicBezTo>
                <a:cubicBezTo>
                  <a:pt x="1839" y="2466"/>
                  <a:pt x="1772" y="2475"/>
                  <a:pt x="1706" y="2475"/>
                </a:cubicBezTo>
                <a:cubicBezTo>
                  <a:pt x="1275" y="2475"/>
                  <a:pt x="923" y="2066"/>
                  <a:pt x="1009" y="1590"/>
                </a:cubicBezTo>
                <a:cubicBezTo>
                  <a:pt x="1053" y="1305"/>
                  <a:pt x="1261" y="1074"/>
                  <a:pt x="1513" y="1009"/>
                </a:cubicBezTo>
                <a:cubicBezTo>
                  <a:pt x="1583" y="988"/>
                  <a:pt x="1652" y="979"/>
                  <a:pt x="1718" y="979"/>
                </a:cubicBezTo>
                <a:close/>
                <a:moveTo>
                  <a:pt x="1716" y="0"/>
                </a:moveTo>
                <a:cubicBezTo>
                  <a:pt x="1628" y="0"/>
                  <a:pt x="1538" y="7"/>
                  <a:pt x="1447" y="22"/>
                </a:cubicBezTo>
                <a:cubicBezTo>
                  <a:pt x="680" y="143"/>
                  <a:pt x="77" y="823"/>
                  <a:pt x="22" y="1634"/>
                </a:cubicBezTo>
                <a:cubicBezTo>
                  <a:pt x="0" y="2029"/>
                  <a:pt x="99" y="2402"/>
                  <a:pt x="285" y="2697"/>
                </a:cubicBezTo>
                <a:cubicBezTo>
                  <a:pt x="329" y="2774"/>
                  <a:pt x="384" y="2840"/>
                  <a:pt x="439" y="2906"/>
                </a:cubicBezTo>
                <a:lnTo>
                  <a:pt x="1535" y="4144"/>
                </a:lnTo>
                <a:cubicBezTo>
                  <a:pt x="1612" y="4231"/>
                  <a:pt x="1719" y="4275"/>
                  <a:pt x="1828" y="4275"/>
                </a:cubicBezTo>
                <a:cubicBezTo>
                  <a:pt x="1953" y="4275"/>
                  <a:pt x="2078" y="4218"/>
                  <a:pt x="2160" y="4100"/>
                </a:cubicBezTo>
                <a:lnTo>
                  <a:pt x="2840" y="3147"/>
                </a:lnTo>
                <a:cubicBezTo>
                  <a:pt x="2894" y="3048"/>
                  <a:pt x="3016" y="2873"/>
                  <a:pt x="3114" y="2719"/>
                </a:cubicBezTo>
                <a:cubicBezTo>
                  <a:pt x="3311" y="2412"/>
                  <a:pt x="3421" y="2061"/>
                  <a:pt x="3410" y="1700"/>
                </a:cubicBezTo>
                <a:lnTo>
                  <a:pt x="3410" y="1688"/>
                </a:lnTo>
                <a:cubicBezTo>
                  <a:pt x="3370" y="740"/>
                  <a:pt x="2620" y="0"/>
                  <a:pt x="17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4"/>
          <p:cNvSpPr/>
          <p:nvPr/>
        </p:nvSpPr>
        <p:spPr>
          <a:xfrm rot="-598330">
            <a:off x="552518" y="4402062"/>
            <a:ext cx="152164" cy="190205"/>
          </a:xfrm>
          <a:custGeom>
            <a:rect b="b" l="l" r="r" t="t"/>
            <a:pathLst>
              <a:path extrusionOk="0" h="4276" w="3421">
                <a:moveTo>
                  <a:pt x="1718" y="979"/>
                </a:moveTo>
                <a:cubicBezTo>
                  <a:pt x="2155" y="979"/>
                  <a:pt x="2500" y="1388"/>
                  <a:pt x="2423" y="1864"/>
                </a:cubicBezTo>
                <a:cubicBezTo>
                  <a:pt x="2380" y="2149"/>
                  <a:pt x="2171" y="2380"/>
                  <a:pt x="1908" y="2445"/>
                </a:cubicBezTo>
                <a:cubicBezTo>
                  <a:pt x="1839" y="2466"/>
                  <a:pt x="1772" y="2475"/>
                  <a:pt x="1706" y="2475"/>
                </a:cubicBezTo>
                <a:cubicBezTo>
                  <a:pt x="1275" y="2475"/>
                  <a:pt x="923" y="2066"/>
                  <a:pt x="1009" y="1590"/>
                </a:cubicBezTo>
                <a:cubicBezTo>
                  <a:pt x="1053" y="1305"/>
                  <a:pt x="1261" y="1074"/>
                  <a:pt x="1513" y="1009"/>
                </a:cubicBezTo>
                <a:cubicBezTo>
                  <a:pt x="1583" y="988"/>
                  <a:pt x="1652" y="979"/>
                  <a:pt x="1718" y="979"/>
                </a:cubicBezTo>
                <a:close/>
                <a:moveTo>
                  <a:pt x="1716" y="0"/>
                </a:moveTo>
                <a:cubicBezTo>
                  <a:pt x="1628" y="0"/>
                  <a:pt x="1538" y="7"/>
                  <a:pt x="1447" y="22"/>
                </a:cubicBezTo>
                <a:cubicBezTo>
                  <a:pt x="680" y="143"/>
                  <a:pt x="77" y="823"/>
                  <a:pt x="22" y="1634"/>
                </a:cubicBezTo>
                <a:cubicBezTo>
                  <a:pt x="0" y="2029"/>
                  <a:pt x="99" y="2402"/>
                  <a:pt x="285" y="2697"/>
                </a:cubicBezTo>
                <a:cubicBezTo>
                  <a:pt x="329" y="2774"/>
                  <a:pt x="384" y="2840"/>
                  <a:pt x="439" y="2906"/>
                </a:cubicBezTo>
                <a:lnTo>
                  <a:pt x="1535" y="4144"/>
                </a:lnTo>
                <a:cubicBezTo>
                  <a:pt x="1612" y="4231"/>
                  <a:pt x="1719" y="4275"/>
                  <a:pt x="1828" y="4275"/>
                </a:cubicBezTo>
                <a:cubicBezTo>
                  <a:pt x="1953" y="4275"/>
                  <a:pt x="2078" y="4218"/>
                  <a:pt x="2160" y="4100"/>
                </a:cubicBezTo>
                <a:lnTo>
                  <a:pt x="2840" y="3147"/>
                </a:lnTo>
                <a:cubicBezTo>
                  <a:pt x="2894" y="3048"/>
                  <a:pt x="3016" y="2873"/>
                  <a:pt x="3114" y="2719"/>
                </a:cubicBezTo>
                <a:cubicBezTo>
                  <a:pt x="3311" y="2412"/>
                  <a:pt x="3421" y="2061"/>
                  <a:pt x="3410" y="1700"/>
                </a:cubicBezTo>
                <a:lnTo>
                  <a:pt x="3410" y="1688"/>
                </a:lnTo>
                <a:cubicBezTo>
                  <a:pt x="3370" y="740"/>
                  <a:pt x="2620" y="0"/>
                  <a:pt x="17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4"/>
          <p:cNvSpPr/>
          <p:nvPr/>
        </p:nvSpPr>
        <p:spPr>
          <a:xfrm flipH="1" rot="1526559">
            <a:off x="2093696" y="-1002837"/>
            <a:ext cx="3899407" cy="1865967"/>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lt2"/>
            </a:solidFill>
            <a:prstDash val="lgDash"/>
            <a:round/>
            <a:headEnd len="med" w="med" type="none"/>
            <a:tailEnd len="med" w="med" type="none"/>
          </a:ln>
        </p:spPr>
      </p:sp>
      <p:sp>
        <p:nvSpPr>
          <p:cNvPr id="416" name="Google Shape;416;p24"/>
          <p:cNvSpPr/>
          <p:nvPr/>
        </p:nvSpPr>
        <p:spPr>
          <a:xfrm flipH="1" rot="-3010588">
            <a:off x="-1244841" y="153467"/>
            <a:ext cx="1841616" cy="1817660"/>
          </a:xfrm>
          <a:custGeom>
            <a:rect b="b" l="l" r="r" t="t"/>
            <a:pathLst>
              <a:path extrusionOk="0" h="27390" w="27751">
                <a:moveTo>
                  <a:pt x="27751" y="26316"/>
                </a:moveTo>
                <a:cubicBezTo>
                  <a:pt x="20672" y="29147"/>
                  <a:pt x="10504" y="26049"/>
                  <a:pt x="5741" y="20096"/>
                </a:cubicBezTo>
                <a:cubicBezTo>
                  <a:pt x="1388" y="14656"/>
                  <a:pt x="3113" y="6232"/>
                  <a:pt x="0" y="0"/>
                </a:cubicBezTo>
              </a:path>
            </a:pathLst>
          </a:custGeom>
          <a:noFill/>
          <a:ln cap="flat" cmpd="sng" w="9525">
            <a:solidFill>
              <a:schemeClr val="lt2"/>
            </a:solidFill>
            <a:prstDash val="lgDash"/>
            <a:round/>
            <a:headEnd len="med" w="med" type="none"/>
            <a:tailEnd len="med" w="med" type="none"/>
          </a:ln>
        </p:spPr>
      </p:sp>
      <p:sp>
        <p:nvSpPr>
          <p:cNvPr id="417" name="Google Shape;417;p24"/>
          <p:cNvSpPr/>
          <p:nvPr/>
        </p:nvSpPr>
        <p:spPr>
          <a:xfrm flipH="1">
            <a:off x="120627" y="2421349"/>
            <a:ext cx="416576" cy="104389"/>
          </a:xfrm>
          <a:custGeom>
            <a:rect b="b" l="l" r="r" t="t"/>
            <a:pathLst>
              <a:path extrusionOk="0" h="1569" w="6261">
                <a:moveTo>
                  <a:pt x="4049" y="1"/>
                </a:moveTo>
                <a:cubicBezTo>
                  <a:pt x="3686" y="1"/>
                  <a:pt x="3325" y="221"/>
                  <a:pt x="3169" y="560"/>
                </a:cubicBezTo>
                <a:cubicBezTo>
                  <a:pt x="2982" y="411"/>
                  <a:pt x="2745" y="333"/>
                  <a:pt x="2505" y="333"/>
                </a:cubicBezTo>
                <a:cubicBezTo>
                  <a:pt x="2392" y="333"/>
                  <a:pt x="2279" y="350"/>
                  <a:pt x="2171" y="385"/>
                </a:cubicBezTo>
                <a:cubicBezTo>
                  <a:pt x="1842" y="494"/>
                  <a:pt x="1579" y="779"/>
                  <a:pt x="1491" y="1120"/>
                </a:cubicBezTo>
                <a:cubicBezTo>
                  <a:pt x="1323" y="943"/>
                  <a:pt x="1084" y="837"/>
                  <a:pt x="843" y="837"/>
                </a:cubicBezTo>
                <a:cubicBezTo>
                  <a:pt x="770" y="837"/>
                  <a:pt x="697" y="847"/>
                  <a:pt x="625" y="867"/>
                </a:cubicBezTo>
                <a:cubicBezTo>
                  <a:pt x="319" y="944"/>
                  <a:pt x="66" y="1196"/>
                  <a:pt x="0" y="1503"/>
                </a:cubicBezTo>
                <a:lnTo>
                  <a:pt x="6239" y="1569"/>
                </a:lnTo>
                <a:cubicBezTo>
                  <a:pt x="6261" y="1273"/>
                  <a:pt x="6096" y="977"/>
                  <a:pt x="5844" y="823"/>
                </a:cubicBezTo>
                <a:cubicBezTo>
                  <a:pt x="5723" y="749"/>
                  <a:pt x="5581" y="714"/>
                  <a:pt x="5438" y="714"/>
                </a:cubicBezTo>
                <a:cubicBezTo>
                  <a:pt x="5285" y="714"/>
                  <a:pt x="5131" y="755"/>
                  <a:pt x="5000" y="835"/>
                </a:cubicBezTo>
                <a:cubicBezTo>
                  <a:pt x="4945" y="418"/>
                  <a:pt x="4594" y="67"/>
                  <a:pt x="4188" y="12"/>
                </a:cubicBezTo>
                <a:cubicBezTo>
                  <a:pt x="4142" y="4"/>
                  <a:pt x="4095" y="1"/>
                  <a:pt x="4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8" name="Google Shape;418;p24"/>
          <p:cNvGrpSpPr/>
          <p:nvPr/>
        </p:nvGrpSpPr>
        <p:grpSpPr>
          <a:xfrm flipH="1">
            <a:off x="8585098" y="3811438"/>
            <a:ext cx="416587" cy="596813"/>
            <a:chOff x="8555949" y="806163"/>
            <a:chExt cx="416587" cy="596813"/>
          </a:xfrm>
        </p:grpSpPr>
        <p:sp>
          <p:nvSpPr>
            <p:cNvPr id="419" name="Google Shape;419;p24"/>
            <p:cNvSpPr/>
            <p:nvPr/>
          </p:nvSpPr>
          <p:spPr>
            <a:xfrm>
              <a:off x="8630075" y="984025"/>
              <a:ext cx="135900" cy="135900"/>
            </a:xfrm>
            <a:prstGeom prst="plus">
              <a:avLst>
                <a:gd fmla="val 4390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4"/>
            <p:cNvSpPr/>
            <p:nvPr/>
          </p:nvSpPr>
          <p:spPr>
            <a:xfrm>
              <a:off x="8862861" y="1309675"/>
              <a:ext cx="93300" cy="93300"/>
            </a:xfrm>
            <a:prstGeom prst="ellipse">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4"/>
            <p:cNvSpPr/>
            <p:nvPr/>
          </p:nvSpPr>
          <p:spPr>
            <a:xfrm>
              <a:off x="8879236" y="806163"/>
              <a:ext cx="93300" cy="93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4"/>
            <p:cNvSpPr/>
            <p:nvPr/>
          </p:nvSpPr>
          <p:spPr>
            <a:xfrm>
              <a:off x="8555949" y="1267400"/>
              <a:ext cx="54900" cy="54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3" name="Google Shape;423;p24"/>
          <p:cNvSpPr/>
          <p:nvPr/>
        </p:nvSpPr>
        <p:spPr>
          <a:xfrm flipH="1">
            <a:off x="-416016" y="3427946"/>
            <a:ext cx="679193" cy="170205"/>
          </a:xfrm>
          <a:custGeom>
            <a:rect b="b" l="l" r="r" t="t"/>
            <a:pathLst>
              <a:path extrusionOk="0" h="1569" w="6261">
                <a:moveTo>
                  <a:pt x="4049" y="1"/>
                </a:moveTo>
                <a:cubicBezTo>
                  <a:pt x="3686" y="1"/>
                  <a:pt x="3325" y="221"/>
                  <a:pt x="3169" y="560"/>
                </a:cubicBezTo>
                <a:cubicBezTo>
                  <a:pt x="2982" y="411"/>
                  <a:pt x="2745" y="333"/>
                  <a:pt x="2505" y="333"/>
                </a:cubicBezTo>
                <a:cubicBezTo>
                  <a:pt x="2392" y="333"/>
                  <a:pt x="2279" y="350"/>
                  <a:pt x="2171" y="385"/>
                </a:cubicBezTo>
                <a:cubicBezTo>
                  <a:pt x="1842" y="494"/>
                  <a:pt x="1579" y="779"/>
                  <a:pt x="1491" y="1120"/>
                </a:cubicBezTo>
                <a:cubicBezTo>
                  <a:pt x="1323" y="943"/>
                  <a:pt x="1084" y="837"/>
                  <a:pt x="843" y="837"/>
                </a:cubicBezTo>
                <a:cubicBezTo>
                  <a:pt x="770" y="837"/>
                  <a:pt x="697" y="847"/>
                  <a:pt x="625" y="867"/>
                </a:cubicBezTo>
                <a:cubicBezTo>
                  <a:pt x="319" y="944"/>
                  <a:pt x="66" y="1196"/>
                  <a:pt x="0" y="1503"/>
                </a:cubicBezTo>
                <a:lnTo>
                  <a:pt x="6239" y="1569"/>
                </a:lnTo>
                <a:cubicBezTo>
                  <a:pt x="6261" y="1273"/>
                  <a:pt x="6096" y="977"/>
                  <a:pt x="5844" y="823"/>
                </a:cubicBezTo>
                <a:cubicBezTo>
                  <a:pt x="5723" y="749"/>
                  <a:pt x="5581" y="714"/>
                  <a:pt x="5438" y="714"/>
                </a:cubicBezTo>
                <a:cubicBezTo>
                  <a:pt x="5285" y="714"/>
                  <a:pt x="5131" y="755"/>
                  <a:pt x="5000" y="835"/>
                </a:cubicBezTo>
                <a:cubicBezTo>
                  <a:pt x="4945" y="418"/>
                  <a:pt x="4594" y="67"/>
                  <a:pt x="4188" y="12"/>
                </a:cubicBezTo>
                <a:cubicBezTo>
                  <a:pt x="4142" y="4"/>
                  <a:pt x="4095" y="1"/>
                  <a:pt x="4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4"/>
          <p:cNvSpPr/>
          <p:nvPr/>
        </p:nvSpPr>
        <p:spPr>
          <a:xfrm flipH="1">
            <a:off x="8795596" y="2020471"/>
            <a:ext cx="679193" cy="170205"/>
          </a:xfrm>
          <a:custGeom>
            <a:rect b="b" l="l" r="r" t="t"/>
            <a:pathLst>
              <a:path extrusionOk="0" h="1569" w="6261">
                <a:moveTo>
                  <a:pt x="4049" y="1"/>
                </a:moveTo>
                <a:cubicBezTo>
                  <a:pt x="3686" y="1"/>
                  <a:pt x="3325" y="221"/>
                  <a:pt x="3169" y="560"/>
                </a:cubicBezTo>
                <a:cubicBezTo>
                  <a:pt x="2982" y="411"/>
                  <a:pt x="2745" y="333"/>
                  <a:pt x="2505" y="333"/>
                </a:cubicBezTo>
                <a:cubicBezTo>
                  <a:pt x="2392" y="333"/>
                  <a:pt x="2279" y="350"/>
                  <a:pt x="2171" y="385"/>
                </a:cubicBezTo>
                <a:cubicBezTo>
                  <a:pt x="1842" y="494"/>
                  <a:pt x="1579" y="779"/>
                  <a:pt x="1491" y="1120"/>
                </a:cubicBezTo>
                <a:cubicBezTo>
                  <a:pt x="1323" y="943"/>
                  <a:pt x="1084" y="837"/>
                  <a:pt x="843" y="837"/>
                </a:cubicBezTo>
                <a:cubicBezTo>
                  <a:pt x="770" y="837"/>
                  <a:pt x="697" y="847"/>
                  <a:pt x="625" y="867"/>
                </a:cubicBezTo>
                <a:cubicBezTo>
                  <a:pt x="319" y="944"/>
                  <a:pt x="66" y="1196"/>
                  <a:pt x="0" y="1503"/>
                </a:cubicBezTo>
                <a:lnTo>
                  <a:pt x="6239" y="1569"/>
                </a:lnTo>
                <a:cubicBezTo>
                  <a:pt x="6261" y="1273"/>
                  <a:pt x="6096" y="977"/>
                  <a:pt x="5844" y="823"/>
                </a:cubicBezTo>
                <a:cubicBezTo>
                  <a:pt x="5723" y="749"/>
                  <a:pt x="5581" y="714"/>
                  <a:pt x="5438" y="714"/>
                </a:cubicBezTo>
                <a:cubicBezTo>
                  <a:pt x="5285" y="714"/>
                  <a:pt x="5131" y="755"/>
                  <a:pt x="5000" y="835"/>
                </a:cubicBezTo>
                <a:cubicBezTo>
                  <a:pt x="4945" y="418"/>
                  <a:pt x="4594" y="67"/>
                  <a:pt x="4188" y="12"/>
                </a:cubicBezTo>
                <a:cubicBezTo>
                  <a:pt x="4142" y="4"/>
                  <a:pt x="4095" y="1"/>
                  <a:pt x="4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4"/>
          <p:cNvSpPr/>
          <p:nvPr/>
        </p:nvSpPr>
        <p:spPr>
          <a:xfrm rot="8100000">
            <a:off x="7227843" y="4314302"/>
            <a:ext cx="2405868" cy="2374571"/>
          </a:xfrm>
          <a:custGeom>
            <a:rect b="b" l="l" r="r" t="t"/>
            <a:pathLst>
              <a:path extrusionOk="0" h="27390" w="27751">
                <a:moveTo>
                  <a:pt x="27751" y="26316"/>
                </a:moveTo>
                <a:cubicBezTo>
                  <a:pt x="20672" y="29147"/>
                  <a:pt x="10504" y="26049"/>
                  <a:pt x="5741" y="20096"/>
                </a:cubicBezTo>
                <a:cubicBezTo>
                  <a:pt x="1388" y="14656"/>
                  <a:pt x="3113" y="6232"/>
                  <a:pt x="0" y="0"/>
                </a:cubicBezTo>
              </a:path>
            </a:pathLst>
          </a:custGeom>
          <a:noFill/>
          <a:ln cap="flat" cmpd="sng" w="9525">
            <a:solidFill>
              <a:schemeClr val="lt2"/>
            </a:solidFill>
            <a:prstDash val="lgDash"/>
            <a:round/>
            <a:headEnd len="med" w="med" type="none"/>
            <a:tailEnd len="med" w="med" type="none"/>
          </a:ln>
        </p:spPr>
      </p:sp>
      <p:sp>
        <p:nvSpPr>
          <p:cNvPr id="426" name="Google Shape;426;p24"/>
          <p:cNvSpPr/>
          <p:nvPr/>
        </p:nvSpPr>
        <p:spPr>
          <a:xfrm rot="-1461625">
            <a:off x="7932232" y="-1368174"/>
            <a:ext cx="2405905" cy="2374608"/>
          </a:xfrm>
          <a:custGeom>
            <a:rect b="b" l="l" r="r" t="t"/>
            <a:pathLst>
              <a:path extrusionOk="0" h="27390" w="27751">
                <a:moveTo>
                  <a:pt x="27751" y="26316"/>
                </a:moveTo>
                <a:cubicBezTo>
                  <a:pt x="20672" y="29147"/>
                  <a:pt x="10504" y="26049"/>
                  <a:pt x="5741" y="20096"/>
                </a:cubicBezTo>
                <a:cubicBezTo>
                  <a:pt x="1388" y="14656"/>
                  <a:pt x="3113" y="6232"/>
                  <a:pt x="0" y="0"/>
                </a:cubicBezTo>
              </a:path>
            </a:pathLst>
          </a:custGeom>
          <a:noFill/>
          <a:ln cap="flat" cmpd="sng" w="9525">
            <a:solidFill>
              <a:schemeClr val="lt2"/>
            </a:solidFill>
            <a:prstDash val="lgDash"/>
            <a:round/>
            <a:headEnd len="med" w="med" type="none"/>
            <a:tailEnd len="med" w="med" type="none"/>
          </a:ln>
        </p:spPr>
      </p:sp>
      <p:sp>
        <p:nvSpPr>
          <p:cNvPr id="427" name="Google Shape;427;p24"/>
          <p:cNvSpPr/>
          <p:nvPr/>
        </p:nvSpPr>
        <p:spPr>
          <a:xfrm flipH="1">
            <a:off x="6061421" y="4818321"/>
            <a:ext cx="679193" cy="170205"/>
          </a:xfrm>
          <a:custGeom>
            <a:rect b="b" l="l" r="r" t="t"/>
            <a:pathLst>
              <a:path extrusionOk="0" h="1569" w="6261">
                <a:moveTo>
                  <a:pt x="4049" y="1"/>
                </a:moveTo>
                <a:cubicBezTo>
                  <a:pt x="3686" y="1"/>
                  <a:pt x="3325" y="221"/>
                  <a:pt x="3169" y="560"/>
                </a:cubicBezTo>
                <a:cubicBezTo>
                  <a:pt x="2982" y="411"/>
                  <a:pt x="2745" y="333"/>
                  <a:pt x="2505" y="333"/>
                </a:cubicBezTo>
                <a:cubicBezTo>
                  <a:pt x="2392" y="333"/>
                  <a:pt x="2279" y="350"/>
                  <a:pt x="2171" y="385"/>
                </a:cubicBezTo>
                <a:cubicBezTo>
                  <a:pt x="1842" y="494"/>
                  <a:pt x="1579" y="779"/>
                  <a:pt x="1491" y="1120"/>
                </a:cubicBezTo>
                <a:cubicBezTo>
                  <a:pt x="1323" y="943"/>
                  <a:pt x="1084" y="837"/>
                  <a:pt x="843" y="837"/>
                </a:cubicBezTo>
                <a:cubicBezTo>
                  <a:pt x="770" y="837"/>
                  <a:pt x="697" y="847"/>
                  <a:pt x="625" y="867"/>
                </a:cubicBezTo>
                <a:cubicBezTo>
                  <a:pt x="319" y="944"/>
                  <a:pt x="66" y="1196"/>
                  <a:pt x="0" y="1503"/>
                </a:cubicBezTo>
                <a:lnTo>
                  <a:pt x="6239" y="1569"/>
                </a:lnTo>
                <a:cubicBezTo>
                  <a:pt x="6261" y="1273"/>
                  <a:pt x="6096" y="977"/>
                  <a:pt x="5844" y="823"/>
                </a:cubicBezTo>
                <a:cubicBezTo>
                  <a:pt x="5723" y="749"/>
                  <a:pt x="5581" y="714"/>
                  <a:pt x="5438" y="714"/>
                </a:cubicBezTo>
                <a:cubicBezTo>
                  <a:pt x="5285" y="714"/>
                  <a:pt x="5131" y="755"/>
                  <a:pt x="5000" y="835"/>
                </a:cubicBezTo>
                <a:cubicBezTo>
                  <a:pt x="4945" y="418"/>
                  <a:pt x="4594" y="67"/>
                  <a:pt x="4188" y="12"/>
                </a:cubicBezTo>
                <a:cubicBezTo>
                  <a:pt x="4142" y="4"/>
                  <a:pt x="4095" y="1"/>
                  <a:pt x="4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4"/>
          <p:cNvSpPr/>
          <p:nvPr/>
        </p:nvSpPr>
        <p:spPr>
          <a:xfrm>
            <a:off x="-514375" y="4674573"/>
            <a:ext cx="4114800" cy="1414225"/>
          </a:xfrm>
          <a:custGeom>
            <a:rect b="b" l="l" r="r" t="t"/>
            <a:pathLst>
              <a:path extrusionOk="0" h="56569" w="164592">
                <a:moveTo>
                  <a:pt x="0" y="4277"/>
                </a:moveTo>
                <a:cubicBezTo>
                  <a:pt x="28218" y="-5125"/>
                  <a:pt x="62109" y="3035"/>
                  <a:pt x="88297" y="17136"/>
                </a:cubicBezTo>
                <a:cubicBezTo>
                  <a:pt x="100376" y="23640"/>
                  <a:pt x="110755" y="32907"/>
                  <a:pt x="121730" y="41139"/>
                </a:cubicBezTo>
                <a:cubicBezTo>
                  <a:pt x="127125" y="45186"/>
                  <a:pt x="131533" y="51288"/>
                  <a:pt x="138018" y="53140"/>
                </a:cubicBezTo>
                <a:cubicBezTo>
                  <a:pt x="146606" y="55593"/>
                  <a:pt x="155661" y="56569"/>
                  <a:pt x="164592" y="56569"/>
                </a:cubicBezTo>
              </a:path>
            </a:pathLst>
          </a:custGeom>
          <a:noFill/>
          <a:ln cap="flat" cmpd="sng" w="9525">
            <a:solidFill>
              <a:schemeClr val="lt2"/>
            </a:solidFill>
            <a:prstDash val="dash"/>
            <a:round/>
            <a:headEnd len="med" w="med" type="none"/>
            <a:tailEnd len="med" w="med" type="none"/>
          </a:ln>
        </p:spPr>
      </p:sp>
      <p:grpSp>
        <p:nvGrpSpPr>
          <p:cNvPr id="429" name="Google Shape;429;p24"/>
          <p:cNvGrpSpPr/>
          <p:nvPr/>
        </p:nvGrpSpPr>
        <p:grpSpPr>
          <a:xfrm flipH="1">
            <a:off x="279548" y="103300"/>
            <a:ext cx="400212" cy="418950"/>
            <a:chOff x="8555949" y="984025"/>
            <a:chExt cx="400212" cy="418950"/>
          </a:xfrm>
        </p:grpSpPr>
        <p:sp>
          <p:nvSpPr>
            <p:cNvPr id="430" name="Google Shape;430;p24"/>
            <p:cNvSpPr/>
            <p:nvPr/>
          </p:nvSpPr>
          <p:spPr>
            <a:xfrm>
              <a:off x="8630075" y="984025"/>
              <a:ext cx="135900" cy="135900"/>
            </a:xfrm>
            <a:prstGeom prst="plus">
              <a:avLst>
                <a:gd fmla="val 4390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4"/>
            <p:cNvSpPr/>
            <p:nvPr/>
          </p:nvSpPr>
          <p:spPr>
            <a:xfrm>
              <a:off x="8862861" y="1309675"/>
              <a:ext cx="93300" cy="93300"/>
            </a:xfrm>
            <a:prstGeom prst="ellipse">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4"/>
            <p:cNvSpPr/>
            <p:nvPr/>
          </p:nvSpPr>
          <p:spPr>
            <a:xfrm>
              <a:off x="8555949" y="1267400"/>
              <a:ext cx="54900" cy="54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433" name="Shape 433"/>
        <p:cNvGrpSpPr/>
        <p:nvPr/>
      </p:nvGrpSpPr>
      <p:grpSpPr>
        <a:xfrm>
          <a:off x="0" y="0"/>
          <a:ext cx="0" cy="0"/>
          <a:chOff x="0" y="0"/>
          <a:chExt cx="0" cy="0"/>
        </a:xfrm>
      </p:grpSpPr>
      <p:sp>
        <p:nvSpPr>
          <p:cNvPr id="434" name="Google Shape;434;p25"/>
          <p:cNvSpPr/>
          <p:nvPr/>
        </p:nvSpPr>
        <p:spPr>
          <a:xfrm>
            <a:off x="4404281" y="-35875"/>
            <a:ext cx="4761300" cy="5213100"/>
          </a:xfrm>
          <a:prstGeom prst="rect">
            <a:avLst/>
          </a:prstGeom>
          <a:solidFill>
            <a:srgbClr val="52AFC8"/>
          </a:solidFill>
          <a:ln>
            <a:noFill/>
          </a:ln>
          <a:effectLst>
            <a:outerShdw blurRad="57150" rotWithShape="0" algn="bl" dir="4200000" dist="114300">
              <a:schemeClr val="dk1">
                <a:alpha val="1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5"/>
          <p:cNvSpPr/>
          <p:nvPr/>
        </p:nvSpPr>
        <p:spPr>
          <a:xfrm>
            <a:off x="7671375" y="-35875"/>
            <a:ext cx="3899475" cy="1866000"/>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accent6"/>
            </a:solidFill>
            <a:prstDash val="lgDash"/>
            <a:round/>
            <a:headEnd len="med" w="med" type="none"/>
            <a:tailEnd len="med" w="med" type="none"/>
          </a:ln>
        </p:spPr>
      </p:sp>
      <p:sp>
        <p:nvSpPr>
          <p:cNvPr id="436" name="Google Shape;436;p25"/>
          <p:cNvSpPr txBox="1"/>
          <p:nvPr>
            <p:ph type="title"/>
          </p:nvPr>
        </p:nvSpPr>
        <p:spPr>
          <a:xfrm>
            <a:off x="4531325" y="616225"/>
            <a:ext cx="3899400" cy="1058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500"/>
              <a:buNone/>
              <a:defRPr sz="75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37" name="Google Shape;437;p25"/>
          <p:cNvSpPr txBox="1"/>
          <p:nvPr>
            <p:ph idx="1" type="subTitle"/>
          </p:nvPr>
        </p:nvSpPr>
        <p:spPr>
          <a:xfrm>
            <a:off x="4531331" y="1654884"/>
            <a:ext cx="3899400" cy="1058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pic>
        <p:nvPicPr>
          <p:cNvPr id="438" name="Google Shape;438;p25"/>
          <p:cNvPicPr preferRelativeResize="0"/>
          <p:nvPr/>
        </p:nvPicPr>
        <p:blipFill rotWithShape="1">
          <a:blip r:embed="rId2">
            <a:alphaModFix/>
          </a:blip>
          <a:srcRect b="0" l="29442" r="8860" t="0"/>
          <a:stretch/>
        </p:blipFill>
        <p:spPr>
          <a:xfrm>
            <a:off x="-492000" y="-69600"/>
            <a:ext cx="4896276" cy="5289300"/>
          </a:xfrm>
          <a:prstGeom prst="rect">
            <a:avLst/>
          </a:prstGeom>
          <a:noFill/>
          <a:ln>
            <a:noFill/>
          </a:ln>
        </p:spPr>
      </p:pic>
      <p:sp>
        <p:nvSpPr>
          <p:cNvPr id="439" name="Google Shape;439;p25"/>
          <p:cNvSpPr/>
          <p:nvPr/>
        </p:nvSpPr>
        <p:spPr>
          <a:xfrm>
            <a:off x="-442575" y="320525"/>
            <a:ext cx="964387" cy="1748853"/>
          </a:xfrm>
          <a:custGeom>
            <a:rect b="b" l="l" r="r" t="t"/>
            <a:pathLst>
              <a:path extrusionOk="0" h="44975" w="24801">
                <a:moveTo>
                  <a:pt x="0" y="0"/>
                </a:moveTo>
                <a:cubicBezTo>
                  <a:pt x="9939" y="2840"/>
                  <a:pt x="22701" y="8942"/>
                  <a:pt x="24402" y="19138"/>
                </a:cubicBezTo>
                <a:cubicBezTo>
                  <a:pt x="25999" y="28707"/>
                  <a:pt x="19683" y="40640"/>
                  <a:pt x="11004" y="44975"/>
                </a:cubicBezTo>
              </a:path>
            </a:pathLst>
          </a:custGeom>
          <a:noFill/>
          <a:ln cap="flat" cmpd="sng" w="9525">
            <a:solidFill>
              <a:srgbClr val="52AFC8"/>
            </a:solidFill>
            <a:prstDash val="lgDash"/>
            <a:round/>
            <a:headEnd len="med" w="med" type="none"/>
            <a:tailEnd len="med" w="med" type="none"/>
          </a:ln>
        </p:spPr>
      </p:sp>
      <p:grpSp>
        <p:nvGrpSpPr>
          <p:cNvPr id="440" name="Google Shape;440;p25"/>
          <p:cNvGrpSpPr/>
          <p:nvPr/>
        </p:nvGrpSpPr>
        <p:grpSpPr>
          <a:xfrm flipH="1">
            <a:off x="593473" y="330025"/>
            <a:ext cx="400212" cy="418950"/>
            <a:chOff x="8555949" y="984025"/>
            <a:chExt cx="400212" cy="418950"/>
          </a:xfrm>
        </p:grpSpPr>
        <p:sp>
          <p:nvSpPr>
            <p:cNvPr id="441" name="Google Shape;441;p25"/>
            <p:cNvSpPr/>
            <p:nvPr/>
          </p:nvSpPr>
          <p:spPr>
            <a:xfrm>
              <a:off x="8630075" y="984025"/>
              <a:ext cx="135900" cy="135900"/>
            </a:xfrm>
            <a:prstGeom prst="plus">
              <a:avLst>
                <a:gd fmla="val 43902" name="adj"/>
              </a:avLst>
            </a:prstGeom>
            <a:solidFill>
              <a:srgbClr val="52A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5"/>
            <p:cNvSpPr/>
            <p:nvPr/>
          </p:nvSpPr>
          <p:spPr>
            <a:xfrm>
              <a:off x="8862861" y="1309675"/>
              <a:ext cx="93300" cy="93300"/>
            </a:xfrm>
            <a:prstGeom prst="ellipse">
              <a:avLst/>
            </a:prstGeom>
            <a:noFill/>
            <a:ln cap="flat" cmpd="sng" w="19050">
              <a:solidFill>
                <a:srgbClr val="52AF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5"/>
            <p:cNvSpPr/>
            <p:nvPr/>
          </p:nvSpPr>
          <p:spPr>
            <a:xfrm>
              <a:off x="8555949" y="1267400"/>
              <a:ext cx="54900" cy="54900"/>
            </a:xfrm>
            <a:prstGeom prst="ellipse">
              <a:avLst/>
            </a:prstGeom>
            <a:solidFill>
              <a:srgbClr val="52A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4" name="Google Shape;444;p25"/>
          <p:cNvSpPr/>
          <p:nvPr/>
        </p:nvSpPr>
        <p:spPr>
          <a:xfrm rot="-2700000">
            <a:off x="2523063" y="-602314"/>
            <a:ext cx="1119389" cy="1104828"/>
          </a:xfrm>
          <a:custGeom>
            <a:rect b="b" l="l" r="r" t="t"/>
            <a:pathLst>
              <a:path extrusionOk="0" h="27390" w="27751">
                <a:moveTo>
                  <a:pt x="27751" y="26316"/>
                </a:moveTo>
                <a:cubicBezTo>
                  <a:pt x="20672" y="29147"/>
                  <a:pt x="10504" y="26049"/>
                  <a:pt x="5741" y="20096"/>
                </a:cubicBezTo>
                <a:cubicBezTo>
                  <a:pt x="1388" y="14656"/>
                  <a:pt x="3113" y="6232"/>
                  <a:pt x="0" y="0"/>
                </a:cubicBezTo>
              </a:path>
            </a:pathLst>
          </a:custGeom>
          <a:noFill/>
          <a:ln cap="flat" cmpd="sng" w="9525">
            <a:solidFill>
              <a:srgbClr val="52AFC8"/>
            </a:solidFill>
            <a:prstDash val="lgDash"/>
            <a:round/>
            <a:headEnd len="med" w="med" type="none"/>
            <a:tailEnd len="med" w="med" type="none"/>
          </a:ln>
        </p:spPr>
      </p:sp>
      <p:sp>
        <p:nvSpPr>
          <p:cNvPr id="445" name="Google Shape;445;p25"/>
          <p:cNvSpPr/>
          <p:nvPr/>
        </p:nvSpPr>
        <p:spPr>
          <a:xfrm rot="10799680">
            <a:off x="-326646" y="4436911"/>
            <a:ext cx="4195445" cy="2007256"/>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rgbClr val="52AFC8"/>
            </a:solidFill>
            <a:prstDash val="lgDash"/>
            <a:round/>
            <a:headEnd len="med" w="med" type="none"/>
            <a:tailEnd len="med" w="med" type="none"/>
          </a:ln>
        </p:spPr>
      </p:sp>
      <p:sp>
        <p:nvSpPr>
          <p:cNvPr id="446" name="Google Shape;446;p25"/>
          <p:cNvSpPr/>
          <p:nvPr/>
        </p:nvSpPr>
        <p:spPr>
          <a:xfrm rot="10799680">
            <a:off x="4078479" y="4436911"/>
            <a:ext cx="4195445" cy="2007256"/>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accent6"/>
            </a:solidFill>
            <a:prstDash val="lgDash"/>
            <a:round/>
            <a:headEnd len="med" w="med" type="none"/>
            <a:tailEnd len="med" w="med" type="none"/>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447" name="Shape 447"/>
        <p:cNvGrpSpPr/>
        <p:nvPr/>
      </p:nvGrpSpPr>
      <p:grpSpPr>
        <a:xfrm>
          <a:off x="0" y="0"/>
          <a:ext cx="0" cy="0"/>
          <a:chOff x="0" y="0"/>
          <a:chExt cx="0" cy="0"/>
        </a:xfrm>
      </p:grpSpPr>
      <p:grpSp>
        <p:nvGrpSpPr>
          <p:cNvPr id="448" name="Google Shape;448;p26"/>
          <p:cNvGrpSpPr/>
          <p:nvPr/>
        </p:nvGrpSpPr>
        <p:grpSpPr>
          <a:xfrm>
            <a:off x="2701389" y="736487"/>
            <a:ext cx="3741328" cy="3742870"/>
            <a:chOff x="3601725" y="3116375"/>
            <a:chExt cx="253275" cy="253400"/>
          </a:xfrm>
        </p:grpSpPr>
        <p:sp>
          <p:nvSpPr>
            <p:cNvPr id="449" name="Google Shape;449;p26"/>
            <p:cNvSpPr/>
            <p:nvPr/>
          </p:nvSpPr>
          <p:spPr>
            <a:xfrm>
              <a:off x="3601725" y="3116650"/>
              <a:ext cx="251900" cy="252200"/>
            </a:xfrm>
            <a:custGeom>
              <a:rect b="b" l="l" r="r" t="t"/>
              <a:pathLst>
                <a:path extrusionOk="0" h="10088" w="10076">
                  <a:moveTo>
                    <a:pt x="5044" y="1"/>
                  </a:moveTo>
                  <a:cubicBezTo>
                    <a:pt x="2259" y="1"/>
                    <a:pt x="0" y="2259"/>
                    <a:pt x="0" y="5044"/>
                  </a:cubicBezTo>
                  <a:cubicBezTo>
                    <a:pt x="0" y="7829"/>
                    <a:pt x="2259" y="10088"/>
                    <a:pt x="5044" y="10088"/>
                  </a:cubicBezTo>
                  <a:cubicBezTo>
                    <a:pt x="7817" y="10088"/>
                    <a:pt x="10076" y="7829"/>
                    <a:pt x="10076" y="5044"/>
                  </a:cubicBezTo>
                  <a:cubicBezTo>
                    <a:pt x="10076" y="2259"/>
                    <a:pt x="7817" y="1"/>
                    <a:pt x="5044" y="1"/>
                  </a:cubicBezTo>
                  <a:close/>
                </a:path>
              </a:pathLst>
            </a:custGeom>
            <a:solidFill>
              <a:srgbClr val="D9DFF2">
                <a:alpha val="34520"/>
              </a:srgbClr>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6"/>
            <p:cNvSpPr/>
            <p:nvPr/>
          </p:nvSpPr>
          <p:spPr>
            <a:xfrm>
              <a:off x="3623650" y="3116400"/>
              <a:ext cx="105275" cy="252200"/>
            </a:xfrm>
            <a:custGeom>
              <a:rect b="b" l="l" r="r" t="t"/>
              <a:pathLst>
                <a:path extrusionOk="0" h="10088" w="4211">
                  <a:moveTo>
                    <a:pt x="4046" y="0"/>
                  </a:moveTo>
                  <a:cubicBezTo>
                    <a:pt x="3180" y="88"/>
                    <a:pt x="2368" y="406"/>
                    <a:pt x="1721" y="976"/>
                  </a:cubicBezTo>
                  <a:cubicBezTo>
                    <a:pt x="1184" y="1448"/>
                    <a:pt x="768" y="2050"/>
                    <a:pt x="493" y="2708"/>
                  </a:cubicBezTo>
                  <a:cubicBezTo>
                    <a:pt x="77" y="3706"/>
                    <a:pt x="0" y="4813"/>
                    <a:pt x="164" y="5877"/>
                  </a:cubicBezTo>
                  <a:cubicBezTo>
                    <a:pt x="329" y="6886"/>
                    <a:pt x="691" y="7872"/>
                    <a:pt x="1348" y="8662"/>
                  </a:cubicBezTo>
                  <a:cubicBezTo>
                    <a:pt x="1962" y="9407"/>
                    <a:pt x="2839" y="9956"/>
                    <a:pt x="3804" y="10065"/>
                  </a:cubicBezTo>
                  <a:cubicBezTo>
                    <a:pt x="3925" y="10087"/>
                    <a:pt x="4046" y="10087"/>
                    <a:pt x="4167" y="10087"/>
                  </a:cubicBezTo>
                  <a:cubicBezTo>
                    <a:pt x="4210" y="10087"/>
                    <a:pt x="4210" y="10010"/>
                    <a:pt x="4167" y="10010"/>
                  </a:cubicBezTo>
                  <a:cubicBezTo>
                    <a:pt x="3202" y="9999"/>
                    <a:pt x="2291" y="9539"/>
                    <a:pt x="1623" y="8859"/>
                  </a:cubicBezTo>
                  <a:cubicBezTo>
                    <a:pt x="932" y="8136"/>
                    <a:pt x="515" y="7181"/>
                    <a:pt x="307" y="6206"/>
                  </a:cubicBezTo>
                  <a:cubicBezTo>
                    <a:pt x="99" y="5186"/>
                    <a:pt x="110" y="4111"/>
                    <a:pt x="427" y="3114"/>
                  </a:cubicBezTo>
                  <a:cubicBezTo>
                    <a:pt x="658" y="2423"/>
                    <a:pt x="1041" y="1765"/>
                    <a:pt x="1557" y="1239"/>
                  </a:cubicBezTo>
                  <a:cubicBezTo>
                    <a:pt x="2127" y="658"/>
                    <a:pt x="2873" y="274"/>
                    <a:pt x="3673" y="132"/>
                  </a:cubicBezTo>
                  <a:cubicBezTo>
                    <a:pt x="3794" y="110"/>
                    <a:pt x="3925" y="99"/>
                    <a:pt x="4046" y="88"/>
                  </a:cubicBezTo>
                  <a:cubicBezTo>
                    <a:pt x="4101" y="77"/>
                    <a:pt x="4101" y="0"/>
                    <a:pt x="4046" y="0"/>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6"/>
            <p:cNvSpPr/>
            <p:nvPr/>
          </p:nvSpPr>
          <p:spPr>
            <a:xfrm>
              <a:off x="3665575" y="3116475"/>
              <a:ext cx="64850" cy="253300"/>
            </a:xfrm>
            <a:custGeom>
              <a:rect b="b" l="l" r="r" t="t"/>
              <a:pathLst>
                <a:path extrusionOk="0" h="10132" w="2594">
                  <a:moveTo>
                    <a:pt x="2369" y="0"/>
                  </a:moveTo>
                  <a:cubicBezTo>
                    <a:pt x="2362" y="0"/>
                    <a:pt x="2354" y="2"/>
                    <a:pt x="2347" y="8"/>
                  </a:cubicBezTo>
                  <a:cubicBezTo>
                    <a:pt x="1733" y="359"/>
                    <a:pt x="1240" y="940"/>
                    <a:pt x="856" y="1543"/>
                  </a:cubicBezTo>
                  <a:cubicBezTo>
                    <a:pt x="670" y="1839"/>
                    <a:pt x="505" y="2157"/>
                    <a:pt x="385" y="2486"/>
                  </a:cubicBezTo>
                  <a:cubicBezTo>
                    <a:pt x="242" y="2880"/>
                    <a:pt x="165" y="3297"/>
                    <a:pt x="110" y="3703"/>
                  </a:cubicBezTo>
                  <a:cubicBezTo>
                    <a:pt x="0" y="4580"/>
                    <a:pt x="22" y="5479"/>
                    <a:pt x="99" y="6356"/>
                  </a:cubicBezTo>
                  <a:cubicBezTo>
                    <a:pt x="143" y="6784"/>
                    <a:pt x="209" y="7212"/>
                    <a:pt x="307" y="7639"/>
                  </a:cubicBezTo>
                  <a:cubicBezTo>
                    <a:pt x="406" y="8012"/>
                    <a:pt x="527" y="8406"/>
                    <a:pt x="735" y="8747"/>
                  </a:cubicBezTo>
                  <a:cubicBezTo>
                    <a:pt x="1141" y="9415"/>
                    <a:pt x="1810" y="9853"/>
                    <a:pt x="2533" y="10128"/>
                  </a:cubicBezTo>
                  <a:cubicBezTo>
                    <a:pt x="2539" y="10131"/>
                    <a:pt x="2544" y="10132"/>
                    <a:pt x="2548" y="10132"/>
                  </a:cubicBezTo>
                  <a:cubicBezTo>
                    <a:pt x="2582" y="10132"/>
                    <a:pt x="2594" y="10070"/>
                    <a:pt x="2555" y="10051"/>
                  </a:cubicBezTo>
                  <a:cubicBezTo>
                    <a:pt x="1919" y="9810"/>
                    <a:pt x="1305" y="9426"/>
                    <a:pt x="911" y="8867"/>
                  </a:cubicBezTo>
                  <a:cubicBezTo>
                    <a:pt x="691" y="8549"/>
                    <a:pt x="560" y="8198"/>
                    <a:pt x="450" y="7848"/>
                  </a:cubicBezTo>
                  <a:cubicBezTo>
                    <a:pt x="329" y="7441"/>
                    <a:pt x="253" y="7014"/>
                    <a:pt x="209" y="6598"/>
                  </a:cubicBezTo>
                  <a:cubicBezTo>
                    <a:pt x="110" y="5764"/>
                    <a:pt x="88" y="4898"/>
                    <a:pt x="154" y="4054"/>
                  </a:cubicBezTo>
                  <a:cubicBezTo>
                    <a:pt x="187" y="3615"/>
                    <a:pt x="263" y="3187"/>
                    <a:pt x="373" y="2771"/>
                  </a:cubicBezTo>
                  <a:cubicBezTo>
                    <a:pt x="472" y="2442"/>
                    <a:pt x="614" y="2124"/>
                    <a:pt x="779" y="1817"/>
                  </a:cubicBezTo>
                  <a:cubicBezTo>
                    <a:pt x="987" y="1467"/>
                    <a:pt x="1228" y="1126"/>
                    <a:pt x="1503" y="819"/>
                  </a:cubicBezTo>
                  <a:cubicBezTo>
                    <a:pt x="1755" y="534"/>
                    <a:pt x="2051" y="271"/>
                    <a:pt x="2390" y="74"/>
                  </a:cubicBezTo>
                  <a:cubicBezTo>
                    <a:pt x="2427" y="56"/>
                    <a:pt x="2403" y="0"/>
                    <a:pt x="2369" y="0"/>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6"/>
            <p:cNvSpPr/>
            <p:nvPr/>
          </p:nvSpPr>
          <p:spPr>
            <a:xfrm>
              <a:off x="3721225" y="3116450"/>
              <a:ext cx="8925" cy="252125"/>
            </a:xfrm>
            <a:custGeom>
              <a:rect b="b" l="l" r="r" t="t"/>
              <a:pathLst>
                <a:path extrusionOk="0" h="10085" w="357">
                  <a:moveTo>
                    <a:pt x="143" y="1"/>
                  </a:moveTo>
                  <a:cubicBezTo>
                    <a:pt x="121" y="1"/>
                    <a:pt x="99" y="15"/>
                    <a:pt x="99" y="42"/>
                  </a:cubicBezTo>
                  <a:cubicBezTo>
                    <a:pt x="33" y="1336"/>
                    <a:pt x="0" y="2640"/>
                    <a:pt x="0" y="3934"/>
                  </a:cubicBezTo>
                  <a:cubicBezTo>
                    <a:pt x="0" y="5250"/>
                    <a:pt x="33" y="6565"/>
                    <a:pt x="110" y="7881"/>
                  </a:cubicBezTo>
                  <a:cubicBezTo>
                    <a:pt x="154" y="8605"/>
                    <a:pt x="208" y="9328"/>
                    <a:pt x="274" y="10052"/>
                  </a:cubicBezTo>
                  <a:cubicBezTo>
                    <a:pt x="274" y="10074"/>
                    <a:pt x="296" y="10085"/>
                    <a:pt x="317" y="10085"/>
                  </a:cubicBezTo>
                  <a:cubicBezTo>
                    <a:pt x="337" y="10085"/>
                    <a:pt x="357" y="10074"/>
                    <a:pt x="351" y="10052"/>
                  </a:cubicBezTo>
                  <a:cubicBezTo>
                    <a:pt x="230" y="8758"/>
                    <a:pt x="154" y="7464"/>
                    <a:pt x="110" y="6160"/>
                  </a:cubicBezTo>
                  <a:cubicBezTo>
                    <a:pt x="77" y="4844"/>
                    <a:pt x="77" y="3529"/>
                    <a:pt x="99" y="2213"/>
                  </a:cubicBezTo>
                  <a:cubicBezTo>
                    <a:pt x="121" y="1489"/>
                    <a:pt x="143" y="766"/>
                    <a:pt x="186" y="42"/>
                  </a:cubicBezTo>
                  <a:cubicBezTo>
                    <a:pt x="186" y="15"/>
                    <a:pt x="164" y="1"/>
                    <a:pt x="143" y="1"/>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6"/>
            <p:cNvSpPr/>
            <p:nvPr/>
          </p:nvSpPr>
          <p:spPr>
            <a:xfrm>
              <a:off x="3724325" y="3116375"/>
              <a:ext cx="72025" cy="253275"/>
            </a:xfrm>
            <a:custGeom>
              <a:rect b="b" l="l" r="r" t="t"/>
              <a:pathLst>
                <a:path extrusionOk="0" h="10131" w="2881">
                  <a:moveTo>
                    <a:pt x="63" y="0"/>
                  </a:moveTo>
                  <a:cubicBezTo>
                    <a:pt x="16" y="0"/>
                    <a:pt x="0" y="69"/>
                    <a:pt x="52" y="89"/>
                  </a:cubicBezTo>
                  <a:cubicBezTo>
                    <a:pt x="688" y="352"/>
                    <a:pt x="1246" y="791"/>
                    <a:pt x="1653" y="1350"/>
                  </a:cubicBezTo>
                  <a:cubicBezTo>
                    <a:pt x="2080" y="1931"/>
                    <a:pt x="2354" y="2599"/>
                    <a:pt x="2530" y="3291"/>
                  </a:cubicBezTo>
                  <a:cubicBezTo>
                    <a:pt x="2716" y="4069"/>
                    <a:pt x="2793" y="4902"/>
                    <a:pt x="2716" y="5691"/>
                  </a:cubicBezTo>
                  <a:cubicBezTo>
                    <a:pt x="2650" y="6503"/>
                    <a:pt x="2387" y="7281"/>
                    <a:pt x="1981" y="7994"/>
                  </a:cubicBezTo>
                  <a:cubicBezTo>
                    <a:pt x="1521" y="8794"/>
                    <a:pt x="896" y="9496"/>
                    <a:pt x="161" y="10066"/>
                  </a:cubicBezTo>
                  <a:cubicBezTo>
                    <a:pt x="127" y="10092"/>
                    <a:pt x="160" y="10131"/>
                    <a:pt x="191" y="10131"/>
                  </a:cubicBezTo>
                  <a:cubicBezTo>
                    <a:pt x="200" y="10131"/>
                    <a:pt x="209" y="10128"/>
                    <a:pt x="216" y="10121"/>
                  </a:cubicBezTo>
                  <a:cubicBezTo>
                    <a:pt x="874" y="9606"/>
                    <a:pt x="1455" y="8980"/>
                    <a:pt x="1904" y="8279"/>
                  </a:cubicBezTo>
                  <a:cubicBezTo>
                    <a:pt x="2343" y="7577"/>
                    <a:pt x="2650" y="6788"/>
                    <a:pt x="2771" y="5966"/>
                  </a:cubicBezTo>
                  <a:cubicBezTo>
                    <a:pt x="2881" y="5165"/>
                    <a:pt x="2825" y="4310"/>
                    <a:pt x="2661" y="3520"/>
                  </a:cubicBezTo>
                  <a:cubicBezTo>
                    <a:pt x="2508" y="2797"/>
                    <a:pt x="2255" y="2085"/>
                    <a:pt x="1839" y="1471"/>
                  </a:cubicBezTo>
                  <a:cubicBezTo>
                    <a:pt x="1455" y="900"/>
                    <a:pt x="929" y="418"/>
                    <a:pt x="304" y="111"/>
                  </a:cubicBezTo>
                  <a:cubicBezTo>
                    <a:pt x="227" y="78"/>
                    <a:pt x="150" y="34"/>
                    <a:pt x="74" y="1"/>
                  </a:cubicBezTo>
                  <a:cubicBezTo>
                    <a:pt x="70" y="1"/>
                    <a:pt x="66" y="0"/>
                    <a:pt x="63" y="0"/>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6"/>
            <p:cNvSpPr/>
            <p:nvPr/>
          </p:nvSpPr>
          <p:spPr>
            <a:xfrm>
              <a:off x="3724500" y="3116400"/>
              <a:ext cx="107475" cy="253300"/>
            </a:xfrm>
            <a:custGeom>
              <a:rect b="b" l="l" r="r" t="t"/>
              <a:pathLst>
                <a:path extrusionOk="0" h="10132" w="4299">
                  <a:moveTo>
                    <a:pt x="55" y="0"/>
                  </a:moveTo>
                  <a:cubicBezTo>
                    <a:pt x="1" y="0"/>
                    <a:pt x="1" y="88"/>
                    <a:pt x="55" y="88"/>
                  </a:cubicBezTo>
                  <a:cubicBezTo>
                    <a:pt x="440" y="88"/>
                    <a:pt x="823" y="186"/>
                    <a:pt x="1174" y="329"/>
                  </a:cubicBezTo>
                  <a:cubicBezTo>
                    <a:pt x="1580" y="483"/>
                    <a:pt x="1974" y="702"/>
                    <a:pt x="2325" y="954"/>
                  </a:cubicBezTo>
                  <a:cubicBezTo>
                    <a:pt x="2665" y="1185"/>
                    <a:pt x="2994" y="1470"/>
                    <a:pt x="3257" y="1787"/>
                  </a:cubicBezTo>
                  <a:cubicBezTo>
                    <a:pt x="3542" y="2138"/>
                    <a:pt x="3739" y="2555"/>
                    <a:pt x="3871" y="2983"/>
                  </a:cubicBezTo>
                  <a:cubicBezTo>
                    <a:pt x="4189" y="3947"/>
                    <a:pt x="4200" y="5010"/>
                    <a:pt x="4024" y="6009"/>
                  </a:cubicBezTo>
                  <a:cubicBezTo>
                    <a:pt x="3860" y="6962"/>
                    <a:pt x="3498" y="7960"/>
                    <a:pt x="2840" y="8684"/>
                  </a:cubicBezTo>
                  <a:cubicBezTo>
                    <a:pt x="2238" y="9352"/>
                    <a:pt x="1382" y="9824"/>
                    <a:pt x="505" y="10010"/>
                  </a:cubicBezTo>
                  <a:cubicBezTo>
                    <a:pt x="396" y="10021"/>
                    <a:pt x="297" y="10043"/>
                    <a:pt x="187" y="10054"/>
                  </a:cubicBezTo>
                  <a:cubicBezTo>
                    <a:pt x="136" y="10054"/>
                    <a:pt x="133" y="10132"/>
                    <a:pt x="178" y="10132"/>
                  </a:cubicBezTo>
                  <a:cubicBezTo>
                    <a:pt x="181" y="10132"/>
                    <a:pt x="184" y="10132"/>
                    <a:pt x="187" y="10131"/>
                  </a:cubicBezTo>
                  <a:cubicBezTo>
                    <a:pt x="1086" y="10043"/>
                    <a:pt x="1985" y="9605"/>
                    <a:pt x="2654" y="8991"/>
                  </a:cubicBezTo>
                  <a:cubicBezTo>
                    <a:pt x="3388" y="8322"/>
                    <a:pt x="3805" y="7357"/>
                    <a:pt x="4024" y="6403"/>
                  </a:cubicBezTo>
                  <a:cubicBezTo>
                    <a:pt x="4255" y="5405"/>
                    <a:pt x="4299" y="4331"/>
                    <a:pt x="4058" y="3322"/>
                  </a:cubicBezTo>
                  <a:cubicBezTo>
                    <a:pt x="3937" y="2851"/>
                    <a:pt x="3761" y="2369"/>
                    <a:pt x="3487" y="1974"/>
                  </a:cubicBezTo>
                  <a:cubicBezTo>
                    <a:pt x="3257" y="1634"/>
                    <a:pt x="2961" y="1338"/>
                    <a:pt x="2643" y="1085"/>
                  </a:cubicBezTo>
                  <a:cubicBezTo>
                    <a:pt x="2292" y="812"/>
                    <a:pt x="1909" y="571"/>
                    <a:pt x="1503" y="373"/>
                  </a:cubicBezTo>
                  <a:cubicBezTo>
                    <a:pt x="1130" y="208"/>
                    <a:pt x="735" y="66"/>
                    <a:pt x="330" y="22"/>
                  </a:cubicBezTo>
                  <a:cubicBezTo>
                    <a:pt x="231" y="11"/>
                    <a:pt x="143" y="0"/>
                    <a:pt x="55" y="0"/>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6"/>
            <p:cNvSpPr/>
            <p:nvPr/>
          </p:nvSpPr>
          <p:spPr>
            <a:xfrm>
              <a:off x="3601975" y="3246875"/>
              <a:ext cx="253025" cy="1925"/>
            </a:xfrm>
            <a:custGeom>
              <a:rect b="b" l="l" r="r" t="t"/>
              <a:pathLst>
                <a:path extrusionOk="0" h="77" w="10121">
                  <a:moveTo>
                    <a:pt x="45" y="0"/>
                  </a:moveTo>
                  <a:cubicBezTo>
                    <a:pt x="1" y="0"/>
                    <a:pt x="1" y="77"/>
                    <a:pt x="45" y="77"/>
                  </a:cubicBezTo>
                  <a:lnTo>
                    <a:pt x="10066" y="77"/>
                  </a:lnTo>
                  <a:cubicBezTo>
                    <a:pt x="10121" y="77"/>
                    <a:pt x="10121" y="0"/>
                    <a:pt x="10066" y="0"/>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6"/>
            <p:cNvSpPr/>
            <p:nvPr/>
          </p:nvSpPr>
          <p:spPr>
            <a:xfrm>
              <a:off x="3621175" y="3175750"/>
              <a:ext cx="212450" cy="2175"/>
            </a:xfrm>
            <a:custGeom>
              <a:rect b="b" l="l" r="r" t="t"/>
              <a:pathLst>
                <a:path extrusionOk="0" h="87" w="8498">
                  <a:moveTo>
                    <a:pt x="176" y="0"/>
                  </a:moveTo>
                  <a:cubicBezTo>
                    <a:pt x="139" y="0"/>
                    <a:pt x="103" y="2"/>
                    <a:pt x="66" y="5"/>
                  </a:cubicBezTo>
                  <a:lnTo>
                    <a:pt x="55" y="5"/>
                  </a:lnTo>
                  <a:cubicBezTo>
                    <a:pt x="0" y="5"/>
                    <a:pt x="0" y="82"/>
                    <a:pt x="55" y="82"/>
                  </a:cubicBezTo>
                  <a:lnTo>
                    <a:pt x="8103" y="82"/>
                  </a:lnTo>
                  <a:cubicBezTo>
                    <a:pt x="8176" y="82"/>
                    <a:pt x="8249" y="87"/>
                    <a:pt x="8322" y="87"/>
                  </a:cubicBezTo>
                  <a:cubicBezTo>
                    <a:pt x="8359" y="87"/>
                    <a:pt x="8395" y="86"/>
                    <a:pt x="8432" y="82"/>
                  </a:cubicBezTo>
                  <a:lnTo>
                    <a:pt x="8442" y="82"/>
                  </a:lnTo>
                  <a:cubicBezTo>
                    <a:pt x="8498" y="82"/>
                    <a:pt x="8498" y="5"/>
                    <a:pt x="8442" y="5"/>
                  </a:cubicBezTo>
                  <a:lnTo>
                    <a:pt x="395" y="5"/>
                  </a:lnTo>
                  <a:cubicBezTo>
                    <a:pt x="322" y="5"/>
                    <a:pt x="249" y="0"/>
                    <a:pt x="176" y="0"/>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6"/>
            <p:cNvSpPr/>
            <p:nvPr/>
          </p:nvSpPr>
          <p:spPr>
            <a:xfrm>
              <a:off x="3629675" y="3317850"/>
              <a:ext cx="196275" cy="2225"/>
            </a:xfrm>
            <a:custGeom>
              <a:rect b="b" l="l" r="r" t="t"/>
              <a:pathLst>
                <a:path extrusionOk="0" h="89" w="7851">
                  <a:moveTo>
                    <a:pt x="44" y="0"/>
                  </a:moveTo>
                  <a:cubicBezTo>
                    <a:pt x="1" y="0"/>
                    <a:pt x="1" y="88"/>
                    <a:pt x="44" y="88"/>
                  </a:cubicBezTo>
                  <a:lnTo>
                    <a:pt x="7795" y="88"/>
                  </a:lnTo>
                  <a:cubicBezTo>
                    <a:pt x="7851" y="88"/>
                    <a:pt x="7851" y="0"/>
                    <a:pt x="7795" y="0"/>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8" name="Google Shape;458;p26"/>
          <p:cNvSpPr/>
          <p:nvPr/>
        </p:nvSpPr>
        <p:spPr>
          <a:xfrm rot="7802080">
            <a:off x="5238753" y="3308846"/>
            <a:ext cx="4195605" cy="2007300"/>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lt2"/>
            </a:solidFill>
            <a:prstDash val="lgDash"/>
            <a:round/>
            <a:headEnd len="med" w="med" type="none"/>
            <a:tailEnd len="med" w="med" type="none"/>
          </a:ln>
        </p:spPr>
      </p:sp>
      <p:sp>
        <p:nvSpPr>
          <p:cNvPr id="459" name="Google Shape;459;p26"/>
          <p:cNvSpPr/>
          <p:nvPr/>
        </p:nvSpPr>
        <p:spPr>
          <a:xfrm>
            <a:off x="6595800" y="-501775"/>
            <a:ext cx="3899475" cy="1866000"/>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lt2"/>
            </a:solidFill>
            <a:prstDash val="lgDash"/>
            <a:round/>
            <a:headEnd len="med" w="med" type="none"/>
            <a:tailEnd len="med" w="med" type="none"/>
          </a:ln>
        </p:spPr>
      </p:sp>
      <p:sp>
        <p:nvSpPr>
          <p:cNvPr id="460" name="Google Shape;460;p26"/>
          <p:cNvSpPr/>
          <p:nvPr/>
        </p:nvSpPr>
        <p:spPr>
          <a:xfrm>
            <a:off x="-551050" y="627750"/>
            <a:ext cx="964387" cy="1748853"/>
          </a:xfrm>
          <a:custGeom>
            <a:rect b="b" l="l" r="r" t="t"/>
            <a:pathLst>
              <a:path extrusionOk="0" h="44975" w="24801">
                <a:moveTo>
                  <a:pt x="0" y="0"/>
                </a:moveTo>
                <a:cubicBezTo>
                  <a:pt x="9939" y="2840"/>
                  <a:pt x="22701" y="8942"/>
                  <a:pt x="24402" y="19138"/>
                </a:cubicBezTo>
                <a:cubicBezTo>
                  <a:pt x="25999" y="28707"/>
                  <a:pt x="19683" y="40640"/>
                  <a:pt x="11004" y="44975"/>
                </a:cubicBezTo>
              </a:path>
            </a:pathLst>
          </a:custGeom>
          <a:noFill/>
          <a:ln cap="flat" cmpd="sng" w="9525">
            <a:solidFill>
              <a:schemeClr val="lt2"/>
            </a:solidFill>
            <a:prstDash val="lgDash"/>
            <a:round/>
            <a:headEnd len="med" w="med" type="none"/>
            <a:tailEnd len="med" w="med" type="none"/>
          </a:ln>
        </p:spPr>
      </p:sp>
      <p:sp>
        <p:nvSpPr>
          <p:cNvPr id="461" name="Google Shape;461;p26"/>
          <p:cNvSpPr/>
          <p:nvPr/>
        </p:nvSpPr>
        <p:spPr>
          <a:xfrm rot="-2700000">
            <a:off x="2523063" y="-602314"/>
            <a:ext cx="1119389" cy="1104828"/>
          </a:xfrm>
          <a:custGeom>
            <a:rect b="b" l="l" r="r" t="t"/>
            <a:pathLst>
              <a:path extrusionOk="0" h="27390" w="27751">
                <a:moveTo>
                  <a:pt x="27751" y="26316"/>
                </a:moveTo>
                <a:cubicBezTo>
                  <a:pt x="20672" y="29147"/>
                  <a:pt x="10504" y="26049"/>
                  <a:pt x="5741" y="20096"/>
                </a:cubicBezTo>
                <a:cubicBezTo>
                  <a:pt x="1388" y="14656"/>
                  <a:pt x="3113" y="6232"/>
                  <a:pt x="0" y="0"/>
                </a:cubicBezTo>
              </a:path>
            </a:pathLst>
          </a:custGeom>
          <a:noFill/>
          <a:ln cap="flat" cmpd="sng" w="9525">
            <a:solidFill>
              <a:schemeClr val="lt2"/>
            </a:solidFill>
            <a:prstDash val="lgDash"/>
            <a:round/>
            <a:headEnd len="med" w="med" type="none"/>
            <a:tailEnd len="med" w="med" type="none"/>
          </a:ln>
        </p:spPr>
      </p:sp>
      <p:sp>
        <p:nvSpPr>
          <p:cNvPr id="462" name="Google Shape;462;p26"/>
          <p:cNvSpPr/>
          <p:nvPr/>
        </p:nvSpPr>
        <p:spPr>
          <a:xfrm rot="10799680">
            <a:off x="-130646" y="4631436"/>
            <a:ext cx="4195445" cy="2007256"/>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lt2"/>
            </a:solidFill>
            <a:prstDash val="lgDash"/>
            <a:round/>
            <a:headEnd len="med" w="med" type="none"/>
            <a:tailEnd len="med" w="med" type="none"/>
          </a:ln>
        </p:spPr>
      </p:sp>
      <p:sp>
        <p:nvSpPr>
          <p:cNvPr id="463" name="Google Shape;463;p26"/>
          <p:cNvSpPr/>
          <p:nvPr/>
        </p:nvSpPr>
        <p:spPr>
          <a:xfrm>
            <a:off x="1039702" y="1056449"/>
            <a:ext cx="588829" cy="147316"/>
          </a:xfrm>
          <a:custGeom>
            <a:rect b="b" l="l" r="r" t="t"/>
            <a:pathLst>
              <a:path extrusionOk="0" h="1358" w="5428">
                <a:moveTo>
                  <a:pt x="3524" y="0"/>
                </a:moveTo>
                <a:cubicBezTo>
                  <a:pt x="3201" y="0"/>
                  <a:pt x="2890" y="197"/>
                  <a:pt x="2752" y="481"/>
                </a:cubicBezTo>
                <a:cubicBezTo>
                  <a:pt x="2587" y="352"/>
                  <a:pt x="2379" y="286"/>
                  <a:pt x="2173" y="286"/>
                </a:cubicBezTo>
                <a:cubicBezTo>
                  <a:pt x="2079" y="286"/>
                  <a:pt x="1986" y="300"/>
                  <a:pt x="1897" y="327"/>
                </a:cubicBezTo>
                <a:cubicBezTo>
                  <a:pt x="1601" y="426"/>
                  <a:pt x="1371" y="678"/>
                  <a:pt x="1294" y="963"/>
                </a:cubicBezTo>
                <a:cubicBezTo>
                  <a:pt x="1149" y="810"/>
                  <a:pt x="937" y="722"/>
                  <a:pt x="726" y="722"/>
                </a:cubicBezTo>
                <a:cubicBezTo>
                  <a:pt x="666" y="722"/>
                  <a:pt x="607" y="729"/>
                  <a:pt x="548" y="744"/>
                </a:cubicBezTo>
                <a:cubicBezTo>
                  <a:pt x="285" y="820"/>
                  <a:pt x="66" y="1040"/>
                  <a:pt x="0" y="1303"/>
                </a:cubicBezTo>
                <a:lnTo>
                  <a:pt x="5416" y="1358"/>
                </a:lnTo>
                <a:cubicBezTo>
                  <a:pt x="5428" y="1105"/>
                  <a:pt x="5296" y="842"/>
                  <a:pt x="5077" y="711"/>
                </a:cubicBezTo>
                <a:cubicBezTo>
                  <a:pt x="4972" y="648"/>
                  <a:pt x="4849" y="617"/>
                  <a:pt x="4726" y="617"/>
                </a:cubicBezTo>
                <a:cubicBezTo>
                  <a:pt x="4592" y="617"/>
                  <a:pt x="4456" y="653"/>
                  <a:pt x="4342" y="722"/>
                </a:cubicBezTo>
                <a:cubicBezTo>
                  <a:pt x="4287" y="360"/>
                  <a:pt x="3991" y="64"/>
                  <a:pt x="3640" y="9"/>
                </a:cubicBezTo>
                <a:cubicBezTo>
                  <a:pt x="3601" y="3"/>
                  <a:pt x="3563" y="0"/>
                  <a:pt x="35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6"/>
          <p:cNvSpPr/>
          <p:nvPr/>
        </p:nvSpPr>
        <p:spPr>
          <a:xfrm>
            <a:off x="8865552" y="2636886"/>
            <a:ext cx="588829" cy="147316"/>
          </a:xfrm>
          <a:custGeom>
            <a:rect b="b" l="l" r="r" t="t"/>
            <a:pathLst>
              <a:path extrusionOk="0" h="1358" w="5428">
                <a:moveTo>
                  <a:pt x="3524" y="0"/>
                </a:moveTo>
                <a:cubicBezTo>
                  <a:pt x="3201" y="0"/>
                  <a:pt x="2890" y="197"/>
                  <a:pt x="2752" y="481"/>
                </a:cubicBezTo>
                <a:cubicBezTo>
                  <a:pt x="2587" y="352"/>
                  <a:pt x="2379" y="286"/>
                  <a:pt x="2173" y="286"/>
                </a:cubicBezTo>
                <a:cubicBezTo>
                  <a:pt x="2079" y="286"/>
                  <a:pt x="1986" y="300"/>
                  <a:pt x="1897" y="327"/>
                </a:cubicBezTo>
                <a:cubicBezTo>
                  <a:pt x="1601" y="426"/>
                  <a:pt x="1371" y="678"/>
                  <a:pt x="1294" y="963"/>
                </a:cubicBezTo>
                <a:cubicBezTo>
                  <a:pt x="1149" y="810"/>
                  <a:pt x="937" y="722"/>
                  <a:pt x="726" y="722"/>
                </a:cubicBezTo>
                <a:cubicBezTo>
                  <a:pt x="666" y="722"/>
                  <a:pt x="607" y="729"/>
                  <a:pt x="548" y="744"/>
                </a:cubicBezTo>
                <a:cubicBezTo>
                  <a:pt x="285" y="820"/>
                  <a:pt x="66" y="1040"/>
                  <a:pt x="0" y="1303"/>
                </a:cubicBezTo>
                <a:lnTo>
                  <a:pt x="5416" y="1358"/>
                </a:lnTo>
                <a:cubicBezTo>
                  <a:pt x="5428" y="1105"/>
                  <a:pt x="5296" y="842"/>
                  <a:pt x="5077" y="711"/>
                </a:cubicBezTo>
                <a:cubicBezTo>
                  <a:pt x="4972" y="648"/>
                  <a:pt x="4849" y="617"/>
                  <a:pt x="4726" y="617"/>
                </a:cubicBezTo>
                <a:cubicBezTo>
                  <a:pt x="4592" y="617"/>
                  <a:pt x="4456" y="653"/>
                  <a:pt x="4342" y="722"/>
                </a:cubicBezTo>
                <a:cubicBezTo>
                  <a:pt x="4287" y="360"/>
                  <a:pt x="3991" y="64"/>
                  <a:pt x="3640" y="9"/>
                </a:cubicBezTo>
                <a:cubicBezTo>
                  <a:pt x="3601" y="3"/>
                  <a:pt x="3563" y="0"/>
                  <a:pt x="35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6"/>
          <p:cNvSpPr/>
          <p:nvPr/>
        </p:nvSpPr>
        <p:spPr>
          <a:xfrm>
            <a:off x="6442732" y="320521"/>
            <a:ext cx="679193" cy="170205"/>
          </a:xfrm>
          <a:custGeom>
            <a:rect b="b" l="l" r="r" t="t"/>
            <a:pathLst>
              <a:path extrusionOk="0" h="1569" w="6261">
                <a:moveTo>
                  <a:pt x="4049" y="1"/>
                </a:moveTo>
                <a:cubicBezTo>
                  <a:pt x="3686" y="1"/>
                  <a:pt x="3325" y="221"/>
                  <a:pt x="3169" y="560"/>
                </a:cubicBezTo>
                <a:cubicBezTo>
                  <a:pt x="2982" y="411"/>
                  <a:pt x="2745" y="333"/>
                  <a:pt x="2505" y="333"/>
                </a:cubicBezTo>
                <a:cubicBezTo>
                  <a:pt x="2392" y="333"/>
                  <a:pt x="2279" y="350"/>
                  <a:pt x="2171" y="385"/>
                </a:cubicBezTo>
                <a:cubicBezTo>
                  <a:pt x="1842" y="494"/>
                  <a:pt x="1579" y="779"/>
                  <a:pt x="1491" y="1120"/>
                </a:cubicBezTo>
                <a:cubicBezTo>
                  <a:pt x="1323" y="943"/>
                  <a:pt x="1084" y="837"/>
                  <a:pt x="843" y="837"/>
                </a:cubicBezTo>
                <a:cubicBezTo>
                  <a:pt x="770" y="837"/>
                  <a:pt x="697" y="847"/>
                  <a:pt x="625" y="867"/>
                </a:cubicBezTo>
                <a:cubicBezTo>
                  <a:pt x="319" y="944"/>
                  <a:pt x="66" y="1196"/>
                  <a:pt x="0" y="1503"/>
                </a:cubicBezTo>
                <a:lnTo>
                  <a:pt x="6239" y="1569"/>
                </a:lnTo>
                <a:cubicBezTo>
                  <a:pt x="6261" y="1273"/>
                  <a:pt x="6096" y="977"/>
                  <a:pt x="5844" y="823"/>
                </a:cubicBezTo>
                <a:cubicBezTo>
                  <a:pt x="5723" y="749"/>
                  <a:pt x="5581" y="714"/>
                  <a:pt x="5438" y="714"/>
                </a:cubicBezTo>
                <a:cubicBezTo>
                  <a:pt x="5285" y="714"/>
                  <a:pt x="5131" y="755"/>
                  <a:pt x="5000" y="835"/>
                </a:cubicBezTo>
                <a:cubicBezTo>
                  <a:pt x="4945" y="418"/>
                  <a:pt x="4594" y="67"/>
                  <a:pt x="4188" y="12"/>
                </a:cubicBezTo>
                <a:cubicBezTo>
                  <a:pt x="4142" y="4"/>
                  <a:pt x="4095" y="1"/>
                  <a:pt x="4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6"/>
          <p:cNvSpPr/>
          <p:nvPr/>
        </p:nvSpPr>
        <p:spPr>
          <a:xfrm>
            <a:off x="7369552" y="4478861"/>
            <a:ext cx="588829" cy="147316"/>
          </a:xfrm>
          <a:custGeom>
            <a:rect b="b" l="l" r="r" t="t"/>
            <a:pathLst>
              <a:path extrusionOk="0" h="1358" w="5428">
                <a:moveTo>
                  <a:pt x="3524" y="0"/>
                </a:moveTo>
                <a:cubicBezTo>
                  <a:pt x="3201" y="0"/>
                  <a:pt x="2890" y="197"/>
                  <a:pt x="2752" y="481"/>
                </a:cubicBezTo>
                <a:cubicBezTo>
                  <a:pt x="2587" y="352"/>
                  <a:pt x="2379" y="286"/>
                  <a:pt x="2173" y="286"/>
                </a:cubicBezTo>
                <a:cubicBezTo>
                  <a:pt x="2079" y="286"/>
                  <a:pt x="1986" y="300"/>
                  <a:pt x="1897" y="327"/>
                </a:cubicBezTo>
                <a:cubicBezTo>
                  <a:pt x="1601" y="426"/>
                  <a:pt x="1371" y="678"/>
                  <a:pt x="1294" y="963"/>
                </a:cubicBezTo>
                <a:cubicBezTo>
                  <a:pt x="1149" y="810"/>
                  <a:pt x="937" y="722"/>
                  <a:pt x="726" y="722"/>
                </a:cubicBezTo>
                <a:cubicBezTo>
                  <a:pt x="666" y="722"/>
                  <a:pt x="607" y="729"/>
                  <a:pt x="548" y="744"/>
                </a:cubicBezTo>
                <a:cubicBezTo>
                  <a:pt x="285" y="820"/>
                  <a:pt x="66" y="1040"/>
                  <a:pt x="0" y="1303"/>
                </a:cubicBezTo>
                <a:lnTo>
                  <a:pt x="5416" y="1358"/>
                </a:lnTo>
                <a:cubicBezTo>
                  <a:pt x="5428" y="1105"/>
                  <a:pt x="5296" y="842"/>
                  <a:pt x="5077" y="711"/>
                </a:cubicBezTo>
                <a:cubicBezTo>
                  <a:pt x="4972" y="648"/>
                  <a:pt x="4849" y="617"/>
                  <a:pt x="4726" y="617"/>
                </a:cubicBezTo>
                <a:cubicBezTo>
                  <a:pt x="4592" y="617"/>
                  <a:pt x="4456" y="653"/>
                  <a:pt x="4342" y="722"/>
                </a:cubicBezTo>
                <a:cubicBezTo>
                  <a:pt x="4287" y="360"/>
                  <a:pt x="3991" y="64"/>
                  <a:pt x="3640" y="9"/>
                </a:cubicBezTo>
                <a:cubicBezTo>
                  <a:pt x="3601" y="3"/>
                  <a:pt x="3563" y="0"/>
                  <a:pt x="35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6"/>
          <p:cNvSpPr/>
          <p:nvPr/>
        </p:nvSpPr>
        <p:spPr>
          <a:xfrm>
            <a:off x="-175498" y="3254536"/>
            <a:ext cx="588829" cy="147316"/>
          </a:xfrm>
          <a:custGeom>
            <a:rect b="b" l="l" r="r" t="t"/>
            <a:pathLst>
              <a:path extrusionOk="0" h="1358" w="5428">
                <a:moveTo>
                  <a:pt x="3524" y="0"/>
                </a:moveTo>
                <a:cubicBezTo>
                  <a:pt x="3201" y="0"/>
                  <a:pt x="2890" y="197"/>
                  <a:pt x="2752" y="481"/>
                </a:cubicBezTo>
                <a:cubicBezTo>
                  <a:pt x="2587" y="352"/>
                  <a:pt x="2379" y="286"/>
                  <a:pt x="2173" y="286"/>
                </a:cubicBezTo>
                <a:cubicBezTo>
                  <a:pt x="2079" y="286"/>
                  <a:pt x="1986" y="300"/>
                  <a:pt x="1897" y="327"/>
                </a:cubicBezTo>
                <a:cubicBezTo>
                  <a:pt x="1601" y="426"/>
                  <a:pt x="1371" y="678"/>
                  <a:pt x="1294" y="963"/>
                </a:cubicBezTo>
                <a:cubicBezTo>
                  <a:pt x="1149" y="810"/>
                  <a:pt x="937" y="722"/>
                  <a:pt x="726" y="722"/>
                </a:cubicBezTo>
                <a:cubicBezTo>
                  <a:pt x="666" y="722"/>
                  <a:pt x="607" y="729"/>
                  <a:pt x="548" y="744"/>
                </a:cubicBezTo>
                <a:cubicBezTo>
                  <a:pt x="285" y="820"/>
                  <a:pt x="66" y="1040"/>
                  <a:pt x="0" y="1303"/>
                </a:cubicBezTo>
                <a:lnTo>
                  <a:pt x="5416" y="1358"/>
                </a:lnTo>
                <a:cubicBezTo>
                  <a:pt x="5428" y="1105"/>
                  <a:pt x="5296" y="842"/>
                  <a:pt x="5077" y="711"/>
                </a:cubicBezTo>
                <a:cubicBezTo>
                  <a:pt x="4972" y="648"/>
                  <a:pt x="4849" y="617"/>
                  <a:pt x="4726" y="617"/>
                </a:cubicBezTo>
                <a:cubicBezTo>
                  <a:pt x="4592" y="617"/>
                  <a:pt x="4456" y="653"/>
                  <a:pt x="4342" y="722"/>
                </a:cubicBezTo>
                <a:cubicBezTo>
                  <a:pt x="4287" y="360"/>
                  <a:pt x="3991" y="64"/>
                  <a:pt x="3640" y="9"/>
                </a:cubicBezTo>
                <a:cubicBezTo>
                  <a:pt x="3601" y="3"/>
                  <a:pt x="3563" y="0"/>
                  <a:pt x="35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8" name="Google Shape;468;p26"/>
          <p:cNvGrpSpPr/>
          <p:nvPr/>
        </p:nvGrpSpPr>
        <p:grpSpPr>
          <a:xfrm flipH="1">
            <a:off x="8622323" y="1203763"/>
            <a:ext cx="416587" cy="596813"/>
            <a:chOff x="8555949" y="806163"/>
            <a:chExt cx="416587" cy="596813"/>
          </a:xfrm>
        </p:grpSpPr>
        <p:sp>
          <p:nvSpPr>
            <p:cNvPr id="469" name="Google Shape;469;p26"/>
            <p:cNvSpPr/>
            <p:nvPr/>
          </p:nvSpPr>
          <p:spPr>
            <a:xfrm>
              <a:off x="8630075" y="984025"/>
              <a:ext cx="135900" cy="135900"/>
            </a:xfrm>
            <a:prstGeom prst="plus">
              <a:avLst>
                <a:gd fmla="val 4390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6"/>
            <p:cNvSpPr/>
            <p:nvPr/>
          </p:nvSpPr>
          <p:spPr>
            <a:xfrm>
              <a:off x="8862861" y="1309675"/>
              <a:ext cx="93300" cy="93300"/>
            </a:xfrm>
            <a:prstGeom prst="ellipse">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6"/>
            <p:cNvSpPr/>
            <p:nvPr/>
          </p:nvSpPr>
          <p:spPr>
            <a:xfrm>
              <a:off x="8879236" y="806163"/>
              <a:ext cx="93300" cy="93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6"/>
            <p:cNvSpPr/>
            <p:nvPr/>
          </p:nvSpPr>
          <p:spPr>
            <a:xfrm>
              <a:off x="8555949" y="1267400"/>
              <a:ext cx="54900" cy="54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3" name="Google Shape;473;p26"/>
          <p:cNvGrpSpPr/>
          <p:nvPr/>
        </p:nvGrpSpPr>
        <p:grpSpPr>
          <a:xfrm flipH="1">
            <a:off x="413323" y="1758575"/>
            <a:ext cx="400212" cy="418950"/>
            <a:chOff x="8555949" y="984025"/>
            <a:chExt cx="400212" cy="418950"/>
          </a:xfrm>
        </p:grpSpPr>
        <p:sp>
          <p:nvSpPr>
            <p:cNvPr id="474" name="Google Shape;474;p26"/>
            <p:cNvSpPr/>
            <p:nvPr/>
          </p:nvSpPr>
          <p:spPr>
            <a:xfrm>
              <a:off x="8630075" y="984025"/>
              <a:ext cx="135900" cy="135900"/>
            </a:xfrm>
            <a:prstGeom prst="plus">
              <a:avLst>
                <a:gd fmla="val 4390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6"/>
            <p:cNvSpPr/>
            <p:nvPr/>
          </p:nvSpPr>
          <p:spPr>
            <a:xfrm>
              <a:off x="8862861" y="1309675"/>
              <a:ext cx="93300" cy="93300"/>
            </a:xfrm>
            <a:prstGeom prst="ellipse">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6"/>
            <p:cNvSpPr/>
            <p:nvPr/>
          </p:nvSpPr>
          <p:spPr>
            <a:xfrm>
              <a:off x="8555949" y="1267400"/>
              <a:ext cx="54900" cy="54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7" name="Google Shape;477;p26"/>
          <p:cNvGrpSpPr/>
          <p:nvPr/>
        </p:nvGrpSpPr>
        <p:grpSpPr>
          <a:xfrm>
            <a:off x="8402289" y="4373147"/>
            <a:ext cx="461594" cy="461695"/>
            <a:chOff x="3601725" y="3116375"/>
            <a:chExt cx="253275" cy="253400"/>
          </a:xfrm>
        </p:grpSpPr>
        <p:sp>
          <p:nvSpPr>
            <p:cNvPr id="478" name="Google Shape;478;p26"/>
            <p:cNvSpPr/>
            <p:nvPr/>
          </p:nvSpPr>
          <p:spPr>
            <a:xfrm>
              <a:off x="3601725" y="3116650"/>
              <a:ext cx="251900" cy="252200"/>
            </a:xfrm>
            <a:custGeom>
              <a:rect b="b" l="l" r="r" t="t"/>
              <a:pathLst>
                <a:path extrusionOk="0" h="10088" w="10076">
                  <a:moveTo>
                    <a:pt x="5044" y="1"/>
                  </a:moveTo>
                  <a:cubicBezTo>
                    <a:pt x="2259" y="1"/>
                    <a:pt x="0" y="2259"/>
                    <a:pt x="0" y="5044"/>
                  </a:cubicBezTo>
                  <a:cubicBezTo>
                    <a:pt x="0" y="7829"/>
                    <a:pt x="2259" y="10088"/>
                    <a:pt x="5044" y="10088"/>
                  </a:cubicBezTo>
                  <a:cubicBezTo>
                    <a:pt x="7817" y="10088"/>
                    <a:pt x="10076" y="7829"/>
                    <a:pt x="10076" y="5044"/>
                  </a:cubicBezTo>
                  <a:cubicBezTo>
                    <a:pt x="10076" y="2259"/>
                    <a:pt x="7817" y="1"/>
                    <a:pt x="5044"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6"/>
            <p:cNvSpPr/>
            <p:nvPr/>
          </p:nvSpPr>
          <p:spPr>
            <a:xfrm>
              <a:off x="3623650" y="3116400"/>
              <a:ext cx="105275" cy="252200"/>
            </a:xfrm>
            <a:custGeom>
              <a:rect b="b" l="l" r="r" t="t"/>
              <a:pathLst>
                <a:path extrusionOk="0" h="10088" w="4211">
                  <a:moveTo>
                    <a:pt x="4046" y="0"/>
                  </a:moveTo>
                  <a:cubicBezTo>
                    <a:pt x="3180" y="88"/>
                    <a:pt x="2368" y="406"/>
                    <a:pt x="1721" y="976"/>
                  </a:cubicBezTo>
                  <a:cubicBezTo>
                    <a:pt x="1184" y="1448"/>
                    <a:pt x="768" y="2050"/>
                    <a:pt x="493" y="2708"/>
                  </a:cubicBezTo>
                  <a:cubicBezTo>
                    <a:pt x="77" y="3706"/>
                    <a:pt x="0" y="4813"/>
                    <a:pt x="164" y="5877"/>
                  </a:cubicBezTo>
                  <a:cubicBezTo>
                    <a:pt x="329" y="6886"/>
                    <a:pt x="691" y="7872"/>
                    <a:pt x="1348" y="8662"/>
                  </a:cubicBezTo>
                  <a:cubicBezTo>
                    <a:pt x="1962" y="9407"/>
                    <a:pt x="2839" y="9956"/>
                    <a:pt x="3804" y="10065"/>
                  </a:cubicBezTo>
                  <a:cubicBezTo>
                    <a:pt x="3925" y="10087"/>
                    <a:pt x="4046" y="10087"/>
                    <a:pt x="4167" y="10087"/>
                  </a:cubicBezTo>
                  <a:cubicBezTo>
                    <a:pt x="4210" y="10087"/>
                    <a:pt x="4210" y="10010"/>
                    <a:pt x="4167" y="10010"/>
                  </a:cubicBezTo>
                  <a:cubicBezTo>
                    <a:pt x="3202" y="9999"/>
                    <a:pt x="2291" y="9539"/>
                    <a:pt x="1623" y="8859"/>
                  </a:cubicBezTo>
                  <a:cubicBezTo>
                    <a:pt x="932" y="8136"/>
                    <a:pt x="515" y="7181"/>
                    <a:pt x="307" y="6206"/>
                  </a:cubicBezTo>
                  <a:cubicBezTo>
                    <a:pt x="99" y="5186"/>
                    <a:pt x="110" y="4111"/>
                    <a:pt x="427" y="3114"/>
                  </a:cubicBezTo>
                  <a:cubicBezTo>
                    <a:pt x="658" y="2423"/>
                    <a:pt x="1041" y="1765"/>
                    <a:pt x="1557" y="1239"/>
                  </a:cubicBezTo>
                  <a:cubicBezTo>
                    <a:pt x="2127" y="658"/>
                    <a:pt x="2873" y="274"/>
                    <a:pt x="3673" y="132"/>
                  </a:cubicBezTo>
                  <a:cubicBezTo>
                    <a:pt x="3794" y="110"/>
                    <a:pt x="3925" y="99"/>
                    <a:pt x="4046" y="88"/>
                  </a:cubicBezTo>
                  <a:cubicBezTo>
                    <a:pt x="4101" y="77"/>
                    <a:pt x="4101" y="0"/>
                    <a:pt x="4046"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6"/>
            <p:cNvSpPr/>
            <p:nvPr/>
          </p:nvSpPr>
          <p:spPr>
            <a:xfrm>
              <a:off x="3665575" y="3116475"/>
              <a:ext cx="64850" cy="253300"/>
            </a:xfrm>
            <a:custGeom>
              <a:rect b="b" l="l" r="r" t="t"/>
              <a:pathLst>
                <a:path extrusionOk="0" h="10132" w="2594">
                  <a:moveTo>
                    <a:pt x="2369" y="0"/>
                  </a:moveTo>
                  <a:cubicBezTo>
                    <a:pt x="2362" y="0"/>
                    <a:pt x="2354" y="2"/>
                    <a:pt x="2347" y="8"/>
                  </a:cubicBezTo>
                  <a:cubicBezTo>
                    <a:pt x="1733" y="359"/>
                    <a:pt x="1240" y="940"/>
                    <a:pt x="856" y="1543"/>
                  </a:cubicBezTo>
                  <a:cubicBezTo>
                    <a:pt x="670" y="1839"/>
                    <a:pt x="505" y="2157"/>
                    <a:pt x="385" y="2486"/>
                  </a:cubicBezTo>
                  <a:cubicBezTo>
                    <a:pt x="242" y="2880"/>
                    <a:pt x="165" y="3297"/>
                    <a:pt x="110" y="3703"/>
                  </a:cubicBezTo>
                  <a:cubicBezTo>
                    <a:pt x="0" y="4580"/>
                    <a:pt x="22" y="5479"/>
                    <a:pt x="99" y="6356"/>
                  </a:cubicBezTo>
                  <a:cubicBezTo>
                    <a:pt x="143" y="6784"/>
                    <a:pt x="209" y="7212"/>
                    <a:pt x="307" y="7639"/>
                  </a:cubicBezTo>
                  <a:cubicBezTo>
                    <a:pt x="406" y="8012"/>
                    <a:pt x="527" y="8406"/>
                    <a:pt x="735" y="8747"/>
                  </a:cubicBezTo>
                  <a:cubicBezTo>
                    <a:pt x="1141" y="9415"/>
                    <a:pt x="1810" y="9853"/>
                    <a:pt x="2533" y="10128"/>
                  </a:cubicBezTo>
                  <a:cubicBezTo>
                    <a:pt x="2539" y="10131"/>
                    <a:pt x="2544" y="10132"/>
                    <a:pt x="2548" y="10132"/>
                  </a:cubicBezTo>
                  <a:cubicBezTo>
                    <a:pt x="2582" y="10132"/>
                    <a:pt x="2594" y="10070"/>
                    <a:pt x="2555" y="10051"/>
                  </a:cubicBezTo>
                  <a:cubicBezTo>
                    <a:pt x="1919" y="9810"/>
                    <a:pt x="1305" y="9426"/>
                    <a:pt x="911" y="8867"/>
                  </a:cubicBezTo>
                  <a:cubicBezTo>
                    <a:pt x="691" y="8549"/>
                    <a:pt x="560" y="8198"/>
                    <a:pt x="450" y="7848"/>
                  </a:cubicBezTo>
                  <a:cubicBezTo>
                    <a:pt x="329" y="7441"/>
                    <a:pt x="253" y="7014"/>
                    <a:pt x="209" y="6598"/>
                  </a:cubicBezTo>
                  <a:cubicBezTo>
                    <a:pt x="110" y="5764"/>
                    <a:pt x="88" y="4898"/>
                    <a:pt x="154" y="4054"/>
                  </a:cubicBezTo>
                  <a:cubicBezTo>
                    <a:pt x="187" y="3615"/>
                    <a:pt x="263" y="3187"/>
                    <a:pt x="373" y="2771"/>
                  </a:cubicBezTo>
                  <a:cubicBezTo>
                    <a:pt x="472" y="2442"/>
                    <a:pt x="614" y="2124"/>
                    <a:pt x="779" y="1817"/>
                  </a:cubicBezTo>
                  <a:cubicBezTo>
                    <a:pt x="987" y="1467"/>
                    <a:pt x="1228" y="1126"/>
                    <a:pt x="1503" y="819"/>
                  </a:cubicBezTo>
                  <a:cubicBezTo>
                    <a:pt x="1755" y="534"/>
                    <a:pt x="2051" y="271"/>
                    <a:pt x="2390" y="74"/>
                  </a:cubicBezTo>
                  <a:cubicBezTo>
                    <a:pt x="2427" y="56"/>
                    <a:pt x="2403" y="0"/>
                    <a:pt x="2369"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26"/>
            <p:cNvSpPr/>
            <p:nvPr/>
          </p:nvSpPr>
          <p:spPr>
            <a:xfrm>
              <a:off x="3721225" y="3116450"/>
              <a:ext cx="8925" cy="252125"/>
            </a:xfrm>
            <a:custGeom>
              <a:rect b="b" l="l" r="r" t="t"/>
              <a:pathLst>
                <a:path extrusionOk="0" h="10085" w="357">
                  <a:moveTo>
                    <a:pt x="143" y="1"/>
                  </a:moveTo>
                  <a:cubicBezTo>
                    <a:pt x="121" y="1"/>
                    <a:pt x="99" y="15"/>
                    <a:pt x="99" y="42"/>
                  </a:cubicBezTo>
                  <a:cubicBezTo>
                    <a:pt x="33" y="1336"/>
                    <a:pt x="0" y="2640"/>
                    <a:pt x="0" y="3934"/>
                  </a:cubicBezTo>
                  <a:cubicBezTo>
                    <a:pt x="0" y="5250"/>
                    <a:pt x="33" y="6565"/>
                    <a:pt x="110" y="7881"/>
                  </a:cubicBezTo>
                  <a:cubicBezTo>
                    <a:pt x="154" y="8605"/>
                    <a:pt x="208" y="9328"/>
                    <a:pt x="274" y="10052"/>
                  </a:cubicBezTo>
                  <a:cubicBezTo>
                    <a:pt x="274" y="10074"/>
                    <a:pt x="296" y="10085"/>
                    <a:pt x="317" y="10085"/>
                  </a:cubicBezTo>
                  <a:cubicBezTo>
                    <a:pt x="337" y="10085"/>
                    <a:pt x="357" y="10074"/>
                    <a:pt x="351" y="10052"/>
                  </a:cubicBezTo>
                  <a:cubicBezTo>
                    <a:pt x="230" y="8758"/>
                    <a:pt x="154" y="7464"/>
                    <a:pt x="110" y="6160"/>
                  </a:cubicBezTo>
                  <a:cubicBezTo>
                    <a:pt x="77" y="4844"/>
                    <a:pt x="77" y="3529"/>
                    <a:pt x="99" y="2213"/>
                  </a:cubicBezTo>
                  <a:cubicBezTo>
                    <a:pt x="121" y="1489"/>
                    <a:pt x="143" y="766"/>
                    <a:pt x="186" y="42"/>
                  </a:cubicBezTo>
                  <a:cubicBezTo>
                    <a:pt x="186" y="15"/>
                    <a:pt x="164" y="1"/>
                    <a:pt x="143"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26"/>
            <p:cNvSpPr/>
            <p:nvPr/>
          </p:nvSpPr>
          <p:spPr>
            <a:xfrm>
              <a:off x="3724325" y="3116375"/>
              <a:ext cx="72025" cy="253275"/>
            </a:xfrm>
            <a:custGeom>
              <a:rect b="b" l="l" r="r" t="t"/>
              <a:pathLst>
                <a:path extrusionOk="0" h="10131" w="2881">
                  <a:moveTo>
                    <a:pt x="63" y="0"/>
                  </a:moveTo>
                  <a:cubicBezTo>
                    <a:pt x="16" y="0"/>
                    <a:pt x="0" y="69"/>
                    <a:pt x="52" y="89"/>
                  </a:cubicBezTo>
                  <a:cubicBezTo>
                    <a:pt x="688" y="352"/>
                    <a:pt x="1246" y="791"/>
                    <a:pt x="1653" y="1350"/>
                  </a:cubicBezTo>
                  <a:cubicBezTo>
                    <a:pt x="2080" y="1931"/>
                    <a:pt x="2354" y="2599"/>
                    <a:pt x="2530" y="3291"/>
                  </a:cubicBezTo>
                  <a:cubicBezTo>
                    <a:pt x="2716" y="4069"/>
                    <a:pt x="2793" y="4902"/>
                    <a:pt x="2716" y="5691"/>
                  </a:cubicBezTo>
                  <a:cubicBezTo>
                    <a:pt x="2650" y="6503"/>
                    <a:pt x="2387" y="7281"/>
                    <a:pt x="1981" y="7994"/>
                  </a:cubicBezTo>
                  <a:cubicBezTo>
                    <a:pt x="1521" y="8794"/>
                    <a:pt x="896" y="9496"/>
                    <a:pt x="161" y="10066"/>
                  </a:cubicBezTo>
                  <a:cubicBezTo>
                    <a:pt x="127" y="10092"/>
                    <a:pt x="160" y="10131"/>
                    <a:pt x="191" y="10131"/>
                  </a:cubicBezTo>
                  <a:cubicBezTo>
                    <a:pt x="200" y="10131"/>
                    <a:pt x="209" y="10128"/>
                    <a:pt x="216" y="10121"/>
                  </a:cubicBezTo>
                  <a:cubicBezTo>
                    <a:pt x="874" y="9606"/>
                    <a:pt x="1455" y="8980"/>
                    <a:pt x="1904" y="8279"/>
                  </a:cubicBezTo>
                  <a:cubicBezTo>
                    <a:pt x="2343" y="7577"/>
                    <a:pt x="2650" y="6788"/>
                    <a:pt x="2771" y="5966"/>
                  </a:cubicBezTo>
                  <a:cubicBezTo>
                    <a:pt x="2881" y="5165"/>
                    <a:pt x="2825" y="4310"/>
                    <a:pt x="2661" y="3520"/>
                  </a:cubicBezTo>
                  <a:cubicBezTo>
                    <a:pt x="2508" y="2797"/>
                    <a:pt x="2255" y="2085"/>
                    <a:pt x="1839" y="1471"/>
                  </a:cubicBezTo>
                  <a:cubicBezTo>
                    <a:pt x="1455" y="900"/>
                    <a:pt x="929" y="418"/>
                    <a:pt x="304" y="111"/>
                  </a:cubicBezTo>
                  <a:cubicBezTo>
                    <a:pt x="227" y="78"/>
                    <a:pt x="150" y="34"/>
                    <a:pt x="74" y="1"/>
                  </a:cubicBezTo>
                  <a:cubicBezTo>
                    <a:pt x="70" y="1"/>
                    <a:pt x="66" y="0"/>
                    <a:pt x="63"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26"/>
            <p:cNvSpPr/>
            <p:nvPr/>
          </p:nvSpPr>
          <p:spPr>
            <a:xfrm>
              <a:off x="3724500" y="3116400"/>
              <a:ext cx="107475" cy="253300"/>
            </a:xfrm>
            <a:custGeom>
              <a:rect b="b" l="l" r="r" t="t"/>
              <a:pathLst>
                <a:path extrusionOk="0" h="10132" w="4299">
                  <a:moveTo>
                    <a:pt x="55" y="0"/>
                  </a:moveTo>
                  <a:cubicBezTo>
                    <a:pt x="1" y="0"/>
                    <a:pt x="1" y="88"/>
                    <a:pt x="55" y="88"/>
                  </a:cubicBezTo>
                  <a:cubicBezTo>
                    <a:pt x="440" y="88"/>
                    <a:pt x="823" y="186"/>
                    <a:pt x="1174" y="329"/>
                  </a:cubicBezTo>
                  <a:cubicBezTo>
                    <a:pt x="1580" y="483"/>
                    <a:pt x="1974" y="702"/>
                    <a:pt x="2325" y="954"/>
                  </a:cubicBezTo>
                  <a:cubicBezTo>
                    <a:pt x="2665" y="1185"/>
                    <a:pt x="2994" y="1470"/>
                    <a:pt x="3257" y="1787"/>
                  </a:cubicBezTo>
                  <a:cubicBezTo>
                    <a:pt x="3542" y="2138"/>
                    <a:pt x="3739" y="2555"/>
                    <a:pt x="3871" y="2983"/>
                  </a:cubicBezTo>
                  <a:cubicBezTo>
                    <a:pt x="4189" y="3947"/>
                    <a:pt x="4200" y="5010"/>
                    <a:pt x="4024" y="6009"/>
                  </a:cubicBezTo>
                  <a:cubicBezTo>
                    <a:pt x="3860" y="6962"/>
                    <a:pt x="3498" y="7960"/>
                    <a:pt x="2840" y="8684"/>
                  </a:cubicBezTo>
                  <a:cubicBezTo>
                    <a:pt x="2238" y="9352"/>
                    <a:pt x="1382" y="9824"/>
                    <a:pt x="505" y="10010"/>
                  </a:cubicBezTo>
                  <a:cubicBezTo>
                    <a:pt x="396" y="10021"/>
                    <a:pt x="297" y="10043"/>
                    <a:pt x="187" y="10054"/>
                  </a:cubicBezTo>
                  <a:cubicBezTo>
                    <a:pt x="136" y="10054"/>
                    <a:pt x="133" y="10132"/>
                    <a:pt x="178" y="10132"/>
                  </a:cubicBezTo>
                  <a:cubicBezTo>
                    <a:pt x="181" y="10132"/>
                    <a:pt x="184" y="10132"/>
                    <a:pt x="187" y="10131"/>
                  </a:cubicBezTo>
                  <a:cubicBezTo>
                    <a:pt x="1086" y="10043"/>
                    <a:pt x="1985" y="9605"/>
                    <a:pt x="2654" y="8991"/>
                  </a:cubicBezTo>
                  <a:cubicBezTo>
                    <a:pt x="3388" y="8322"/>
                    <a:pt x="3805" y="7357"/>
                    <a:pt x="4024" y="6403"/>
                  </a:cubicBezTo>
                  <a:cubicBezTo>
                    <a:pt x="4255" y="5405"/>
                    <a:pt x="4299" y="4331"/>
                    <a:pt x="4058" y="3322"/>
                  </a:cubicBezTo>
                  <a:cubicBezTo>
                    <a:pt x="3937" y="2851"/>
                    <a:pt x="3761" y="2369"/>
                    <a:pt x="3487" y="1974"/>
                  </a:cubicBezTo>
                  <a:cubicBezTo>
                    <a:pt x="3257" y="1634"/>
                    <a:pt x="2961" y="1338"/>
                    <a:pt x="2643" y="1085"/>
                  </a:cubicBezTo>
                  <a:cubicBezTo>
                    <a:pt x="2292" y="812"/>
                    <a:pt x="1909" y="571"/>
                    <a:pt x="1503" y="373"/>
                  </a:cubicBezTo>
                  <a:cubicBezTo>
                    <a:pt x="1130" y="208"/>
                    <a:pt x="735" y="66"/>
                    <a:pt x="330" y="22"/>
                  </a:cubicBezTo>
                  <a:cubicBezTo>
                    <a:pt x="231" y="11"/>
                    <a:pt x="143" y="0"/>
                    <a:pt x="55"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6"/>
            <p:cNvSpPr/>
            <p:nvPr/>
          </p:nvSpPr>
          <p:spPr>
            <a:xfrm>
              <a:off x="3601975" y="3246875"/>
              <a:ext cx="253025" cy="1925"/>
            </a:xfrm>
            <a:custGeom>
              <a:rect b="b" l="l" r="r" t="t"/>
              <a:pathLst>
                <a:path extrusionOk="0" h="77" w="10121">
                  <a:moveTo>
                    <a:pt x="45" y="0"/>
                  </a:moveTo>
                  <a:cubicBezTo>
                    <a:pt x="1" y="0"/>
                    <a:pt x="1" y="77"/>
                    <a:pt x="45" y="77"/>
                  </a:cubicBezTo>
                  <a:lnTo>
                    <a:pt x="10066" y="77"/>
                  </a:lnTo>
                  <a:cubicBezTo>
                    <a:pt x="10121" y="77"/>
                    <a:pt x="10121" y="0"/>
                    <a:pt x="10066"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26"/>
            <p:cNvSpPr/>
            <p:nvPr/>
          </p:nvSpPr>
          <p:spPr>
            <a:xfrm>
              <a:off x="3621175" y="3175750"/>
              <a:ext cx="212450" cy="2175"/>
            </a:xfrm>
            <a:custGeom>
              <a:rect b="b" l="l" r="r" t="t"/>
              <a:pathLst>
                <a:path extrusionOk="0" h="87" w="8498">
                  <a:moveTo>
                    <a:pt x="176" y="0"/>
                  </a:moveTo>
                  <a:cubicBezTo>
                    <a:pt x="139" y="0"/>
                    <a:pt x="103" y="2"/>
                    <a:pt x="66" y="5"/>
                  </a:cubicBezTo>
                  <a:lnTo>
                    <a:pt x="55" y="5"/>
                  </a:lnTo>
                  <a:cubicBezTo>
                    <a:pt x="0" y="5"/>
                    <a:pt x="0" y="82"/>
                    <a:pt x="55" y="82"/>
                  </a:cubicBezTo>
                  <a:lnTo>
                    <a:pt x="8103" y="82"/>
                  </a:lnTo>
                  <a:cubicBezTo>
                    <a:pt x="8176" y="82"/>
                    <a:pt x="8249" y="87"/>
                    <a:pt x="8322" y="87"/>
                  </a:cubicBezTo>
                  <a:cubicBezTo>
                    <a:pt x="8359" y="87"/>
                    <a:pt x="8395" y="86"/>
                    <a:pt x="8432" y="82"/>
                  </a:cubicBezTo>
                  <a:lnTo>
                    <a:pt x="8442" y="82"/>
                  </a:lnTo>
                  <a:cubicBezTo>
                    <a:pt x="8498" y="82"/>
                    <a:pt x="8498" y="5"/>
                    <a:pt x="8442" y="5"/>
                  </a:cubicBezTo>
                  <a:lnTo>
                    <a:pt x="395" y="5"/>
                  </a:lnTo>
                  <a:cubicBezTo>
                    <a:pt x="322" y="5"/>
                    <a:pt x="249" y="0"/>
                    <a:pt x="176"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6"/>
            <p:cNvSpPr/>
            <p:nvPr/>
          </p:nvSpPr>
          <p:spPr>
            <a:xfrm>
              <a:off x="3629675" y="3317850"/>
              <a:ext cx="196275" cy="2225"/>
            </a:xfrm>
            <a:custGeom>
              <a:rect b="b" l="l" r="r" t="t"/>
              <a:pathLst>
                <a:path extrusionOk="0" h="89" w="7851">
                  <a:moveTo>
                    <a:pt x="44" y="0"/>
                  </a:moveTo>
                  <a:cubicBezTo>
                    <a:pt x="1" y="0"/>
                    <a:pt x="1" y="88"/>
                    <a:pt x="44" y="88"/>
                  </a:cubicBezTo>
                  <a:lnTo>
                    <a:pt x="7795" y="88"/>
                  </a:lnTo>
                  <a:cubicBezTo>
                    <a:pt x="7851" y="88"/>
                    <a:pt x="7851" y="0"/>
                    <a:pt x="7795"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7" name="Google Shape;487;p26"/>
          <p:cNvGrpSpPr/>
          <p:nvPr/>
        </p:nvGrpSpPr>
        <p:grpSpPr>
          <a:xfrm>
            <a:off x="280239" y="308647"/>
            <a:ext cx="461594" cy="461695"/>
            <a:chOff x="3601725" y="3116375"/>
            <a:chExt cx="253275" cy="253400"/>
          </a:xfrm>
        </p:grpSpPr>
        <p:sp>
          <p:nvSpPr>
            <p:cNvPr id="488" name="Google Shape;488;p26"/>
            <p:cNvSpPr/>
            <p:nvPr/>
          </p:nvSpPr>
          <p:spPr>
            <a:xfrm>
              <a:off x="3601725" y="3116650"/>
              <a:ext cx="251900" cy="252200"/>
            </a:xfrm>
            <a:custGeom>
              <a:rect b="b" l="l" r="r" t="t"/>
              <a:pathLst>
                <a:path extrusionOk="0" h="10088" w="10076">
                  <a:moveTo>
                    <a:pt x="5044" y="1"/>
                  </a:moveTo>
                  <a:cubicBezTo>
                    <a:pt x="2259" y="1"/>
                    <a:pt x="0" y="2259"/>
                    <a:pt x="0" y="5044"/>
                  </a:cubicBezTo>
                  <a:cubicBezTo>
                    <a:pt x="0" y="7829"/>
                    <a:pt x="2259" y="10088"/>
                    <a:pt x="5044" y="10088"/>
                  </a:cubicBezTo>
                  <a:cubicBezTo>
                    <a:pt x="7817" y="10088"/>
                    <a:pt x="10076" y="7829"/>
                    <a:pt x="10076" y="5044"/>
                  </a:cubicBezTo>
                  <a:cubicBezTo>
                    <a:pt x="10076" y="2259"/>
                    <a:pt x="7817" y="1"/>
                    <a:pt x="5044"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6"/>
            <p:cNvSpPr/>
            <p:nvPr/>
          </p:nvSpPr>
          <p:spPr>
            <a:xfrm>
              <a:off x="3623650" y="3116400"/>
              <a:ext cx="105275" cy="252200"/>
            </a:xfrm>
            <a:custGeom>
              <a:rect b="b" l="l" r="r" t="t"/>
              <a:pathLst>
                <a:path extrusionOk="0" h="10088" w="4211">
                  <a:moveTo>
                    <a:pt x="4046" y="0"/>
                  </a:moveTo>
                  <a:cubicBezTo>
                    <a:pt x="3180" y="88"/>
                    <a:pt x="2368" y="406"/>
                    <a:pt x="1721" y="976"/>
                  </a:cubicBezTo>
                  <a:cubicBezTo>
                    <a:pt x="1184" y="1448"/>
                    <a:pt x="768" y="2050"/>
                    <a:pt x="493" y="2708"/>
                  </a:cubicBezTo>
                  <a:cubicBezTo>
                    <a:pt x="77" y="3706"/>
                    <a:pt x="0" y="4813"/>
                    <a:pt x="164" y="5877"/>
                  </a:cubicBezTo>
                  <a:cubicBezTo>
                    <a:pt x="329" y="6886"/>
                    <a:pt x="691" y="7872"/>
                    <a:pt x="1348" y="8662"/>
                  </a:cubicBezTo>
                  <a:cubicBezTo>
                    <a:pt x="1962" y="9407"/>
                    <a:pt x="2839" y="9956"/>
                    <a:pt x="3804" y="10065"/>
                  </a:cubicBezTo>
                  <a:cubicBezTo>
                    <a:pt x="3925" y="10087"/>
                    <a:pt x="4046" y="10087"/>
                    <a:pt x="4167" y="10087"/>
                  </a:cubicBezTo>
                  <a:cubicBezTo>
                    <a:pt x="4210" y="10087"/>
                    <a:pt x="4210" y="10010"/>
                    <a:pt x="4167" y="10010"/>
                  </a:cubicBezTo>
                  <a:cubicBezTo>
                    <a:pt x="3202" y="9999"/>
                    <a:pt x="2291" y="9539"/>
                    <a:pt x="1623" y="8859"/>
                  </a:cubicBezTo>
                  <a:cubicBezTo>
                    <a:pt x="932" y="8136"/>
                    <a:pt x="515" y="7181"/>
                    <a:pt x="307" y="6206"/>
                  </a:cubicBezTo>
                  <a:cubicBezTo>
                    <a:pt x="99" y="5186"/>
                    <a:pt x="110" y="4111"/>
                    <a:pt x="427" y="3114"/>
                  </a:cubicBezTo>
                  <a:cubicBezTo>
                    <a:pt x="658" y="2423"/>
                    <a:pt x="1041" y="1765"/>
                    <a:pt x="1557" y="1239"/>
                  </a:cubicBezTo>
                  <a:cubicBezTo>
                    <a:pt x="2127" y="658"/>
                    <a:pt x="2873" y="274"/>
                    <a:pt x="3673" y="132"/>
                  </a:cubicBezTo>
                  <a:cubicBezTo>
                    <a:pt x="3794" y="110"/>
                    <a:pt x="3925" y="99"/>
                    <a:pt x="4046" y="88"/>
                  </a:cubicBezTo>
                  <a:cubicBezTo>
                    <a:pt x="4101" y="77"/>
                    <a:pt x="4101" y="0"/>
                    <a:pt x="4046"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6"/>
            <p:cNvSpPr/>
            <p:nvPr/>
          </p:nvSpPr>
          <p:spPr>
            <a:xfrm>
              <a:off x="3665575" y="3116475"/>
              <a:ext cx="64850" cy="253300"/>
            </a:xfrm>
            <a:custGeom>
              <a:rect b="b" l="l" r="r" t="t"/>
              <a:pathLst>
                <a:path extrusionOk="0" h="10132" w="2594">
                  <a:moveTo>
                    <a:pt x="2369" y="0"/>
                  </a:moveTo>
                  <a:cubicBezTo>
                    <a:pt x="2362" y="0"/>
                    <a:pt x="2354" y="2"/>
                    <a:pt x="2347" y="8"/>
                  </a:cubicBezTo>
                  <a:cubicBezTo>
                    <a:pt x="1733" y="359"/>
                    <a:pt x="1240" y="940"/>
                    <a:pt x="856" y="1543"/>
                  </a:cubicBezTo>
                  <a:cubicBezTo>
                    <a:pt x="670" y="1839"/>
                    <a:pt x="505" y="2157"/>
                    <a:pt x="385" y="2486"/>
                  </a:cubicBezTo>
                  <a:cubicBezTo>
                    <a:pt x="242" y="2880"/>
                    <a:pt x="165" y="3297"/>
                    <a:pt x="110" y="3703"/>
                  </a:cubicBezTo>
                  <a:cubicBezTo>
                    <a:pt x="0" y="4580"/>
                    <a:pt x="22" y="5479"/>
                    <a:pt x="99" y="6356"/>
                  </a:cubicBezTo>
                  <a:cubicBezTo>
                    <a:pt x="143" y="6784"/>
                    <a:pt x="209" y="7212"/>
                    <a:pt x="307" y="7639"/>
                  </a:cubicBezTo>
                  <a:cubicBezTo>
                    <a:pt x="406" y="8012"/>
                    <a:pt x="527" y="8406"/>
                    <a:pt x="735" y="8747"/>
                  </a:cubicBezTo>
                  <a:cubicBezTo>
                    <a:pt x="1141" y="9415"/>
                    <a:pt x="1810" y="9853"/>
                    <a:pt x="2533" y="10128"/>
                  </a:cubicBezTo>
                  <a:cubicBezTo>
                    <a:pt x="2539" y="10131"/>
                    <a:pt x="2544" y="10132"/>
                    <a:pt x="2548" y="10132"/>
                  </a:cubicBezTo>
                  <a:cubicBezTo>
                    <a:pt x="2582" y="10132"/>
                    <a:pt x="2594" y="10070"/>
                    <a:pt x="2555" y="10051"/>
                  </a:cubicBezTo>
                  <a:cubicBezTo>
                    <a:pt x="1919" y="9810"/>
                    <a:pt x="1305" y="9426"/>
                    <a:pt x="911" y="8867"/>
                  </a:cubicBezTo>
                  <a:cubicBezTo>
                    <a:pt x="691" y="8549"/>
                    <a:pt x="560" y="8198"/>
                    <a:pt x="450" y="7848"/>
                  </a:cubicBezTo>
                  <a:cubicBezTo>
                    <a:pt x="329" y="7441"/>
                    <a:pt x="253" y="7014"/>
                    <a:pt x="209" y="6598"/>
                  </a:cubicBezTo>
                  <a:cubicBezTo>
                    <a:pt x="110" y="5764"/>
                    <a:pt x="88" y="4898"/>
                    <a:pt x="154" y="4054"/>
                  </a:cubicBezTo>
                  <a:cubicBezTo>
                    <a:pt x="187" y="3615"/>
                    <a:pt x="263" y="3187"/>
                    <a:pt x="373" y="2771"/>
                  </a:cubicBezTo>
                  <a:cubicBezTo>
                    <a:pt x="472" y="2442"/>
                    <a:pt x="614" y="2124"/>
                    <a:pt x="779" y="1817"/>
                  </a:cubicBezTo>
                  <a:cubicBezTo>
                    <a:pt x="987" y="1467"/>
                    <a:pt x="1228" y="1126"/>
                    <a:pt x="1503" y="819"/>
                  </a:cubicBezTo>
                  <a:cubicBezTo>
                    <a:pt x="1755" y="534"/>
                    <a:pt x="2051" y="271"/>
                    <a:pt x="2390" y="74"/>
                  </a:cubicBezTo>
                  <a:cubicBezTo>
                    <a:pt x="2427" y="56"/>
                    <a:pt x="2403" y="0"/>
                    <a:pt x="2369"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6"/>
            <p:cNvSpPr/>
            <p:nvPr/>
          </p:nvSpPr>
          <p:spPr>
            <a:xfrm>
              <a:off x="3721225" y="3116450"/>
              <a:ext cx="8925" cy="252125"/>
            </a:xfrm>
            <a:custGeom>
              <a:rect b="b" l="l" r="r" t="t"/>
              <a:pathLst>
                <a:path extrusionOk="0" h="10085" w="357">
                  <a:moveTo>
                    <a:pt x="143" y="1"/>
                  </a:moveTo>
                  <a:cubicBezTo>
                    <a:pt x="121" y="1"/>
                    <a:pt x="99" y="15"/>
                    <a:pt x="99" y="42"/>
                  </a:cubicBezTo>
                  <a:cubicBezTo>
                    <a:pt x="33" y="1336"/>
                    <a:pt x="0" y="2640"/>
                    <a:pt x="0" y="3934"/>
                  </a:cubicBezTo>
                  <a:cubicBezTo>
                    <a:pt x="0" y="5250"/>
                    <a:pt x="33" y="6565"/>
                    <a:pt x="110" y="7881"/>
                  </a:cubicBezTo>
                  <a:cubicBezTo>
                    <a:pt x="154" y="8605"/>
                    <a:pt x="208" y="9328"/>
                    <a:pt x="274" y="10052"/>
                  </a:cubicBezTo>
                  <a:cubicBezTo>
                    <a:pt x="274" y="10074"/>
                    <a:pt x="296" y="10085"/>
                    <a:pt x="317" y="10085"/>
                  </a:cubicBezTo>
                  <a:cubicBezTo>
                    <a:pt x="337" y="10085"/>
                    <a:pt x="357" y="10074"/>
                    <a:pt x="351" y="10052"/>
                  </a:cubicBezTo>
                  <a:cubicBezTo>
                    <a:pt x="230" y="8758"/>
                    <a:pt x="154" y="7464"/>
                    <a:pt x="110" y="6160"/>
                  </a:cubicBezTo>
                  <a:cubicBezTo>
                    <a:pt x="77" y="4844"/>
                    <a:pt x="77" y="3529"/>
                    <a:pt x="99" y="2213"/>
                  </a:cubicBezTo>
                  <a:cubicBezTo>
                    <a:pt x="121" y="1489"/>
                    <a:pt x="143" y="766"/>
                    <a:pt x="186" y="42"/>
                  </a:cubicBezTo>
                  <a:cubicBezTo>
                    <a:pt x="186" y="15"/>
                    <a:pt x="164" y="1"/>
                    <a:pt x="143"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6"/>
            <p:cNvSpPr/>
            <p:nvPr/>
          </p:nvSpPr>
          <p:spPr>
            <a:xfrm>
              <a:off x="3724325" y="3116375"/>
              <a:ext cx="72025" cy="253275"/>
            </a:xfrm>
            <a:custGeom>
              <a:rect b="b" l="l" r="r" t="t"/>
              <a:pathLst>
                <a:path extrusionOk="0" h="10131" w="2881">
                  <a:moveTo>
                    <a:pt x="63" y="0"/>
                  </a:moveTo>
                  <a:cubicBezTo>
                    <a:pt x="16" y="0"/>
                    <a:pt x="0" y="69"/>
                    <a:pt x="52" y="89"/>
                  </a:cubicBezTo>
                  <a:cubicBezTo>
                    <a:pt x="688" y="352"/>
                    <a:pt x="1246" y="791"/>
                    <a:pt x="1653" y="1350"/>
                  </a:cubicBezTo>
                  <a:cubicBezTo>
                    <a:pt x="2080" y="1931"/>
                    <a:pt x="2354" y="2599"/>
                    <a:pt x="2530" y="3291"/>
                  </a:cubicBezTo>
                  <a:cubicBezTo>
                    <a:pt x="2716" y="4069"/>
                    <a:pt x="2793" y="4902"/>
                    <a:pt x="2716" y="5691"/>
                  </a:cubicBezTo>
                  <a:cubicBezTo>
                    <a:pt x="2650" y="6503"/>
                    <a:pt x="2387" y="7281"/>
                    <a:pt x="1981" y="7994"/>
                  </a:cubicBezTo>
                  <a:cubicBezTo>
                    <a:pt x="1521" y="8794"/>
                    <a:pt x="896" y="9496"/>
                    <a:pt x="161" y="10066"/>
                  </a:cubicBezTo>
                  <a:cubicBezTo>
                    <a:pt x="127" y="10092"/>
                    <a:pt x="160" y="10131"/>
                    <a:pt x="191" y="10131"/>
                  </a:cubicBezTo>
                  <a:cubicBezTo>
                    <a:pt x="200" y="10131"/>
                    <a:pt x="209" y="10128"/>
                    <a:pt x="216" y="10121"/>
                  </a:cubicBezTo>
                  <a:cubicBezTo>
                    <a:pt x="874" y="9606"/>
                    <a:pt x="1455" y="8980"/>
                    <a:pt x="1904" y="8279"/>
                  </a:cubicBezTo>
                  <a:cubicBezTo>
                    <a:pt x="2343" y="7577"/>
                    <a:pt x="2650" y="6788"/>
                    <a:pt x="2771" y="5966"/>
                  </a:cubicBezTo>
                  <a:cubicBezTo>
                    <a:pt x="2881" y="5165"/>
                    <a:pt x="2825" y="4310"/>
                    <a:pt x="2661" y="3520"/>
                  </a:cubicBezTo>
                  <a:cubicBezTo>
                    <a:pt x="2508" y="2797"/>
                    <a:pt x="2255" y="2085"/>
                    <a:pt x="1839" y="1471"/>
                  </a:cubicBezTo>
                  <a:cubicBezTo>
                    <a:pt x="1455" y="900"/>
                    <a:pt x="929" y="418"/>
                    <a:pt x="304" y="111"/>
                  </a:cubicBezTo>
                  <a:cubicBezTo>
                    <a:pt x="227" y="78"/>
                    <a:pt x="150" y="34"/>
                    <a:pt x="74" y="1"/>
                  </a:cubicBezTo>
                  <a:cubicBezTo>
                    <a:pt x="70" y="1"/>
                    <a:pt x="66" y="0"/>
                    <a:pt x="63"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26"/>
            <p:cNvSpPr/>
            <p:nvPr/>
          </p:nvSpPr>
          <p:spPr>
            <a:xfrm>
              <a:off x="3724500" y="3116400"/>
              <a:ext cx="107475" cy="253300"/>
            </a:xfrm>
            <a:custGeom>
              <a:rect b="b" l="l" r="r" t="t"/>
              <a:pathLst>
                <a:path extrusionOk="0" h="10132" w="4299">
                  <a:moveTo>
                    <a:pt x="55" y="0"/>
                  </a:moveTo>
                  <a:cubicBezTo>
                    <a:pt x="1" y="0"/>
                    <a:pt x="1" y="88"/>
                    <a:pt x="55" y="88"/>
                  </a:cubicBezTo>
                  <a:cubicBezTo>
                    <a:pt x="440" y="88"/>
                    <a:pt x="823" y="186"/>
                    <a:pt x="1174" y="329"/>
                  </a:cubicBezTo>
                  <a:cubicBezTo>
                    <a:pt x="1580" y="483"/>
                    <a:pt x="1974" y="702"/>
                    <a:pt x="2325" y="954"/>
                  </a:cubicBezTo>
                  <a:cubicBezTo>
                    <a:pt x="2665" y="1185"/>
                    <a:pt x="2994" y="1470"/>
                    <a:pt x="3257" y="1787"/>
                  </a:cubicBezTo>
                  <a:cubicBezTo>
                    <a:pt x="3542" y="2138"/>
                    <a:pt x="3739" y="2555"/>
                    <a:pt x="3871" y="2983"/>
                  </a:cubicBezTo>
                  <a:cubicBezTo>
                    <a:pt x="4189" y="3947"/>
                    <a:pt x="4200" y="5010"/>
                    <a:pt x="4024" y="6009"/>
                  </a:cubicBezTo>
                  <a:cubicBezTo>
                    <a:pt x="3860" y="6962"/>
                    <a:pt x="3498" y="7960"/>
                    <a:pt x="2840" y="8684"/>
                  </a:cubicBezTo>
                  <a:cubicBezTo>
                    <a:pt x="2238" y="9352"/>
                    <a:pt x="1382" y="9824"/>
                    <a:pt x="505" y="10010"/>
                  </a:cubicBezTo>
                  <a:cubicBezTo>
                    <a:pt x="396" y="10021"/>
                    <a:pt x="297" y="10043"/>
                    <a:pt x="187" y="10054"/>
                  </a:cubicBezTo>
                  <a:cubicBezTo>
                    <a:pt x="136" y="10054"/>
                    <a:pt x="133" y="10132"/>
                    <a:pt x="178" y="10132"/>
                  </a:cubicBezTo>
                  <a:cubicBezTo>
                    <a:pt x="181" y="10132"/>
                    <a:pt x="184" y="10132"/>
                    <a:pt x="187" y="10131"/>
                  </a:cubicBezTo>
                  <a:cubicBezTo>
                    <a:pt x="1086" y="10043"/>
                    <a:pt x="1985" y="9605"/>
                    <a:pt x="2654" y="8991"/>
                  </a:cubicBezTo>
                  <a:cubicBezTo>
                    <a:pt x="3388" y="8322"/>
                    <a:pt x="3805" y="7357"/>
                    <a:pt x="4024" y="6403"/>
                  </a:cubicBezTo>
                  <a:cubicBezTo>
                    <a:pt x="4255" y="5405"/>
                    <a:pt x="4299" y="4331"/>
                    <a:pt x="4058" y="3322"/>
                  </a:cubicBezTo>
                  <a:cubicBezTo>
                    <a:pt x="3937" y="2851"/>
                    <a:pt x="3761" y="2369"/>
                    <a:pt x="3487" y="1974"/>
                  </a:cubicBezTo>
                  <a:cubicBezTo>
                    <a:pt x="3257" y="1634"/>
                    <a:pt x="2961" y="1338"/>
                    <a:pt x="2643" y="1085"/>
                  </a:cubicBezTo>
                  <a:cubicBezTo>
                    <a:pt x="2292" y="812"/>
                    <a:pt x="1909" y="571"/>
                    <a:pt x="1503" y="373"/>
                  </a:cubicBezTo>
                  <a:cubicBezTo>
                    <a:pt x="1130" y="208"/>
                    <a:pt x="735" y="66"/>
                    <a:pt x="330" y="22"/>
                  </a:cubicBezTo>
                  <a:cubicBezTo>
                    <a:pt x="231" y="11"/>
                    <a:pt x="143" y="0"/>
                    <a:pt x="55"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26"/>
            <p:cNvSpPr/>
            <p:nvPr/>
          </p:nvSpPr>
          <p:spPr>
            <a:xfrm>
              <a:off x="3601975" y="3246875"/>
              <a:ext cx="253025" cy="1925"/>
            </a:xfrm>
            <a:custGeom>
              <a:rect b="b" l="l" r="r" t="t"/>
              <a:pathLst>
                <a:path extrusionOk="0" h="77" w="10121">
                  <a:moveTo>
                    <a:pt x="45" y="0"/>
                  </a:moveTo>
                  <a:cubicBezTo>
                    <a:pt x="1" y="0"/>
                    <a:pt x="1" y="77"/>
                    <a:pt x="45" y="77"/>
                  </a:cubicBezTo>
                  <a:lnTo>
                    <a:pt x="10066" y="77"/>
                  </a:lnTo>
                  <a:cubicBezTo>
                    <a:pt x="10121" y="77"/>
                    <a:pt x="10121" y="0"/>
                    <a:pt x="10066"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26"/>
            <p:cNvSpPr/>
            <p:nvPr/>
          </p:nvSpPr>
          <p:spPr>
            <a:xfrm>
              <a:off x="3621175" y="3175750"/>
              <a:ext cx="212450" cy="2175"/>
            </a:xfrm>
            <a:custGeom>
              <a:rect b="b" l="l" r="r" t="t"/>
              <a:pathLst>
                <a:path extrusionOk="0" h="87" w="8498">
                  <a:moveTo>
                    <a:pt x="176" y="0"/>
                  </a:moveTo>
                  <a:cubicBezTo>
                    <a:pt x="139" y="0"/>
                    <a:pt x="103" y="2"/>
                    <a:pt x="66" y="5"/>
                  </a:cubicBezTo>
                  <a:lnTo>
                    <a:pt x="55" y="5"/>
                  </a:lnTo>
                  <a:cubicBezTo>
                    <a:pt x="0" y="5"/>
                    <a:pt x="0" y="82"/>
                    <a:pt x="55" y="82"/>
                  </a:cubicBezTo>
                  <a:lnTo>
                    <a:pt x="8103" y="82"/>
                  </a:lnTo>
                  <a:cubicBezTo>
                    <a:pt x="8176" y="82"/>
                    <a:pt x="8249" y="87"/>
                    <a:pt x="8322" y="87"/>
                  </a:cubicBezTo>
                  <a:cubicBezTo>
                    <a:pt x="8359" y="87"/>
                    <a:pt x="8395" y="86"/>
                    <a:pt x="8432" y="82"/>
                  </a:cubicBezTo>
                  <a:lnTo>
                    <a:pt x="8442" y="82"/>
                  </a:lnTo>
                  <a:cubicBezTo>
                    <a:pt x="8498" y="82"/>
                    <a:pt x="8498" y="5"/>
                    <a:pt x="8442" y="5"/>
                  </a:cubicBezTo>
                  <a:lnTo>
                    <a:pt x="395" y="5"/>
                  </a:lnTo>
                  <a:cubicBezTo>
                    <a:pt x="322" y="5"/>
                    <a:pt x="249" y="0"/>
                    <a:pt x="176"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26"/>
            <p:cNvSpPr/>
            <p:nvPr/>
          </p:nvSpPr>
          <p:spPr>
            <a:xfrm>
              <a:off x="3629675" y="3317850"/>
              <a:ext cx="196275" cy="2225"/>
            </a:xfrm>
            <a:custGeom>
              <a:rect b="b" l="l" r="r" t="t"/>
              <a:pathLst>
                <a:path extrusionOk="0" h="89" w="7851">
                  <a:moveTo>
                    <a:pt x="44" y="0"/>
                  </a:moveTo>
                  <a:cubicBezTo>
                    <a:pt x="1" y="0"/>
                    <a:pt x="1" y="88"/>
                    <a:pt x="44" y="88"/>
                  </a:cubicBezTo>
                  <a:lnTo>
                    <a:pt x="7795" y="88"/>
                  </a:lnTo>
                  <a:cubicBezTo>
                    <a:pt x="7851" y="88"/>
                    <a:pt x="7851" y="0"/>
                    <a:pt x="7795"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7" name="Google Shape;497;p26"/>
          <p:cNvSpPr/>
          <p:nvPr/>
        </p:nvSpPr>
        <p:spPr>
          <a:xfrm flipH="1" rot="598330">
            <a:off x="8417618" y="782087"/>
            <a:ext cx="152164" cy="190205"/>
          </a:xfrm>
          <a:custGeom>
            <a:rect b="b" l="l" r="r" t="t"/>
            <a:pathLst>
              <a:path extrusionOk="0" h="4276" w="3421">
                <a:moveTo>
                  <a:pt x="1718" y="979"/>
                </a:moveTo>
                <a:cubicBezTo>
                  <a:pt x="2155" y="979"/>
                  <a:pt x="2500" y="1388"/>
                  <a:pt x="2423" y="1864"/>
                </a:cubicBezTo>
                <a:cubicBezTo>
                  <a:pt x="2380" y="2149"/>
                  <a:pt x="2171" y="2380"/>
                  <a:pt x="1908" y="2445"/>
                </a:cubicBezTo>
                <a:cubicBezTo>
                  <a:pt x="1839" y="2466"/>
                  <a:pt x="1772" y="2475"/>
                  <a:pt x="1706" y="2475"/>
                </a:cubicBezTo>
                <a:cubicBezTo>
                  <a:pt x="1275" y="2475"/>
                  <a:pt x="923" y="2066"/>
                  <a:pt x="1009" y="1590"/>
                </a:cubicBezTo>
                <a:cubicBezTo>
                  <a:pt x="1053" y="1305"/>
                  <a:pt x="1261" y="1074"/>
                  <a:pt x="1513" y="1009"/>
                </a:cubicBezTo>
                <a:cubicBezTo>
                  <a:pt x="1583" y="988"/>
                  <a:pt x="1652" y="979"/>
                  <a:pt x="1718" y="979"/>
                </a:cubicBezTo>
                <a:close/>
                <a:moveTo>
                  <a:pt x="1716" y="0"/>
                </a:moveTo>
                <a:cubicBezTo>
                  <a:pt x="1628" y="0"/>
                  <a:pt x="1538" y="7"/>
                  <a:pt x="1447" y="22"/>
                </a:cubicBezTo>
                <a:cubicBezTo>
                  <a:pt x="680" y="143"/>
                  <a:pt x="77" y="823"/>
                  <a:pt x="22" y="1634"/>
                </a:cubicBezTo>
                <a:cubicBezTo>
                  <a:pt x="0" y="2029"/>
                  <a:pt x="99" y="2402"/>
                  <a:pt x="285" y="2697"/>
                </a:cubicBezTo>
                <a:cubicBezTo>
                  <a:pt x="329" y="2774"/>
                  <a:pt x="384" y="2840"/>
                  <a:pt x="439" y="2906"/>
                </a:cubicBezTo>
                <a:lnTo>
                  <a:pt x="1535" y="4144"/>
                </a:lnTo>
                <a:cubicBezTo>
                  <a:pt x="1612" y="4231"/>
                  <a:pt x="1719" y="4275"/>
                  <a:pt x="1828" y="4275"/>
                </a:cubicBezTo>
                <a:cubicBezTo>
                  <a:pt x="1953" y="4275"/>
                  <a:pt x="2078" y="4218"/>
                  <a:pt x="2160" y="4100"/>
                </a:cubicBezTo>
                <a:lnTo>
                  <a:pt x="2840" y="3147"/>
                </a:lnTo>
                <a:cubicBezTo>
                  <a:pt x="2894" y="3048"/>
                  <a:pt x="3016" y="2873"/>
                  <a:pt x="3114" y="2719"/>
                </a:cubicBezTo>
                <a:cubicBezTo>
                  <a:pt x="3311" y="2412"/>
                  <a:pt x="3421" y="2061"/>
                  <a:pt x="3410" y="1700"/>
                </a:cubicBezTo>
                <a:lnTo>
                  <a:pt x="3410" y="1688"/>
                </a:lnTo>
                <a:cubicBezTo>
                  <a:pt x="3370" y="740"/>
                  <a:pt x="2620" y="0"/>
                  <a:pt x="171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6"/>
          <p:cNvSpPr/>
          <p:nvPr/>
        </p:nvSpPr>
        <p:spPr>
          <a:xfrm rot="-598330">
            <a:off x="552518" y="4402062"/>
            <a:ext cx="152164" cy="190205"/>
          </a:xfrm>
          <a:custGeom>
            <a:rect b="b" l="l" r="r" t="t"/>
            <a:pathLst>
              <a:path extrusionOk="0" h="4276" w="3421">
                <a:moveTo>
                  <a:pt x="1718" y="979"/>
                </a:moveTo>
                <a:cubicBezTo>
                  <a:pt x="2155" y="979"/>
                  <a:pt x="2500" y="1388"/>
                  <a:pt x="2423" y="1864"/>
                </a:cubicBezTo>
                <a:cubicBezTo>
                  <a:pt x="2380" y="2149"/>
                  <a:pt x="2171" y="2380"/>
                  <a:pt x="1908" y="2445"/>
                </a:cubicBezTo>
                <a:cubicBezTo>
                  <a:pt x="1839" y="2466"/>
                  <a:pt x="1772" y="2475"/>
                  <a:pt x="1706" y="2475"/>
                </a:cubicBezTo>
                <a:cubicBezTo>
                  <a:pt x="1275" y="2475"/>
                  <a:pt x="923" y="2066"/>
                  <a:pt x="1009" y="1590"/>
                </a:cubicBezTo>
                <a:cubicBezTo>
                  <a:pt x="1053" y="1305"/>
                  <a:pt x="1261" y="1074"/>
                  <a:pt x="1513" y="1009"/>
                </a:cubicBezTo>
                <a:cubicBezTo>
                  <a:pt x="1583" y="988"/>
                  <a:pt x="1652" y="979"/>
                  <a:pt x="1718" y="979"/>
                </a:cubicBezTo>
                <a:close/>
                <a:moveTo>
                  <a:pt x="1716" y="0"/>
                </a:moveTo>
                <a:cubicBezTo>
                  <a:pt x="1628" y="0"/>
                  <a:pt x="1538" y="7"/>
                  <a:pt x="1447" y="22"/>
                </a:cubicBezTo>
                <a:cubicBezTo>
                  <a:pt x="680" y="143"/>
                  <a:pt x="77" y="823"/>
                  <a:pt x="22" y="1634"/>
                </a:cubicBezTo>
                <a:cubicBezTo>
                  <a:pt x="0" y="2029"/>
                  <a:pt x="99" y="2402"/>
                  <a:pt x="285" y="2697"/>
                </a:cubicBezTo>
                <a:cubicBezTo>
                  <a:pt x="329" y="2774"/>
                  <a:pt x="384" y="2840"/>
                  <a:pt x="439" y="2906"/>
                </a:cubicBezTo>
                <a:lnTo>
                  <a:pt x="1535" y="4144"/>
                </a:lnTo>
                <a:cubicBezTo>
                  <a:pt x="1612" y="4231"/>
                  <a:pt x="1719" y="4275"/>
                  <a:pt x="1828" y="4275"/>
                </a:cubicBezTo>
                <a:cubicBezTo>
                  <a:pt x="1953" y="4275"/>
                  <a:pt x="2078" y="4218"/>
                  <a:pt x="2160" y="4100"/>
                </a:cubicBezTo>
                <a:lnTo>
                  <a:pt x="2840" y="3147"/>
                </a:lnTo>
                <a:cubicBezTo>
                  <a:pt x="2894" y="3048"/>
                  <a:pt x="3016" y="2873"/>
                  <a:pt x="3114" y="2719"/>
                </a:cubicBezTo>
                <a:cubicBezTo>
                  <a:pt x="3311" y="2412"/>
                  <a:pt x="3421" y="2061"/>
                  <a:pt x="3410" y="1700"/>
                </a:cubicBezTo>
                <a:lnTo>
                  <a:pt x="3410" y="1688"/>
                </a:lnTo>
                <a:cubicBezTo>
                  <a:pt x="3370" y="740"/>
                  <a:pt x="2620" y="0"/>
                  <a:pt x="171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bg>
      <p:bgPr>
        <a:solidFill>
          <a:schemeClr val="accent2"/>
        </a:solidFill>
      </p:bgPr>
    </p:bg>
    <p:spTree>
      <p:nvGrpSpPr>
        <p:cNvPr id="499" name="Shape 499"/>
        <p:cNvGrpSpPr/>
        <p:nvPr/>
      </p:nvGrpSpPr>
      <p:grpSpPr>
        <a:xfrm>
          <a:off x="0" y="0"/>
          <a:ext cx="0" cy="0"/>
          <a:chOff x="0" y="0"/>
          <a:chExt cx="0" cy="0"/>
        </a:xfrm>
      </p:grpSpPr>
      <p:sp>
        <p:nvSpPr>
          <p:cNvPr id="500" name="Google Shape;500;p27"/>
          <p:cNvSpPr/>
          <p:nvPr/>
        </p:nvSpPr>
        <p:spPr>
          <a:xfrm flipH="1" rot="-7802080">
            <a:off x="-219857" y="3308846"/>
            <a:ext cx="4195605" cy="2007300"/>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lt1"/>
            </a:solidFill>
            <a:prstDash val="lgDash"/>
            <a:round/>
            <a:headEnd len="med" w="med" type="none"/>
            <a:tailEnd len="med" w="med" type="none"/>
          </a:ln>
        </p:spPr>
      </p:sp>
      <p:sp>
        <p:nvSpPr>
          <p:cNvPr id="501" name="Google Shape;501;p27"/>
          <p:cNvSpPr/>
          <p:nvPr/>
        </p:nvSpPr>
        <p:spPr>
          <a:xfrm flipH="1">
            <a:off x="-1280775" y="-501775"/>
            <a:ext cx="3899475" cy="1866000"/>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lt1"/>
            </a:solidFill>
            <a:prstDash val="lgDash"/>
            <a:round/>
            <a:headEnd len="med" w="med" type="none"/>
            <a:tailEnd len="med" w="med" type="none"/>
          </a:ln>
        </p:spPr>
      </p:sp>
      <p:sp>
        <p:nvSpPr>
          <p:cNvPr id="502" name="Google Shape;502;p27"/>
          <p:cNvSpPr/>
          <p:nvPr/>
        </p:nvSpPr>
        <p:spPr>
          <a:xfrm flipH="1">
            <a:off x="8692688" y="1364225"/>
            <a:ext cx="964387" cy="1748853"/>
          </a:xfrm>
          <a:custGeom>
            <a:rect b="b" l="l" r="r" t="t"/>
            <a:pathLst>
              <a:path extrusionOk="0" h="44975" w="24801">
                <a:moveTo>
                  <a:pt x="0" y="0"/>
                </a:moveTo>
                <a:cubicBezTo>
                  <a:pt x="9939" y="2840"/>
                  <a:pt x="22701" y="8942"/>
                  <a:pt x="24402" y="19138"/>
                </a:cubicBezTo>
                <a:cubicBezTo>
                  <a:pt x="25999" y="28707"/>
                  <a:pt x="19683" y="40640"/>
                  <a:pt x="11004" y="44975"/>
                </a:cubicBezTo>
              </a:path>
            </a:pathLst>
          </a:custGeom>
          <a:noFill/>
          <a:ln cap="flat" cmpd="sng" w="9525">
            <a:solidFill>
              <a:schemeClr val="lt1"/>
            </a:solidFill>
            <a:prstDash val="lgDash"/>
            <a:round/>
            <a:headEnd len="med" w="med" type="none"/>
            <a:tailEnd len="med" w="med" type="none"/>
          </a:ln>
        </p:spPr>
      </p:sp>
      <p:sp>
        <p:nvSpPr>
          <p:cNvPr id="503" name="Google Shape;503;p27"/>
          <p:cNvSpPr/>
          <p:nvPr/>
        </p:nvSpPr>
        <p:spPr>
          <a:xfrm flipH="1" rot="2700000">
            <a:off x="5107948" y="-1450221"/>
            <a:ext cx="2219058" cy="2190191"/>
          </a:xfrm>
          <a:custGeom>
            <a:rect b="b" l="l" r="r" t="t"/>
            <a:pathLst>
              <a:path extrusionOk="0" h="27390" w="27751">
                <a:moveTo>
                  <a:pt x="27751" y="26316"/>
                </a:moveTo>
                <a:cubicBezTo>
                  <a:pt x="20672" y="29147"/>
                  <a:pt x="10504" y="26049"/>
                  <a:pt x="5741" y="20096"/>
                </a:cubicBezTo>
                <a:cubicBezTo>
                  <a:pt x="1388" y="14656"/>
                  <a:pt x="3113" y="6232"/>
                  <a:pt x="0" y="0"/>
                </a:cubicBezTo>
              </a:path>
            </a:pathLst>
          </a:custGeom>
          <a:noFill/>
          <a:ln cap="flat" cmpd="sng" w="9525">
            <a:solidFill>
              <a:schemeClr val="lt1"/>
            </a:solidFill>
            <a:prstDash val="lgDash"/>
            <a:round/>
            <a:headEnd len="med" w="med" type="none"/>
            <a:tailEnd len="med" w="med" type="none"/>
          </a:ln>
        </p:spPr>
      </p:sp>
      <p:sp>
        <p:nvSpPr>
          <p:cNvPr id="504" name="Google Shape;504;p27"/>
          <p:cNvSpPr/>
          <p:nvPr/>
        </p:nvSpPr>
        <p:spPr>
          <a:xfrm flipH="1" rot="-10799680">
            <a:off x="6889388" y="3493524"/>
            <a:ext cx="4195445" cy="2007256"/>
          </a:xfrm>
          <a:custGeom>
            <a:rect b="b" l="l" r="r" t="t"/>
            <a:pathLst>
              <a:path extrusionOk="0" h="74640" w="155979">
                <a:moveTo>
                  <a:pt x="0" y="0"/>
                </a:moveTo>
                <a:cubicBezTo>
                  <a:pt x="7176" y="14351"/>
                  <a:pt x="22543" y="26042"/>
                  <a:pt x="38277" y="29186"/>
                </a:cubicBezTo>
                <a:cubicBezTo>
                  <a:pt x="53937" y="32315"/>
                  <a:pt x="70816" y="30436"/>
                  <a:pt x="85645" y="36363"/>
                </a:cubicBezTo>
                <a:cubicBezTo>
                  <a:pt x="97919" y="41269"/>
                  <a:pt x="104734" y="54750"/>
                  <a:pt x="115310" y="62679"/>
                </a:cubicBezTo>
                <a:cubicBezTo>
                  <a:pt x="126616" y="71155"/>
                  <a:pt x="141849" y="74640"/>
                  <a:pt x="155979" y="74640"/>
                </a:cubicBezTo>
              </a:path>
            </a:pathLst>
          </a:custGeom>
          <a:noFill/>
          <a:ln cap="rnd" cmpd="sng" w="9525">
            <a:solidFill>
              <a:schemeClr val="lt1"/>
            </a:solidFill>
            <a:prstDash val="lgDash"/>
            <a:round/>
            <a:headEnd len="med" w="med" type="none"/>
            <a:tailEnd len="med" w="med" type="none"/>
          </a:ln>
        </p:spPr>
      </p:sp>
      <p:sp>
        <p:nvSpPr>
          <p:cNvPr id="505" name="Google Shape;505;p27"/>
          <p:cNvSpPr/>
          <p:nvPr/>
        </p:nvSpPr>
        <p:spPr>
          <a:xfrm flipH="1">
            <a:off x="7585969" y="1056449"/>
            <a:ext cx="588829" cy="147316"/>
          </a:xfrm>
          <a:custGeom>
            <a:rect b="b" l="l" r="r" t="t"/>
            <a:pathLst>
              <a:path extrusionOk="0" h="1358" w="5428">
                <a:moveTo>
                  <a:pt x="3524" y="0"/>
                </a:moveTo>
                <a:cubicBezTo>
                  <a:pt x="3201" y="0"/>
                  <a:pt x="2890" y="197"/>
                  <a:pt x="2752" y="481"/>
                </a:cubicBezTo>
                <a:cubicBezTo>
                  <a:pt x="2587" y="352"/>
                  <a:pt x="2379" y="286"/>
                  <a:pt x="2173" y="286"/>
                </a:cubicBezTo>
                <a:cubicBezTo>
                  <a:pt x="2079" y="286"/>
                  <a:pt x="1986" y="300"/>
                  <a:pt x="1897" y="327"/>
                </a:cubicBezTo>
                <a:cubicBezTo>
                  <a:pt x="1601" y="426"/>
                  <a:pt x="1371" y="678"/>
                  <a:pt x="1294" y="963"/>
                </a:cubicBezTo>
                <a:cubicBezTo>
                  <a:pt x="1149" y="810"/>
                  <a:pt x="937" y="722"/>
                  <a:pt x="726" y="722"/>
                </a:cubicBezTo>
                <a:cubicBezTo>
                  <a:pt x="666" y="722"/>
                  <a:pt x="607" y="729"/>
                  <a:pt x="548" y="744"/>
                </a:cubicBezTo>
                <a:cubicBezTo>
                  <a:pt x="285" y="820"/>
                  <a:pt x="66" y="1040"/>
                  <a:pt x="0" y="1303"/>
                </a:cubicBezTo>
                <a:lnTo>
                  <a:pt x="5416" y="1358"/>
                </a:lnTo>
                <a:cubicBezTo>
                  <a:pt x="5428" y="1105"/>
                  <a:pt x="5296" y="842"/>
                  <a:pt x="5077" y="711"/>
                </a:cubicBezTo>
                <a:cubicBezTo>
                  <a:pt x="4972" y="648"/>
                  <a:pt x="4849" y="617"/>
                  <a:pt x="4726" y="617"/>
                </a:cubicBezTo>
                <a:cubicBezTo>
                  <a:pt x="4592" y="617"/>
                  <a:pt x="4456" y="653"/>
                  <a:pt x="4342" y="722"/>
                </a:cubicBezTo>
                <a:cubicBezTo>
                  <a:pt x="4287" y="360"/>
                  <a:pt x="3991" y="64"/>
                  <a:pt x="3640" y="9"/>
                </a:cubicBezTo>
                <a:cubicBezTo>
                  <a:pt x="3601" y="3"/>
                  <a:pt x="3563" y="0"/>
                  <a:pt x="35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7"/>
          <p:cNvSpPr/>
          <p:nvPr/>
        </p:nvSpPr>
        <p:spPr>
          <a:xfrm flipH="1">
            <a:off x="-239881" y="2636886"/>
            <a:ext cx="588829" cy="147316"/>
          </a:xfrm>
          <a:custGeom>
            <a:rect b="b" l="l" r="r" t="t"/>
            <a:pathLst>
              <a:path extrusionOk="0" h="1358" w="5428">
                <a:moveTo>
                  <a:pt x="3524" y="0"/>
                </a:moveTo>
                <a:cubicBezTo>
                  <a:pt x="3201" y="0"/>
                  <a:pt x="2890" y="197"/>
                  <a:pt x="2752" y="481"/>
                </a:cubicBezTo>
                <a:cubicBezTo>
                  <a:pt x="2587" y="352"/>
                  <a:pt x="2379" y="286"/>
                  <a:pt x="2173" y="286"/>
                </a:cubicBezTo>
                <a:cubicBezTo>
                  <a:pt x="2079" y="286"/>
                  <a:pt x="1986" y="300"/>
                  <a:pt x="1897" y="327"/>
                </a:cubicBezTo>
                <a:cubicBezTo>
                  <a:pt x="1601" y="426"/>
                  <a:pt x="1371" y="678"/>
                  <a:pt x="1294" y="963"/>
                </a:cubicBezTo>
                <a:cubicBezTo>
                  <a:pt x="1149" y="810"/>
                  <a:pt x="937" y="722"/>
                  <a:pt x="726" y="722"/>
                </a:cubicBezTo>
                <a:cubicBezTo>
                  <a:pt x="666" y="722"/>
                  <a:pt x="607" y="729"/>
                  <a:pt x="548" y="744"/>
                </a:cubicBezTo>
                <a:cubicBezTo>
                  <a:pt x="285" y="820"/>
                  <a:pt x="66" y="1040"/>
                  <a:pt x="0" y="1303"/>
                </a:cubicBezTo>
                <a:lnTo>
                  <a:pt x="5416" y="1358"/>
                </a:lnTo>
                <a:cubicBezTo>
                  <a:pt x="5428" y="1105"/>
                  <a:pt x="5296" y="842"/>
                  <a:pt x="5077" y="711"/>
                </a:cubicBezTo>
                <a:cubicBezTo>
                  <a:pt x="4972" y="648"/>
                  <a:pt x="4849" y="617"/>
                  <a:pt x="4726" y="617"/>
                </a:cubicBezTo>
                <a:cubicBezTo>
                  <a:pt x="4592" y="617"/>
                  <a:pt x="4456" y="653"/>
                  <a:pt x="4342" y="722"/>
                </a:cubicBezTo>
                <a:cubicBezTo>
                  <a:pt x="4287" y="360"/>
                  <a:pt x="3991" y="64"/>
                  <a:pt x="3640" y="9"/>
                </a:cubicBezTo>
                <a:cubicBezTo>
                  <a:pt x="3601" y="3"/>
                  <a:pt x="3563" y="0"/>
                  <a:pt x="35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27"/>
          <p:cNvSpPr/>
          <p:nvPr/>
        </p:nvSpPr>
        <p:spPr>
          <a:xfrm flipH="1">
            <a:off x="2092575" y="320521"/>
            <a:ext cx="679193" cy="170205"/>
          </a:xfrm>
          <a:custGeom>
            <a:rect b="b" l="l" r="r" t="t"/>
            <a:pathLst>
              <a:path extrusionOk="0" h="1569" w="6261">
                <a:moveTo>
                  <a:pt x="4049" y="1"/>
                </a:moveTo>
                <a:cubicBezTo>
                  <a:pt x="3686" y="1"/>
                  <a:pt x="3325" y="221"/>
                  <a:pt x="3169" y="560"/>
                </a:cubicBezTo>
                <a:cubicBezTo>
                  <a:pt x="2982" y="411"/>
                  <a:pt x="2745" y="333"/>
                  <a:pt x="2505" y="333"/>
                </a:cubicBezTo>
                <a:cubicBezTo>
                  <a:pt x="2392" y="333"/>
                  <a:pt x="2279" y="350"/>
                  <a:pt x="2171" y="385"/>
                </a:cubicBezTo>
                <a:cubicBezTo>
                  <a:pt x="1842" y="494"/>
                  <a:pt x="1579" y="779"/>
                  <a:pt x="1491" y="1120"/>
                </a:cubicBezTo>
                <a:cubicBezTo>
                  <a:pt x="1323" y="943"/>
                  <a:pt x="1084" y="837"/>
                  <a:pt x="843" y="837"/>
                </a:cubicBezTo>
                <a:cubicBezTo>
                  <a:pt x="770" y="837"/>
                  <a:pt x="697" y="847"/>
                  <a:pt x="625" y="867"/>
                </a:cubicBezTo>
                <a:cubicBezTo>
                  <a:pt x="319" y="944"/>
                  <a:pt x="66" y="1196"/>
                  <a:pt x="0" y="1503"/>
                </a:cubicBezTo>
                <a:lnTo>
                  <a:pt x="6239" y="1569"/>
                </a:lnTo>
                <a:cubicBezTo>
                  <a:pt x="6261" y="1273"/>
                  <a:pt x="6096" y="977"/>
                  <a:pt x="5844" y="823"/>
                </a:cubicBezTo>
                <a:cubicBezTo>
                  <a:pt x="5723" y="749"/>
                  <a:pt x="5581" y="714"/>
                  <a:pt x="5438" y="714"/>
                </a:cubicBezTo>
                <a:cubicBezTo>
                  <a:pt x="5285" y="714"/>
                  <a:pt x="5131" y="755"/>
                  <a:pt x="5000" y="835"/>
                </a:cubicBezTo>
                <a:cubicBezTo>
                  <a:pt x="4945" y="418"/>
                  <a:pt x="4594" y="67"/>
                  <a:pt x="4188" y="12"/>
                </a:cubicBezTo>
                <a:cubicBezTo>
                  <a:pt x="4142" y="4"/>
                  <a:pt x="4095" y="1"/>
                  <a:pt x="4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27"/>
          <p:cNvSpPr/>
          <p:nvPr/>
        </p:nvSpPr>
        <p:spPr>
          <a:xfrm flipH="1">
            <a:off x="875119" y="4478861"/>
            <a:ext cx="588829" cy="147316"/>
          </a:xfrm>
          <a:custGeom>
            <a:rect b="b" l="l" r="r" t="t"/>
            <a:pathLst>
              <a:path extrusionOk="0" h="1358" w="5428">
                <a:moveTo>
                  <a:pt x="3524" y="0"/>
                </a:moveTo>
                <a:cubicBezTo>
                  <a:pt x="3201" y="0"/>
                  <a:pt x="2890" y="197"/>
                  <a:pt x="2752" y="481"/>
                </a:cubicBezTo>
                <a:cubicBezTo>
                  <a:pt x="2587" y="352"/>
                  <a:pt x="2379" y="286"/>
                  <a:pt x="2173" y="286"/>
                </a:cubicBezTo>
                <a:cubicBezTo>
                  <a:pt x="2079" y="286"/>
                  <a:pt x="1986" y="300"/>
                  <a:pt x="1897" y="327"/>
                </a:cubicBezTo>
                <a:cubicBezTo>
                  <a:pt x="1601" y="426"/>
                  <a:pt x="1371" y="678"/>
                  <a:pt x="1294" y="963"/>
                </a:cubicBezTo>
                <a:cubicBezTo>
                  <a:pt x="1149" y="810"/>
                  <a:pt x="937" y="722"/>
                  <a:pt x="726" y="722"/>
                </a:cubicBezTo>
                <a:cubicBezTo>
                  <a:pt x="666" y="722"/>
                  <a:pt x="607" y="729"/>
                  <a:pt x="548" y="744"/>
                </a:cubicBezTo>
                <a:cubicBezTo>
                  <a:pt x="285" y="820"/>
                  <a:pt x="66" y="1040"/>
                  <a:pt x="0" y="1303"/>
                </a:cubicBezTo>
                <a:lnTo>
                  <a:pt x="5416" y="1358"/>
                </a:lnTo>
                <a:cubicBezTo>
                  <a:pt x="5428" y="1105"/>
                  <a:pt x="5296" y="842"/>
                  <a:pt x="5077" y="711"/>
                </a:cubicBezTo>
                <a:cubicBezTo>
                  <a:pt x="4972" y="648"/>
                  <a:pt x="4849" y="617"/>
                  <a:pt x="4726" y="617"/>
                </a:cubicBezTo>
                <a:cubicBezTo>
                  <a:pt x="4592" y="617"/>
                  <a:pt x="4456" y="653"/>
                  <a:pt x="4342" y="722"/>
                </a:cubicBezTo>
                <a:cubicBezTo>
                  <a:pt x="4287" y="360"/>
                  <a:pt x="3991" y="64"/>
                  <a:pt x="3640" y="9"/>
                </a:cubicBezTo>
                <a:cubicBezTo>
                  <a:pt x="3601" y="3"/>
                  <a:pt x="3563" y="0"/>
                  <a:pt x="35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7"/>
          <p:cNvSpPr/>
          <p:nvPr/>
        </p:nvSpPr>
        <p:spPr>
          <a:xfrm flipH="1">
            <a:off x="8199281" y="3943699"/>
            <a:ext cx="588829" cy="147316"/>
          </a:xfrm>
          <a:custGeom>
            <a:rect b="b" l="l" r="r" t="t"/>
            <a:pathLst>
              <a:path extrusionOk="0" h="1358" w="5428">
                <a:moveTo>
                  <a:pt x="3524" y="0"/>
                </a:moveTo>
                <a:cubicBezTo>
                  <a:pt x="3201" y="0"/>
                  <a:pt x="2890" y="197"/>
                  <a:pt x="2752" y="481"/>
                </a:cubicBezTo>
                <a:cubicBezTo>
                  <a:pt x="2587" y="352"/>
                  <a:pt x="2379" y="286"/>
                  <a:pt x="2173" y="286"/>
                </a:cubicBezTo>
                <a:cubicBezTo>
                  <a:pt x="2079" y="286"/>
                  <a:pt x="1986" y="300"/>
                  <a:pt x="1897" y="327"/>
                </a:cubicBezTo>
                <a:cubicBezTo>
                  <a:pt x="1601" y="426"/>
                  <a:pt x="1371" y="678"/>
                  <a:pt x="1294" y="963"/>
                </a:cubicBezTo>
                <a:cubicBezTo>
                  <a:pt x="1149" y="810"/>
                  <a:pt x="937" y="722"/>
                  <a:pt x="726" y="722"/>
                </a:cubicBezTo>
                <a:cubicBezTo>
                  <a:pt x="666" y="722"/>
                  <a:pt x="607" y="729"/>
                  <a:pt x="548" y="744"/>
                </a:cubicBezTo>
                <a:cubicBezTo>
                  <a:pt x="285" y="820"/>
                  <a:pt x="66" y="1040"/>
                  <a:pt x="0" y="1303"/>
                </a:cubicBezTo>
                <a:lnTo>
                  <a:pt x="5416" y="1358"/>
                </a:lnTo>
                <a:cubicBezTo>
                  <a:pt x="5428" y="1105"/>
                  <a:pt x="5296" y="842"/>
                  <a:pt x="5077" y="711"/>
                </a:cubicBezTo>
                <a:cubicBezTo>
                  <a:pt x="4972" y="648"/>
                  <a:pt x="4849" y="617"/>
                  <a:pt x="4726" y="617"/>
                </a:cubicBezTo>
                <a:cubicBezTo>
                  <a:pt x="4592" y="617"/>
                  <a:pt x="4456" y="653"/>
                  <a:pt x="4342" y="722"/>
                </a:cubicBezTo>
                <a:cubicBezTo>
                  <a:pt x="4287" y="360"/>
                  <a:pt x="3991" y="64"/>
                  <a:pt x="3640" y="9"/>
                </a:cubicBezTo>
                <a:cubicBezTo>
                  <a:pt x="3601" y="3"/>
                  <a:pt x="3563" y="0"/>
                  <a:pt x="35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0" name="Google Shape;510;p27"/>
          <p:cNvGrpSpPr/>
          <p:nvPr/>
        </p:nvGrpSpPr>
        <p:grpSpPr>
          <a:xfrm flipH="1" rot="-5400000">
            <a:off x="7927439" y="-54062"/>
            <a:ext cx="416587" cy="977813"/>
            <a:chOff x="8555949" y="425163"/>
            <a:chExt cx="416587" cy="977813"/>
          </a:xfrm>
        </p:grpSpPr>
        <p:sp>
          <p:nvSpPr>
            <p:cNvPr id="511" name="Google Shape;511;p27"/>
            <p:cNvSpPr/>
            <p:nvPr/>
          </p:nvSpPr>
          <p:spPr>
            <a:xfrm>
              <a:off x="8630075" y="984025"/>
              <a:ext cx="135900" cy="135900"/>
            </a:xfrm>
            <a:prstGeom prst="plus">
              <a:avLst>
                <a:gd fmla="val 4390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7"/>
            <p:cNvSpPr/>
            <p:nvPr/>
          </p:nvSpPr>
          <p:spPr>
            <a:xfrm>
              <a:off x="8862861" y="1309675"/>
              <a:ext cx="93300" cy="933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7"/>
            <p:cNvSpPr/>
            <p:nvPr/>
          </p:nvSpPr>
          <p:spPr>
            <a:xfrm>
              <a:off x="8879236" y="425163"/>
              <a:ext cx="93300" cy="933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7"/>
            <p:cNvSpPr/>
            <p:nvPr/>
          </p:nvSpPr>
          <p:spPr>
            <a:xfrm>
              <a:off x="8555949" y="1267400"/>
              <a:ext cx="54900" cy="54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5" name="Google Shape;515;p27"/>
          <p:cNvGrpSpPr/>
          <p:nvPr/>
        </p:nvGrpSpPr>
        <p:grpSpPr>
          <a:xfrm flipH="1" rot="-5400000">
            <a:off x="-214005" y="4060144"/>
            <a:ext cx="1238412" cy="385925"/>
            <a:chOff x="8251149" y="734000"/>
            <a:chExt cx="1238412" cy="385925"/>
          </a:xfrm>
        </p:grpSpPr>
        <p:sp>
          <p:nvSpPr>
            <p:cNvPr id="516" name="Google Shape;516;p27"/>
            <p:cNvSpPr/>
            <p:nvPr/>
          </p:nvSpPr>
          <p:spPr>
            <a:xfrm>
              <a:off x="8630075" y="984025"/>
              <a:ext cx="135900" cy="135900"/>
            </a:xfrm>
            <a:prstGeom prst="plus">
              <a:avLst>
                <a:gd fmla="val 4390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7"/>
            <p:cNvSpPr/>
            <p:nvPr/>
          </p:nvSpPr>
          <p:spPr>
            <a:xfrm>
              <a:off x="9396261" y="928675"/>
              <a:ext cx="93300" cy="933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27"/>
            <p:cNvSpPr/>
            <p:nvPr/>
          </p:nvSpPr>
          <p:spPr>
            <a:xfrm>
              <a:off x="9031636" y="806163"/>
              <a:ext cx="93300" cy="933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7"/>
            <p:cNvSpPr/>
            <p:nvPr/>
          </p:nvSpPr>
          <p:spPr>
            <a:xfrm>
              <a:off x="8251149" y="734000"/>
              <a:ext cx="54900" cy="54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0" name="Google Shape;520;p27"/>
          <p:cNvSpPr/>
          <p:nvPr/>
        </p:nvSpPr>
        <p:spPr>
          <a:xfrm flipH="1" rot="598330">
            <a:off x="8417618" y="782087"/>
            <a:ext cx="152164" cy="190205"/>
          </a:xfrm>
          <a:custGeom>
            <a:rect b="b" l="l" r="r" t="t"/>
            <a:pathLst>
              <a:path extrusionOk="0" h="4276" w="3421">
                <a:moveTo>
                  <a:pt x="1718" y="979"/>
                </a:moveTo>
                <a:cubicBezTo>
                  <a:pt x="2155" y="979"/>
                  <a:pt x="2500" y="1388"/>
                  <a:pt x="2423" y="1864"/>
                </a:cubicBezTo>
                <a:cubicBezTo>
                  <a:pt x="2380" y="2149"/>
                  <a:pt x="2171" y="2380"/>
                  <a:pt x="1908" y="2445"/>
                </a:cubicBezTo>
                <a:cubicBezTo>
                  <a:pt x="1839" y="2466"/>
                  <a:pt x="1772" y="2475"/>
                  <a:pt x="1706" y="2475"/>
                </a:cubicBezTo>
                <a:cubicBezTo>
                  <a:pt x="1275" y="2475"/>
                  <a:pt x="923" y="2066"/>
                  <a:pt x="1009" y="1590"/>
                </a:cubicBezTo>
                <a:cubicBezTo>
                  <a:pt x="1053" y="1305"/>
                  <a:pt x="1261" y="1074"/>
                  <a:pt x="1513" y="1009"/>
                </a:cubicBezTo>
                <a:cubicBezTo>
                  <a:pt x="1583" y="988"/>
                  <a:pt x="1652" y="979"/>
                  <a:pt x="1718" y="979"/>
                </a:cubicBezTo>
                <a:close/>
                <a:moveTo>
                  <a:pt x="1716" y="0"/>
                </a:moveTo>
                <a:cubicBezTo>
                  <a:pt x="1628" y="0"/>
                  <a:pt x="1538" y="7"/>
                  <a:pt x="1447" y="22"/>
                </a:cubicBezTo>
                <a:cubicBezTo>
                  <a:pt x="680" y="143"/>
                  <a:pt x="77" y="823"/>
                  <a:pt x="22" y="1634"/>
                </a:cubicBezTo>
                <a:cubicBezTo>
                  <a:pt x="0" y="2029"/>
                  <a:pt x="99" y="2402"/>
                  <a:pt x="285" y="2697"/>
                </a:cubicBezTo>
                <a:cubicBezTo>
                  <a:pt x="329" y="2774"/>
                  <a:pt x="384" y="2840"/>
                  <a:pt x="439" y="2906"/>
                </a:cubicBezTo>
                <a:lnTo>
                  <a:pt x="1535" y="4144"/>
                </a:lnTo>
                <a:cubicBezTo>
                  <a:pt x="1612" y="4231"/>
                  <a:pt x="1719" y="4275"/>
                  <a:pt x="1828" y="4275"/>
                </a:cubicBezTo>
                <a:cubicBezTo>
                  <a:pt x="1953" y="4275"/>
                  <a:pt x="2078" y="4218"/>
                  <a:pt x="2160" y="4100"/>
                </a:cubicBezTo>
                <a:lnTo>
                  <a:pt x="2840" y="3147"/>
                </a:lnTo>
                <a:cubicBezTo>
                  <a:pt x="2894" y="3048"/>
                  <a:pt x="3016" y="2873"/>
                  <a:pt x="3114" y="2719"/>
                </a:cubicBezTo>
                <a:cubicBezTo>
                  <a:pt x="3311" y="2412"/>
                  <a:pt x="3421" y="2061"/>
                  <a:pt x="3410" y="1700"/>
                </a:cubicBezTo>
                <a:lnTo>
                  <a:pt x="3410" y="1688"/>
                </a:lnTo>
                <a:cubicBezTo>
                  <a:pt x="3370" y="740"/>
                  <a:pt x="2620" y="0"/>
                  <a:pt x="17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7"/>
          <p:cNvSpPr/>
          <p:nvPr/>
        </p:nvSpPr>
        <p:spPr>
          <a:xfrm rot="-598330">
            <a:off x="552518" y="4402062"/>
            <a:ext cx="152164" cy="190205"/>
          </a:xfrm>
          <a:custGeom>
            <a:rect b="b" l="l" r="r" t="t"/>
            <a:pathLst>
              <a:path extrusionOk="0" h="4276" w="3421">
                <a:moveTo>
                  <a:pt x="1718" y="979"/>
                </a:moveTo>
                <a:cubicBezTo>
                  <a:pt x="2155" y="979"/>
                  <a:pt x="2500" y="1388"/>
                  <a:pt x="2423" y="1864"/>
                </a:cubicBezTo>
                <a:cubicBezTo>
                  <a:pt x="2380" y="2149"/>
                  <a:pt x="2171" y="2380"/>
                  <a:pt x="1908" y="2445"/>
                </a:cubicBezTo>
                <a:cubicBezTo>
                  <a:pt x="1839" y="2466"/>
                  <a:pt x="1772" y="2475"/>
                  <a:pt x="1706" y="2475"/>
                </a:cubicBezTo>
                <a:cubicBezTo>
                  <a:pt x="1275" y="2475"/>
                  <a:pt x="923" y="2066"/>
                  <a:pt x="1009" y="1590"/>
                </a:cubicBezTo>
                <a:cubicBezTo>
                  <a:pt x="1053" y="1305"/>
                  <a:pt x="1261" y="1074"/>
                  <a:pt x="1513" y="1009"/>
                </a:cubicBezTo>
                <a:cubicBezTo>
                  <a:pt x="1583" y="988"/>
                  <a:pt x="1652" y="979"/>
                  <a:pt x="1718" y="979"/>
                </a:cubicBezTo>
                <a:close/>
                <a:moveTo>
                  <a:pt x="1716" y="0"/>
                </a:moveTo>
                <a:cubicBezTo>
                  <a:pt x="1628" y="0"/>
                  <a:pt x="1538" y="7"/>
                  <a:pt x="1447" y="22"/>
                </a:cubicBezTo>
                <a:cubicBezTo>
                  <a:pt x="680" y="143"/>
                  <a:pt x="77" y="823"/>
                  <a:pt x="22" y="1634"/>
                </a:cubicBezTo>
                <a:cubicBezTo>
                  <a:pt x="0" y="2029"/>
                  <a:pt x="99" y="2402"/>
                  <a:pt x="285" y="2697"/>
                </a:cubicBezTo>
                <a:cubicBezTo>
                  <a:pt x="329" y="2774"/>
                  <a:pt x="384" y="2840"/>
                  <a:pt x="439" y="2906"/>
                </a:cubicBezTo>
                <a:lnTo>
                  <a:pt x="1535" y="4144"/>
                </a:lnTo>
                <a:cubicBezTo>
                  <a:pt x="1612" y="4231"/>
                  <a:pt x="1719" y="4275"/>
                  <a:pt x="1828" y="4275"/>
                </a:cubicBezTo>
                <a:cubicBezTo>
                  <a:pt x="1953" y="4275"/>
                  <a:pt x="2078" y="4218"/>
                  <a:pt x="2160" y="4100"/>
                </a:cubicBezTo>
                <a:lnTo>
                  <a:pt x="2840" y="3147"/>
                </a:lnTo>
                <a:cubicBezTo>
                  <a:pt x="2894" y="3048"/>
                  <a:pt x="3016" y="2873"/>
                  <a:pt x="3114" y="2719"/>
                </a:cubicBezTo>
                <a:cubicBezTo>
                  <a:pt x="3311" y="2412"/>
                  <a:pt x="3421" y="2061"/>
                  <a:pt x="3410" y="1700"/>
                </a:cubicBezTo>
                <a:lnTo>
                  <a:pt x="3410" y="1688"/>
                </a:lnTo>
                <a:cubicBezTo>
                  <a:pt x="3370" y="740"/>
                  <a:pt x="2620" y="0"/>
                  <a:pt x="17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7"/>
          <p:cNvSpPr/>
          <p:nvPr/>
        </p:nvSpPr>
        <p:spPr>
          <a:xfrm flipH="1">
            <a:off x="598169" y="803536"/>
            <a:ext cx="588829" cy="147316"/>
          </a:xfrm>
          <a:custGeom>
            <a:rect b="b" l="l" r="r" t="t"/>
            <a:pathLst>
              <a:path extrusionOk="0" h="1358" w="5428">
                <a:moveTo>
                  <a:pt x="3524" y="0"/>
                </a:moveTo>
                <a:cubicBezTo>
                  <a:pt x="3201" y="0"/>
                  <a:pt x="2890" y="197"/>
                  <a:pt x="2752" y="481"/>
                </a:cubicBezTo>
                <a:cubicBezTo>
                  <a:pt x="2587" y="352"/>
                  <a:pt x="2379" y="286"/>
                  <a:pt x="2173" y="286"/>
                </a:cubicBezTo>
                <a:cubicBezTo>
                  <a:pt x="2079" y="286"/>
                  <a:pt x="1986" y="300"/>
                  <a:pt x="1897" y="327"/>
                </a:cubicBezTo>
                <a:cubicBezTo>
                  <a:pt x="1601" y="426"/>
                  <a:pt x="1371" y="678"/>
                  <a:pt x="1294" y="963"/>
                </a:cubicBezTo>
                <a:cubicBezTo>
                  <a:pt x="1149" y="810"/>
                  <a:pt x="937" y="722"/>
                  <a:pt x="726" y="722"/>
                </a:cubicBezTo>
                <a:cubicBezTo>
                  <a:pt x="666" y="722"/>
                  <a:pt x="607" y="729"/>
                  <a:pt x="548" y="744"/>
                </a:cubicBezTo>
                <a:cubicBezTo>
                  <a:pt x="285" y="820"/>
                  <a:pt x="66" y="1040"/>
                  <a:pt x="0" y="1303"/>
                </a:cubicBezTo>
                <a:lnTo>
                  <a:pt x="5416" y="1358"/>
                </a:lnTo>
                <a:cubicBezTo>
                  <a:pt x="5428" y="1105"/>
                  <a:pt x="5296" y="842"/>
                  <a:pt x="5077" y="711"/>
                </a:cubicBezTo>
                <a:cubicBezTo>
                  <a:pt x="4972" y="648"/>
                  <a:pt x="4849" y="617"/>
                  <a:pt x="4726" y="617"/>
                </a:cubicBezTo>
                <a:cubicBezTo>
                  <a:pt x="4592" y="617"/>
                  <a:pt x="4456" y="653"/>
                  <a:pt x="4342" y="722"/>
                </a:cubicBezTo>
                <a:cubicBezTo>
                  <a:pt x="4287" y="360"/>
                  <a:pt x="3991" y="64"/>
                  <a:pt x="3640" y="9"/>
                </a:cubicBezTo>
                <a:cubicBezTo>
                  <a:pt x="3601" y="3"/>
                  <a:pt x="3563" y="0"/>
                  <a:pt x="35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spTree>
      <p:nvGrpSpPr>
        <p:cNvPr id="523" name="Shape 523"/>
        <p:cNvGrpSpPr/>
        <p:nvPr/>
      </p:nvGrpSpPr>
      <p:grpSpPr>
        <a:xfrm>
          <a:off x="0" y="0"/>
          <a:ext cx="0" cy="0"/>
          <a:chOff x="0" y="0"/>
          <a:chExt cx="0" cy="0"/>
        </a:xfrm>
      </p:grpSpPr>
      <p:sp>
        <p:nvSpPr>
          <p:cNvPr id="524" name="Google Shape;524;p2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525" name="Google Shape;525;p28"/>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526" name="Google Shape;526;p2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sz="1100"/>
            </a:lvl1pPr>
            <a:lvl2pPr lvl="1" rtl="0" algn="l">
              <a:lnSpc>
                <a:spcPct val="100000"/>
              </a:lnSpc>
              <a:spcBef>
                <a:spcPts val="0"/>
              </a:spcBef>
              <a:spcAft>
                <a:spcPts val="0"/>
              </a:spcAft>
              <a:buSzPts val="1100"/>
              <a:buNone/>
              <a:defRPr sz="1100"/>
            </a:lvl2pPr>
            <a:lvl3pPr lvl="2" rtl="0" algn="l">
              <a:lnSpc>
                <a:spcPct val="100000"/>
              </a:lnSpc>
              <a:spcBef>
                <a:spcPts val="0"/>
              </a:spcBef>
              <a:spcAft>
                <a:spcPts val="0"/>
              </a:spcAft>
              <a:buSzPts val="1100"/>
              <a:buNone/>
              <a:defRPr sz="1100"/>
            </a:lvl3pPr>
            <a:lvl4pPr lvl="3" rtl="0" algn="l">
              <a:lnSpc>
                <a:spcPct val="100000"/>
              </a:lnSpc>
              <a:spcBef>
                <a:spcPts val="0"/>
              </a:spcBef>
              <a:spcAft>
                <a:spcPts val="0"/>
              </a:spcAft>
              <a:buSzPts val="1100"/>
              <a:buNone/>
              <a:defRPr sz="1100"/>
            </a:lvl4pPr>
            <a:lvl5pPr lvl="4" rtl="0" algn="l">
              <a:lnSpc>
                <a:spcPct val="100000"/>
              </a:lnSpc>
              <a:spcBef>
                <a:spcPts val="0"/>
              </a:spcBef>
              <a:spcAft>
                <a:spcPts val="0"/>
              </a:spcAft>
              <a:buSzPts val="1100"/>
              <a:buNone/>
              <a:defRPr sz="1100"/>
            </a:lvl5pPr>
            <a:lvl6pPr lvl="5" rtl="0" algn="l">
              <a:lnSpc>
                <a:spcPct val="100000"/>
              </a:lnSpc>
              <a:spcBef>
                <a:spcPts val="0"/>
              </a:spcBef>
              <a:spcAft>
                <a:spcPts val="0"/>
              </a:spcAft>
              <a:buSzPts val="1100"/>
              <a:buNone/>
              <a:defRPr sz="1100"/>
            </a:lvl6pPr>
            <a:lvl7pPr lvl="6" rtl="0" algn="l">
              <a:lnSpc>
                <a:spcPct val="100000"/>
              </a:lnSpc>
              <a:spcBef>
                <a:spcPts val="0"/>
              </a:spcBef>
              <a:spcAft>
                <a:spcPts val="0"/>
              </a:spcAft>
              <a:buSzPts val="1100"/>
              <a:buNone/>
              <a:defRPr sz="1100"/>
            </a:lvl7pPr>
            <a:lvl8pPr lvl="7" rtl="0" algn="l">
              <a:lnSpc>
                <a:spcPct val="100000"/>
              </a:lnSpc>
              <a:spcBef>
                <a:spcPts val="0"/>
              </a:spcBef>
              <a:spcAft>
                <a:spcPts val="0"/>
              </a:spcAft>
              <a:buSzPts val="1100"/>
              <a:buNone/>
              <a:defRPr sz="1100"/>
            </a:lvl8pPr>
            <a:lvl9pPr lvl="8" rtl="0" algn="l">
              <a:lnSpc>
                <a:spcPct val="100000"/>
              </a:lnSpc>
              <a:spcBef>
                <a:spcPts val="0"/>
              </a:spcBef>
              <a:spcAft>
                <a:spcPts val="0"/>
              </a:spcAft>
              <a:buSzPts val="1100"/>
              <a:buNone/>
              <a:defRPr sz="1100"/>
            </a:lvl9pPr>
          </a:lstStyle>
          <a:p/>
        </p:txBody>
      </p:sp>
      <p:sp>
        <p:nvSpPr>
          <p:cNvPr id="527" name="Google Shape;527;p2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sz="1100"/>
            </a:lvl1pPr>
            <a:lvl2pPr lvl="1" rtl="0" algn="l">
              <a:lnSpc>
                <a:spcPct val="100000"/>
              </a:lnSpc>
              <a:spcBef>
                <a:spcPts val="0"/>
              </a:spcBef>
              <a:spcAft>
                <a:spcPts val="0"/>
              </a:spcAft>
              <a:buSzPts val="1100"/>
              <a:buNone/>
              <a:defRPr sz="1100"/>
            </a:lvl2pPr>
            <a:lvl3pPr lvl="2" rtl="0" algn="l">
              <a:lnSpc>
                <a:spcPct val="100000"/>
              </a:lnSpc>
              <a:spcBef>
                <a:spcPts val="0"/>
              </a:spcBef>
              <a:spcAft>
                <a:spcPts val="0"/>
              </a:spcAft>
              <a:buSzPts val="1100"/>
              <a:buNone/>
              <a:defRPr sz="1100"/>
            </a:lvl3pPr>
            <a:lvl4pPr lvl="3" rtl="0" algn="l">
              <a:lnSpc>
                <a:spcPct val="100000"/>
              </a:lnSpc>
              <a:spcBef>
                <a:spcPts val="0"/>
              </a:spcBef>
              <a:spcAft>
                <a:spcPts val="0"/>
              </a:spcAft>
              <a:buSzPts val="1100"/>
              <a:buNone/>
              <a:defRPr sz="1100"/>
            </a:lvl4pPr>
            <a:lvl5pPr lvl="4" rtl="0" algn="l">
              <a:lnSpc>
                <a:spcPct val="100000"/>
              </a:lnSpc>
              <a:spcBef>
                <a:spcPts val="0"/>
              </a:spcBef>
              <a:spcAft>
                <a:spcPts val="0"/>
              </a:spcAft>
              <a:buSzPts val="1100"/>
              <a:buNone/>
              <a:defRPr sz="1100"/>
            </a:lvl5pPr>
            <a:lvl6pPr lvl="5" rtl="0" algn="l">
              <a:lnSpc>
                <a:spcPct val="100000"/>
              </a:lnSpc>
              <a:spcBef>
                <a:spcPts val="0"/>
              </a:spcBef>
              <a:spcAft>
                <a:spcPts val="0"/>
              </a:spcAft>
              <a:buSzPts val="1100"/>
              <a:buNone/>
              <a:defRPr sz="1100"/>
            </a:lvl6pPr>
            <a:lvl7pPr lvl="6" rtl="0" algn="l">
              <a:lnSpc>
                <a:spcPct val="100000"/>
              </a:lnSpc>
              <a:spcBef>
                <a:spcPts val="0"/>
              </a:spcBef>
              <a:spcAft>
                <a:spcPts val="0"/>
              </a:spcAft>
              <a:buSzPts val="1100"/>
              <a:buNone/>
              <a:defRPr sz="1100"/>
            </a:lvl7pPr>
            <a:lvl8pPr lvl="7" rtl="0" algn="l">
              <a:lnSpc>
                <a:spcPct val="100000"/>
              </a:lnSpc>
              <a:spcBef>
                <a:spcPts val="0"/>
              </a:spcBef>
              <a:spcAft>
                <a:spcPts val="0"/>
              </a:spcAft>
              <a:buSzPts val="1100"/>
              <a:buNone/>
              <a:defRPr sz="1100"/>
            </a:lvl8pPr>
            <a:lvl9pPr lvl="8" rtl="0" algn="l">
              <a:lnSpc>
                <a:spcPct val="100000"/>
              </a:lnSpc>
              <a:spcBef>
                <a:spcPts val="0"/>
              </a:spcBef>
              <a:spcAft>
                <a:spcPts val="0"/>
              </a:spcAft>
              <a:buSzPts val="1100"/>
              <a:buNone/>
              <a:defRPr sz="1100"/>
            </a:lvl9pPr>
          </a:lstStyle>
          <a:p/>
        </p:txBody>
      </p:sp>
      <p:sp>
        <p:nvSpPr>
          <p:cNvPr id="528" name="Google Shape;528;p2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p:cSld name="TITLE_1">
    <p:spTree>
      <p:nvGrpSpPr>
        <p:cNvPr id="529" name="Shape 529"/>
        <p:cNvGrpSpPr/>
        <p:nvPr/>
      </p:nvGrpSpPr>
      <p:grpSpPr>
        <a:xfrm>
          <a:off x="0" y="0"/>
          <a:ext cx="0" cy="0"/>
          <a:chOff x="0" y="0"/>
          <a:chExt cx="0" cy="0"/>
        </a:xfrm>
      </p:grpSpPr>
      <p:sp>
        <p:nvSpPr>
          <p:cNvPr id="530" name="Google Shape;530;p29"/>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Play"/>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31" name="Google Shape;531;p29"/>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532" name="Google Shape;532;p2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33" name="Google Shape;533;p2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34" name="Google Shape;534;p2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theme" Target="../theme/theme2.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500"/>
              <a:buFont typeface="Bakbak One"/>
              <a:buNone/>
              <a:defRPr sz="3500">
                <a:solidFill>
                  <a:schemeClr val="dk1"/>
                </a:solidFill>
                <a:latin typeface="Bakbak One"/>
                <a:ea typeface="Bakbak One"/>
                <a:cs typeface="Bakbak One"/>
                <a:sym typeface="Bakbak One"/>
              </a:defRPr>
            </a:lvl1pPr>
            <a:lvl2pPr lvl="1" rtl="0">
              <a:spcBef>
                <a:spcPts val="0"/>
              </a:spcBef>
              <a:spcAft>
                <a:spcPts val="0"/>
              </a:spcAft>
              <a:buClr>
                <a:schemeClr val="dk1"/>
              </a:buClr>
              <a:buSzPts val="3500"/>
              <a:buFont typeface="Bakbak One"/>
              <a:buNone/>
              <a:defRPr sz="3500">
                <a:solidFill>
                  <a:schemeClr val="dk1"/>
                </a:solidFill>
                <a:latin typeface="Bakbak One"/>
                <a:ea typeface="Bakbak One"/>
                <a:cs typeface="Bakbak One"/>
                <a:sym typeface="Bakbak One"/>
              </a:defRPr>
            </a:lvl2pPr>
            <a:lvl3pPr lvl="2" rtl="0">
              <a:spcBef>
                <a:spcPts val="0"/>
              </a:spcBef>
              <a:spcAft>
                <a:spcPts val="0"/>
              </a:spcAft>
              <a:buClr>
                <a:schemeClr val="dk1"/>
              </a:buClr>
              <a:buSzPts val="3500"/>
              <a:buFont typeface="Bakbak One"/>
              <a:buNone/>
              <a:defRPr sz="3500">
                <a:solidFill>
                  <a:schemeClr val="dk1"/>
                </a:solidFill>
                <a:latin typeface="Bakbak One"/>
                <a:ea typeface="Bakbak One"/>
                <a:cs typeface="Bakbak One"/>
                <a:sym typeface="Bakbak One"/>
              </a:defRPr>
            </a:lvl3pPr>
            <a:lvl4pPr lvl="3" rtl="0">
              <a:spcBef>
                <a:spcPts val="0"/>
              </a:spcBef>
              <a:spcAft>
                <a:spcPts val="0"/>
              </a:spcAft>
              <a:buClr>
                <a:schemeClr val="dk1"/>
              </a:buClr>
              <a:buSzPts val="3500"/>
              <a:buFont typeface="Bakbak One"/>
              <a:buNone/>
              <a:defRPr sz="3500">
                <a:solidFill>
                  <a:schemeClr val="dk1"/>
                </a:solidFill>
                <a:latin typeface="Bakbak One"/>
                <a:ea typeface="Bakbak One"/>
                <a:cs typeface="Bakbak One"/>
                <a:sym typeface="Bakbak One"/>
              </a:defRPr>
            </a:lvl4pPr>
            <a:lvl5pPr lvl="4" rtl="0">
              <a:spcBef>
                <a:spcPts val="0"/>
              </a:spcBef>
              <a:spcAft>
                <a:spcPts val="0"/>
              </a:spcAft>
              <a:buClr>
                <a:schemeClr val="dk1"/>
              </a:buClr>
              <a:buSzPts val="3500"/>
              <a:buFont typeface="Bakbak One"/>
              <a:buNone/>
              <a:defRPr sz="3500">
                <a:solidFill>
                  <a:schemeClr val="dk1"/>
                </a:solidFill>
                <a:latin typeface="Bakbak One"/>
                <a:ea typeface="Bakbak One"/>
                <a:cs typeface="Bakbak One"/>
                <a:sym typeface="Bakbak One"/>
              </a:defRPr>
            </a:lvl5pPr>
            <a:lvl6pPr lvl="5" rtl="0">
              <a:spcBef>
                <a:spcPts val="0"/>
              </a:spcBef>
              <a:spcAft>
                <a:spcPts val="0"/>
              </a:spcAft>
              <a:buClr>
                <a:schemeClr val="dk1"/>
              </a:buClr>
              <a:buSzPts val="3500"/>
              <a:buFont typeface="Bakbak One"/>
              <a:buNone/>
              <a:defRPr sz="3500">
                <a:solidFill>
                  <a:schemeClr val="dk1"/>
                </a:solidFill>
                <a:latin typeface="Bakbak One"/>
                <a:ea typeface="Bakbak One"/>
                <a:cs typeface="Bakbak One"/>
                <a:sym typeface="Bakbak One"/>
              </a:defRPr>
            </a:lvl6pPr>
            <a:lvl7pPr lvl="6" rtl="0">
              <a:spcBef>
                <a:spcPts val="0"/>
              </a:spcBef>
              <a:spcAft>
                <a:spcPts val="0"/>
              </a:spcAft>
              <a:buClr>
                <a:schemeClr val="dk1"/>
              </a:buClr>
              <a:buSzPts val="3500"/>
              <a:buFont typeface="Bakbak One"/>
              <a:buNone/>
              <a:defRPr sz="3500">
                <a:solidFill>
                  <a:schemeClr val="dk1"/>
                </a:solidFill>
                <a:latin typeface="Bakbak One"/>
                <a:ea typeface="Bakbak One"/>
                <a:cs typeface="Bakbak One"/>
                <a:sym typeface="Bakbak One"/>
              </a:defRPr>
            </a:lvl7pPr>
            <a:lvl8pPr lvl="7" rtl="0">
              <a:spcBef>
                <a:spcPts val="0"/>
              </a:spcBef>
              <a:spcAft>
                <a:spcPts val="0"/>
              </a:spcAft>
              <a:buClr>
                <a:schemeClr val="dk1"/>
              </a:buClr>
              <a:buSzPts val="3500"/>
              <a:buFont typeface="Bakbak One"/>
              <a:buNone/>
              <a:defRPr sz="3500">
                <a:solidFill>
                  <a:schemeClr val="dk1"/>
                </a:solidFill>
                <a:latin typeface="Bakbak One"/>
                <a:ea typeface="Bakbak One"/>
                <a:cs typeface="Bakbak One"/>
                <a:sym typeface="Bakbak One"/>
              </a:defRPr>
            </a:lvl8pPr>
            <a:lvl9pPr lvl="8" rtl="0">
              <a:spcBef>
                <a:spcPts val="0"/>
              </a:spcBef>
              <a:spcAft>
                <a:spcPts val="0"/>
              </a:spcAft>
              <a:buClr>
                <a:schemeClr val="dk1"/>
              </a:buClr>
              <a:buSzPts val="3500"/>
              <a:buFont typeface="Bakbak One"/>
              <a:buNone/>
              <a:defRPr sz="3500">
                <a:solidFill>
                  <a:schemeClr val="dk1"/>
                </a:solidFill>
                <a:latin typeface="Bakbak One"/>
                <a:ea typeface="Bakbak One"/>
                <a:cs typeface="Bakbak One"/>
                <a:sym typeface="Bakbak One"/>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Anek Gujarati"/>
              <a:buChar char="●"/>
              <a:defRPr sz="1200">
                <a:solidFill>
                  <a:schemeClr val="dk1"/>
                </a:solidFill>
                <a:latin typeface="Anek Gujarati"/>
                <a:ea typeface="Anek Gujarati"/>
                <a:cs typeface="Anek Gujarati"/>
                <a:sym typeface="Anek Gujarati"/>
              </a:defRPr>
            </a:lvl1pPr>
            <a:lvl2pPr indent="-304800" lvl="1" marL="914400">
              <a:lnSpc>
                <a:spcPct val="100000"/>
              </a:lnSpc>
              <a:spcBef>
                <a:spcPts val="1600"/>
              </a:spcBef>
              <a:spcAft>
                <a:spcPts val="0"/>
              </a:spcAft>
              <a:buClr>
                <a:schemeClr val="dk1"/>
              </a:buClr>
              <a:buSzPts val="1200"/>
              <a:buFont typeface="Anek Gujarati"/>
              <a:buChar char="○"/>
              <a:defRPr sz="1200">
                <a:solidFill>
                  <a:schemeClr val="dk1"/>
                </a:solidFill>
                <a:latin typeface="Anek Gujarati"/>
                <a:ea typeface="Anek Gujarati"/>
                <a:cs typeface="Anek Gujarati"/>
                <a:sym typeface="Anek Gujarati"/>
              </a:defRPr>
            </a:lvl2pPr>
            <a:lvl3pPr indent="-304800" lvl="2" marL="1371600">
              <a:lnSpc>
                <a:spcPct val="100000"/>
              </a:lnSpc>
              <a:spcBef>
                <a:spcPts val="1600"/>
              </a:spcBef>
              <a:spcAft>
                <a:spcPts val="0"/>
              </a:spcAft>
              <a:buClr>
                <a:schemeClr val="dk1"/>
              </a:buClr>
              <a:buSzPts val="1200"/>
              <a:buFont typeface="Anek Gujarati"/>
              <a:buChar char="■"/>
              <a:defRPr sz="1200">
                <a:solidFill>
                  <a:schemeClr val="dk1"/>
                </a:solidFill>
                <a:latin typeface="Anek Gujarati"/>
                <a:ea typeface="Anek Gujarati"/>
                <a:cs typeface="Anek Gujarati"/>
                <a:sym typeface="Anek Gujarati"/>
              </a:defRPr>
            </a:lvl3pPr>
            <a:lvl4pPr indent="-304800" lvl="3" marL="1828800">
              <a:lnSpc>
                <a:spcPct val="100000"/>
              </a:lnSpc>
              <a:spcBef>
                <a:spcPts val="1600"/>
              </a:spcBef>
              <a:spcAft>
                <a:spcPts val="0"/>
              </a:spcAft>
              <a:buClr>
                <a:schemeClr val="dk1"/>
              </a:buClr>
              <a:buSzPts val="1200"/>
              <a:buFont typeface="Anek Gujarati"/>
              <a:buChar char="●"/>
              <a:defRPr sz="1200">
                <a:solidFill>
                  <a:schemeClr val="dk1"/>
                </a:solidFill>
                <a:latin typeface="Anek Gujarati"/>
                <a:ea typeface="Anek Gujarati"/>
                <a:cs typeface="Anek Gujarati"/>
                <a:sym typeface="Anek Gujarati"/>
              </a:defRPr>
            </a:lvl4pPr>
            <a:lvl5pPr indent="-304800" lvl="4" marL="2286000">
              <a:lnSpc>
                <a:spcPct val="100000"/>
              </a:lnSpc>
              <a:spcBef>
                <a:spcPts val="1600"/>
              </a:spcBef>
              <a:spcAft>
                <a:spcPts val="0"/>
              </a:spcAft>
              <a:buClr>
                <a:schemeClr val="dk1"/>
              </a:buClr>
              <a:buSzPts val="1200"/>
              <a:buFont typeface="Anek Gujarati"/>
              <a:buChar char="○"/>
              <a:defRPr sz="1200">
                <a:solidFill>
                  <a:schemeClr val="dk1"/>
                </a:solidFill>
                <a:latin typeface="Anek Gujarati"/>
                <a:ea typeface="Anek Gujarati"/>
                <a:cs typeface="Anek Gujarati"/>
                <a:sym typeface="Anek Gujarati"/>
              </a:defRPr>
            </a:lvl5pPr>
            <a:lvl6pPr indent="-304800" lvl="5" marL="2743200">
              <a:lnSpc>
                <a:spcPct val="100000"/>
              </a:lnSpc>
              <a:spcBef>
                <a:spcPts val="1600"/>
              </a:spcBef>
              <a:spcAft>
                <a:spcPts val="0"/>
              </a:spcAft>
              <a:buClr>
                <a:schemeClr val="dk1"/>
              </a:buClr>
              <a:buSzPts val="1200"/>
              <a:buFont typeface="Anek Gujarati"/>
              <a:buChar char="■"/>
              <a:defRPr sz="1200">
                <a:solidFill>
                  <a:schemeClr val="dk1"/>
                </a:solidFill>
                <a:latin typeface="Anek Gujarati"/>
                <a:ea typeface="Anek Gujarati"/>
                <a:cs typeface="Anek Gujarati"/>
                <a:sym typeface="Anek Gujarati"/>
              </a:defRPr>
            </a:lvl6pPr>
            <a:lvl7pPr indent="-304800" lvl="6" marL="3200400">
              <a:lnSpc>
                <a:spcPct val="100000"/>
              </a:lnSpc>
              <a:spcBef>
                <a:spcPts val="1600"/>
              </a:spcBef>
              <a:spcAft>
                <a:spcPts val="0"/>
              </a:spcAft>
              <a:buClr>
                <a:schemeClr val="dk1"/>
              </a:buClr>
              <a:buSzPts val="1200"/>
              <a:buFont typeface="Anek Gujarati"/>
              <a:buChar char="●"/>
              <a:defRPr sz="1200">
                <a:solidFill>
                  <a:schemeClr val="dk1"/>
                </a:solidFill>
                <a:latin typeface="Anek Gujarati"/>
                <a:ea typeface="Anek Gujarati"/>
                <a:cs typeface="Anek Gujarati"/>
                <a:sym typeface="Anek Gujarati"/>
              </a:defRPr>
            </a:lvl7pPr>
            <a:lvl8pPr indent="-304800" lvl="7" marL="3657600">
              <a:lnSpc>
                <a:spcPct val="100000"/>
              </a:lnSpc>
              <a:spcBef>
                <a:spcPts val="1600"/>
              </a:spcBef>
              <a:spcAft>
                <a:spcPts val="0"/>
              </a:spcAft>
              <a:buClr>
                <a:schemeClr val="dk1"/>
              </a:buClr>
              <a:buSzPts val="1200"/>
              <a:buFont typeface="Anek Gujarati"/>
              <a:buChar char="○"/>
              <a:defRPr sz="1200">
                <a:solidFill>
                  <a:schemeClr val="dk1"/>
                </a:solidFill>
                <a:latin typeface="Anek Gujarati"/>
                <a:ea typeface="Anek Gujarati"/>
                <a:cs typeface="Anek Gujarati"/>
                <a:sym typeface="Anek Gujarati"/>
              </a:defRPr>
            </a:lvl8pPr>
            <a:lvl9pPr indent="-304800" lvl="8" marL="4114800">
              <a:lnSpc>
                <a:spcPct val="100000"/>
              </a:lnSpc>
              <a:spcBef>
                <a:spcPts val="1600"/>
              </a:spcBef>
              <a:spcAft>
                <a:spcPts val="1600"/>
              </a:spcAft>
              <a:buClr>
                <a:schemeClr val="dk1"/>
              </a:buClr>
              <a:buSzPts val="1200"/>
              <a:buFont typeface="Anek Gujarati"/>
              <a:buChar char="■"/>
              <a:defRPr sz="1200">
                <a:solidFill>
                  <a:schemeClr val="dk1"/>
                </a:solidFill>
                <a:latin typeface="Anek Gujarati"/>
                <a:ea typeface="Anek Gujarati"/>
                <a:cs typeface="Anek Gujarati"/>
                <a:sym typeface="Anek Gujarati"/>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4.png"/><Relationship Id="rId4" Type="http://schemas.openxmlformats.org/officeDocument/2006/relationships/image" Target="../media/image23.png"/><Relationship Id="rId5" Type="http://schemas.openxmlformats.org/officeDocument/2006/relationships/image" Target="../media/image2.png"/><Relationship Id="rId6"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2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3.png"/><Relationship Id="rId9" Type="http://schemas.openxmlformats.org/officeDocument/2006/relationships/image" Target="../media/image5.png"/><Relationship Id="rId5" Type="http://schemas.openxmlformats.org/officeDocument/2006/relationships/image" Target="../media/image19.png"/><Relationship Id="rId6" Type="http://schemas.openxmlformats.org/officeDocument/2006/relationships/image" Target="../media/image14.png"/><Relationship Id="rId7" Type="http://schemas.openxmlformats.org/officeDocument/2006/relationships/image" Target="../media/image13.png"/><Relationship Id="rId8" Type="http://schemas.openxmlformats.org/officeDocument/2006/relationships/image" Target="../media/image4.png"/><Relationship Id="rId11" Type="http://schemas.openxmlformats.org/officeDocument/2006/relationships/image" Target="../media/image18.png"/><Relationship Id="rId10" Type="http://schemas.openxmlformats.org/officeDocument/2006/relationships/image" Target="../media/image6.png"/><Relationship Id="rId13" Type="http://schemas.openxmlformats.org/officeDocument/2006/relationships/image" Target="../media/image12.png"/><Relationship Id="rId12" Type="http://schemas.openxmlformats.org/officeDocument/2006/relationships/image" Target="../media/image15.png"/><Relationship Id="rId1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21.jp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22.jpg"/><Relationship Id="rId4" Type="http://schemas.openxmlformats.org/officeDocument/2006/relationships/hyperlink" Target="mailto:marielle.cuellar@efcaz.com.br" TargetMode="External"/><Relationship Id="rId5" Type="http://schemas.openxmlformats.org/officeDocument/2006/relationships/image" Target="../media/image16.png"/><Relationship Id="rId6" Type="http://schemas.openxmlformats.org/officeDocument/2006/relationships/hyperlink" Target="http://www.efcaz.com.br"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pic>
        <p:nvPicPr>
          <p:cNvPr id="539" name="Google Shape;539;p30"/>
          <p:cNvPicPr preferRelativeResize="0"/>
          <p:nvPr/>
        </p:nvPicPr>
        <p:blipFill rotWithShape="1">
          <a:blip r:embed="rId3">
            <a:alphaModFix/>
          </a:blip>
          <a:srcRect b="0" l="9232" r="59375" t="0"/>
          <a:stretch/>
        </p:blipFill>
        <p:spPr>
          <a:xfrm flipH="1">
            <a:off x="5600401" y="-12"/>
            <a:ext cx="2870525" cy="5143524"/>
          </a:xfrm>
          <a:prstGeom prst="rect">
            <a:avLst/>
          </a:prstGeom>
          <a:noFill/>
          <a:ln>
            <a:noFill/>
          </a:ln>
        </p:spPr>
      </p:pic>
      <p:pic>
        <p:nvPicPr>
          <p:cNvPr id="540" name="Google Shape;540;p30"/>
          <p:cNvPicPr preferRelativeResize="0"/>
          <p:nvPr/>
        </p:nvPicPr>
        <p:blipFill>
          <a:blip r:embed="rId4">
            <a:alphaModFix/>
          </a:blip>
          <a:stretch>
            <a:fillRect/>
          </a:stretch>
        </p:blipFill>
        <p:spPr>
          <a:xfrm flipH="1">
            <a:off x="4373849" y="610899"/>
            <a:ext cx="8057976" cy="4532574"/>
          </a:xfrm>
          <a:prstGeom prst="rect">
            <a:avLst/>
          </a:prstGeom>
          <a:noFill/>
          <a:ln>
            <a:noFill/>
          </a:ln>
        </p:spPr>
      </p:pic>
      <p:sp>
        <p:nvSpPr>
          <p:cNvPr id="541" name="Google Shape;541;p30"/>
          <p:cNvSpPr txBox="1"/>
          <p:nvPr/>
        </p:nvSpPr>
        <p:spPr>
          <a:xfrm>
            <a:off x="814845" y="4424200"/>
            <a:ext cx="2187600" cy="369300"/>
          </a:xfrm>
          <a:prstGeom prst="rect">
            <a:avLst/>
          </a:prstGeom>
          <a:noFill/>
          <a:ln>
            <a:noFill/>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b="1" lang="en" sz="1200">
                <a:solidFill>
                  <a:srgbClr val="0BA2B9"/>
                </a:solidFill>
                <a:latin typeface="Barlow"/>
                <a:ea typeface="Barlow"/>
                <a:cs typeface="Barlow"/>
                <a:sym typeface="Barlow"/>
              </a:rPr>
              <a:t>Validade da Proposta: 30 dias</a:t>
            </a:r>
            <a:endParaRPr b="1" sz="1200">
              <a:solidFill>
                <a:srgbClr val="0BA2B9"/>
              </a:solidFill>
              <a:latin typeface="Barlow"/>
              <a:ea typeface="Barlow"/>
              <a:cs typeface="Barlow"/>
              <a:sym typeface="Barlow"/>
            </a:endParaRPr>
          </a:p>
        </p:txBody>
      </p:sp>
      <p:sp>
        <p:nvSpPr>
          <p:cNvPr id="542" name="Google Shape;542;p30"/>
          <p:cNvSpPr txBox="1"/>
          <p:nvPr/>
        </p:nvSpPr>
        <p:spPr>
          <a:xfrm>
            <a:off x="2562612" y="2364923"/>
            <a:ext cx="766800" cy="815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4100">
                <a:solidFill>
                  <a:srgbClr val="52AFC8"/>
                </a:solidFill>
                <a:latin typeface="Barlow Black"/>
                <a:ea typeface="Barlow Black"/>
                <a:cs typeface="Barlow Black"/>
                <a:sym typeface="Barlow Black"/>
              </a:rPr>
              <a:t>+</a:t>
            </a:r>
            <a:endParaRPr sz="3600">
              <a:latin typeface="Barlow Black"/>
              <a:ea typeface="Barlow Black"/>
              <a:cs typeface="Barlow Black"/>
              <a:sym typeface="Barlow Black"/>
            </a:endParaRPr>
          </a:p>
        </p:txBody>
      </p:sp>
      <p:pic>
        <p:nvPicPr>
          <p:cNvPr id="543" name="Google Shape;543;p30"/>
          <p:cNvPicPr preferRelativeResize="0"/>
          <p:nvPr/>
        </p:nvPicPr>
        <p:blipFill rotWithShape="1">
          <a:blip r:embed="rId5">
            <a:alphaModFix/>
          </a:blip>
          <a:srcRect b="0" l="189" r="189" t="0"/>
          <a:stretch/>
        </p:blipFill>
        <p:spPr>
          <a:xfrm>
            <a:off x="814850" y="2434629"/>
            <a:ext cx="1854400" cy="599490"/>
          </a:xfrm>
          <a:prstGeom prst="rect">
            <a:avLst/>
          </a:prstGeom>
          <a:noFill/>
          <a:ln>
            <a:noFill/>
          </a:ln>
        </p:spPr>
      </p:pic>
      <p:sp>
        <p:nvSpPr>
          <p:cNvPr id="544" name="Google Shape;544;p30"/>
          <p:cNvSpPr txBox="1"/>
          <p:nvPr/>
        </p:nvSpPr>
        <p:spPr>
          <a:xfrm>
            <a:off x="716100" y="723150"/>
            <a:ext cx="3311700" cy="1240500"/>
          </a:xfrm>
          <a:prstGeom prst="rect">
            <a:avLst/>
          </a:prstGeom>
          <a:noFill/>
          <a:ln>
            <a:noFill/>
          </a:ln>
        </p:spPr>
        <p:txBody>
          <a:bodyPr anchorCtr="0" anchor="ctr" bIns="91425" lIns="91425" spcFirstLastPara="1" rIns="91425" wrap="square" tIns="91425">
            <a:spAutoFit/>
          </a:bodyPr>
          <a:lstStyle/>
          <a:p>
            <a:pPr indent="0" lvl="0" marL="0" rtl="0" algn="l">
              <a:lnSpc>
                <a:spcPct val="70000"/>
              </a:lnSpc>
              <a:spcBef>
                <a:spcPts val="0"/>
              </a:spcBef>
              <a:spcAft>
                <a:spcPts val="0"/>
              </a:spcAft>
              <a:buNone/>
            </a:pPr>
            <a:r>
              <a:rPr lang="en" sz="4900">
                <a:solidFill>
                  <a:srgbClr val="0BA2B9"/>
                </a:solidFill>
                <a:latin typeface="Barlow"/>
                <a:ea typeface="Barlow"/>
                <a:cs typeface="Barlow"/>
                <a:sym typeface="Barlow"/>
              </a:rPr>
              <a:t>Proposta</a:t>
            </a:r>
            <a:endParaRPr sz="4900">
              <a:solidFill>
                <a:srgbClr val="0BA2B9"/>
              </a:solidFill>
              <a:latin typeface="Barlow"/>
              <a:ea typeface="Barlow"/>
              <a:cs typeface="Barlow"/>
              <a:sym typeface="Barlow"/>
            </a:endParaRPr>
          </a:p>
          <a:p>
            <a:pPr indent="0" lvl="0" marL="0" rtl="0" algn="l">
              <a:lnSpc>
                <a:spcPct val="70000"/>
              </a:lnSpc>
              <a:spcBef>
                <a:spcPts val="0"/>
              </a:spcBef>
              <a:spcAft>
                <a:spcPts val="0"/>
              </a:spcAft>
              <a:buNone/>
            </a:pPr>
            <a:r>
              <a:rPr b="1" lang="en" sz="4900">
                <a:solidFill>
                  <a:srgbClr val="0BA2B9"/>
                </a:solidFill>
                <a:latin typeface="Barlow"/>
                <a:ea typeface="Barlow"/>
                <a:cs typeface="Barlow"/>
                <a:sym typeface="Barlow"/>
              </a:rPr>
              <a:t>Comercial</a:t>
            </a:r>
            <a:endParaRPr b="1" sz="4900">
              <a:solidFill>
                <a:srgbClr val="0BA2B9"/>
              </a:solidFill>
              <a:latin typeface="Barlow"/>
              <a:ea typeface="Barlow"/>
              <a:cs typeface="Barlow"/>
              <a:sym typeface="Barlow"/>
            </a:endParaRPr>
          </a:p>
        </p:txBody>
      </p:sp>
      <p:pic>
        <p:nvPicPr>
          <p:cNvPr id="545" name="Google Shape;545;p30"/>
          <p:cNvPicPr preferRelativeResize="0"/>
          <p:nvPr/>
        </p:nvPicPr>
        <p:blipFill>
          <a:blip r:embed="rId6">
            <a:alphaModFix/>
          </a:blip>
          <a:stretch>
            <a:fillRect/>
          </a:stretch>
        </p:blipFill>
        <p:spPr>
          <a:xfrm>
            <a:off x="3136250" y="1767188"/>
            <a:ext cx="2117576" cy="21175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A2B9"/>
        </a:solidFill>
      </p:bgPr>
    </p:bg>
    <p:spTree>
      <p:nvGrpSpPr>
        <p:cNvPr id="549" name="Shape 549"/>
        <p:cNvGrpSpPr/>
        <p:nvPr/>
      </p:nvGrpSpPr>
      <p:grpSpPr>
        <a:xfrm>
          <a:off x="0" y="0"/>
          <a:ext cx="0" cy="0"/>
          <a:chOff x="0" y="0"/>
          <a:chExt cx="0" cy="0"/>
        </a:xfrm>
      </p:grpSpPr>
      <p:sp>
        <p:nvSpPr>
          <p:cNvPr id="550" name="Google Shape;550;p31"/>
          <p:cNvSpPr txBox="1"/>
          <p:nvPr>
            <p:ph idx="4294967295" type="title"/>
          </p:nvPr>
        </p:nvSpPr>
        <p:spPr>
          <a:xfrm>
            <a:off x="746800" y="351938"/>
            <a:ext cx="4483500" cy="815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4100">
                <a:solidFill>
                  <a:schemeClr val="accent6"/>
                </a:solidFill>
                <a:latin typeface="Barlow Condensed ExtraBold"/>
                <a:ea typeface="Barlow Condensed ExtraBold"/>
                <a:cs typeface="Barlow Condensed ExtraBold"/>
                <a:sym typeface="Barlow Condensed ExtraBold"/>
              </a:rPr>
              <a:t>Apresentação</a:t>
            </a:r>
            <a:endParaRPr sz="4100">
              <a:solidFill>
                <a:schemeClr val="accent6"/>
              </a:solidFill>
              <a:latin typeface="Barlow Condensed ExtraBold"/>
              <a:ea typeface="Barlow Condensed ExtraBold"/>
              <a:cs typeface="Barlow Condensed ExtraBold"/>
              <a:sym typeface="Barlow Condensed ExtraBold"/>
            </a:endParaRPr>
          </a:p>
        </p:txBody>
      </p:sp>
      <p:sp>
        <p:nvSpPr>
          <p:cNvPr id="551" name="Google Shape;551;p31"/>
          <p:cNvSpPr txBox="1"/>
          <p:nvPr>
            <p:ph idx="4294967295" type="body"/>
          </p:nvPr>
        </p:nvSpPr>
        <p:spPr>
          <a:xfrm>
            <a:off x="746800" y="1235963"/>
            <a:ext cx="4124400" cy="3343200"/>
          </a:xfrm>
          <a:prstGeom prst="rect">
            <a:avLst/>
          </a:prstGeom>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accent6"/>
                </a:solidFill>
                <a:latin typeface="Barlow"/>
                <a:ea typeface="Barlow"/>
                <a:cs typeface="Barlow"/>
                <a:sym typeface="Barlow"/>
              </a:rPr>
              <a:t>Prezada Grace,</a:t>
            </a:r>
            <a:endParaRPr>
              <a:solidFill>
                <a:schemeClr val="accent6"/>
              </a:solidFill>
              <a:latin typeface="Barlow"/>
              <a:ea typeface="Barlow"/>
              <a:cs typeface="Barlow"/>
              <a:sym typeface="Barlow"/>
            </a:endParaRPr>
          </a:p>
          <a:p>
            <a:pPr indent="0" lvl="0" marL="0" rtl="0" algn="l">
              <a:lnSpc>
                <a:spcPct val="115000"/>
              </a:lnSpc>
              <a:spcBef>
                <a:spcPts val="0"/>
              </a:spcBef>
              <a:spcAft>
                <a:spcPts val="0"/>
              </a:spcAft>
              <a:buNone/>
            </a:pPr>
            <a:r>
              <a:t/>
            </a:r>
            <a:endParaRPr>
              <a:solidFill>
                <a:schemeClr val="accent6"/>
              </a:solidFill>
              <a:latin typeface="Barlow"/>
              <a:ea typeface="Barlow"/>
              <a:cs typeface="Barlow"/>
              <a:sym typeface="Barlow"/>
            </a:endParaRPr>
          </a:p>
          <a:p>
            <a:pPr indent="0" lvl="0" marL="0" rtl="0" algn="l">
              <a:lnSpc>
                <a:spcPct val="115000"/>
              </a:lnSpc>
              <a:spcBef>
                <a:spcPts val="0"/>
              </a:spcBef>
              <a:spcAft>
                <a:spcPts val="0"/>
              </a:spcAft>
              <a:buNone/>
            </a:pPr>
            <a:r>
              <a:rPr lang="en">
                <a:solidFill>
                  <a:schemeClr val="accent6"/>
                </a:solidFill>
                <a:latin typeface="Barlow"/>
                <a:ea typeface="Barlow"/>
                <a:cs typeface="Barlow"/>
                <a:sym typeface="Barlow"/>
              </a:rPr>
              <a:t>Conforme entendimentos mantidos, temos a satisfação de lhe encaminhar, para devida análise, a proposta comercial para a Renovação de </a:t>
            </a:r>
            <a:r>
              <a:rPr lang="en">
                <a:solidFill>
                  <a:schemeClr val="accent6"/>
                </a:solidFill>
                <a:latin typeface="Barlow"/>
                <a:ea typeface="Barlow"/>
                <a:cs typeface="Barlow"/>
                <a:sym typeface="Barlow"/>
              </a:rPr>
              <a:t>Contrato</a:t>
            </a:r>
            <a:r>
              <a:rPr lang="en">
                <a:solidFill>
                  <a:schemeClr val="accent6"/>
                </a:solidFill>
                <a:latin typeface="Barlow"/>
                <a:ea typeface="Barlow"/>
                <a:cs typeface="Barlow"/>
                <a:sym typeface="Barlow"/>
              </a:rPr>
              <a:t> 2025.</a:t>
            </a:r>
            <a:endParaRPr>
              <a:solidFill>
                <a:schemeClr val="accent6"/>
              </a:solidFill>
              <a:latin typeface="Barlow"/>
              <a:ea typeface="Barlow"/>
              <a:cs typeface="Barlow"/>
              <a:sym typeface="Barlow"/>
            </a:endParaRPr>
          </a:p>
          <a:p>
            <a:pPr indent="0" lvl="0" marL="0" rtl="0" algn="l">
              <a:lnSpc>
                <a:spcPct val="115000"/>
              </a:lnSpc>
              <a:spcBef>
                <a:spcPts val="0"/>
              </a:spcBef>
              <a:spcAft>
                <a:spcPts val="0"/>
              </a:spcAft>
              <a:buNone/>
            </a:pPr>
            <a:r>
              <a:t/>
            </a:r>
            <a:endParaRPr>
              <a:solidFill>
                <a:schemeClr val="accent6"/>
              </a:solidFill>
              <a:latin typeface="Barlow"/>
              <a:ea typeface="Barlow"/>
              <a:cs typeface="Barlow"/>
              <a:sym typeface="Barlow"/>
            </a:endParaRPr>
          </a:p>
          <a:p>
            <a:pPr indent="0" lvl="0" marL="0" rtl="0" algn="l">
              <a:lnSpc>
                <a:spcPct val="115000"/>
              </a:lnSpc>
              <a:spcBef>
                <a:spcPts val="0"/>
              </a:spcBef>
              <a:spcAft>
                <a:spcPts val="0"/>
              </a:spcAft>
              <a:buNone/>
            </a:pPr>
            <a:r>
              <a:rPr lang="en">
                <a:solidFill>
                  <a:schemeClr val="accent6"/>
                </a:solidFill>
                <a:latin typeface="Barlow"/>
                <a:ea typeface="Barlow"/>
                <a:cs typeface="Barlow"/>
                <a:sym typeface="Barlow"/>
              </a:rPr>
              <a:t>Na certeza de oferecer as melhores condições, seja pela qualidade dos nossos produtos ou pela excelência de nossos serviços, devido à posição de destaque da Efcaz. </a:t>
            </a:r>
            <a:endParaRPr>
              <a:solidFill>
                <a:schemeClr val="accent6"/>
              </a:solidFill>
              <a:latin typeface="Barlow"/>
              <a:ea typeface="Barlow"/>
              <a:cs typeface="Barlow"/>
              <a:sym typeface="Barlow"/>
            </a:endParaRPr>
          </a:p>
          <a:p>
            <a:pPr indent="0" lvl="0" marL="0" rtl="0" algn="l">
              <a:lnSpc>
                <a:spcPct val="115000"/>
              </a:lnSpc>
              <a:spcBef>
                <a:spcPts val="0"/>
              </a:spcBef>
              <a:spcAft>
                <a:spcPts val="0"/>
              </a:spcAft>
              <a:buNone/>
            </a:pPr>
            <a:r>
              <a:t/>
            </a:r>
            <a:endParaRPr>
              <a:solidFill>
                <a:schemeClr val="accent6"/>
              </a:solidFill>
              <a:latin typeface="Barlow"/>
              <a:ea typeface="Barlow"/>
              <a:cs typeface="Barlow"/>
              <a:sym typeface="Barlow"/>
            </a:endParaRPr>
          </a:p>
          <a:p>
            <a:pPr indent="0" lvl="0" marL="0" rtl="0" algn="l">
              <a:lnSpc>
                <a:spcPct val="115000"/>
              </a:lnSpc>
              <a:spcBef>
                <a:spcPts val="0"/>
              </a:spcBef>
              <a:spcAft>
                <a:spcPts val="0"/>
              </a:spcAft>
              <a:buNone/>
            </a:pPr>
            <a:r>
              <a:rPr lang="en">
                <a:solidFill>
                  <a:schemeClr val="accent6"/>
                </a:solidFill>
                <a:latin typeface="Barlow"/>
                <a:ea typeface="Barlow"/>
                <a:cs typeface="Barlow"/>
                <a:sym typeface="Barlow"/>
              </a:rPr>
              <a:t>Nos colocamos à disposição para eventuais esclarecimentos sobre a proposta e enviamos nossos cumprimentos. </a:t>
            </a:r>
            <a:endParaRPr>
              <a:solidFill>
                <a:schemeClr val="accent6"/>
              </a:solidFill>
              <a:latin typeface="Barlow"/>
              <a:ea typeface="Barlow"/>
              <a:cs typeface="Barlow"/>
              <a:sym typeface="Barlow"/>
            </a:endParaRPr>
          </a:p>
          <a:p>
            <a:pPr indent="0" lvl="0" marL="0" rtl="0" algn="l">
              <a:lnSpc>
                <a:spcPct val="115000"/>
              </a:lnSpc>
              <a:spcBef>
                <a:spcPts val="0"/>
              </a:spcBef>
              <a:spcAft>
                <a:spcPts val="0"/>
              </a:spcAft>
              <a:buNone/>
            </a:pPr>
            <a:r>
              <a:t/>
            </a:r>
            <a:endParaRPr>
              <a:solidFill>
                <a:schemeClr val="accent6"/>
              </a:solidFill>
              <a:latin typeface="Barlow"/>
              <a:ea typeface="Barlow"/>
              <a:cs typeface="Barlow"/>
              <a:sym typeface="Barlow"/>
            </a:endParaRPr>
          </a:p>
          <a:p>
            <a:pPr indent="0" lvl="0" marL="0" rtl="0" algn="l">
              <a:lnSpc>
                <a:spcPct val="115000"/>
              </a:lnSpc>
              <a:spcBef>
                <a:spcPts val="0"/>
              </a:spcBef>
              <a:spcAft>
                <a:spcPts val="0"/>
              </a:spcAft>
              <a:buNone/>
            </a:pPr>
            <a:r>
              <a:rPr lang="en">
                <a:solidFill>
                  <a:schemeClr val="accent6"/>
                </a:solidFill>
                <a:latin typeface="Barlow"/>
                <a:ea typeface="Barlow"/>
                <a:cs typeface="Barlow"/>
                <a:sym typeface="Barlow"/>
              </a:rPr>
              <a:t>Junho/2025</a:t>
            </a:r>
            <a:endParaRPr>
              <a:solidFill>
                <a:schemeClr val="accent6"/>
              </a:solidFill>
              <a:latin typeface="Barlow"/>
              <a:ea typeface="Barlow"/>
              <a:cs typeface="Barlow"/>
              <a:sym typeface="Barlow"/>
            </a:endParaRPr>
          </a:p>
        </p:txBody>
      </p:sp>
      <p:pic>
        <p:nvPicPr>
          <p:cNvPr id="552" name="Google Shape;552;p31"/>
          <p:cNvPicPr preferRelativeResize="0"/>
          <p:nvPr/>
        </p:nvPicPr>
        <p:blipFill rotWithShape="1">
          <a:blip r:embed="rId3">
            <a:alphaModFix/>
          </a:blip>
          <a:srcRect b="0" l="36886" r="19897" t="0"/>
          <a:stretch/>
        </p:blipFill>
        <p:spPr>
          <a:xfrm>
            <a:off x="5808800" y="0"/>
            <a:ext cx="3335199" cy="51435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32"/>
          <p:cNvSpPr txBox="1"/>
          <p:nvPr/>
        </p:nvSpPr>
        <p:spPr>
          <a:xfrm>
            <a:off x="247200" y="1152625"/>
            <a:ext cx="7918500" cy="3274800"/>
          </a:xfrm>
          <a:prstGeom prst="rect">
            <a:avLst/>
          </a:prstGeom>
          <a:noFill/>
          <a:ln>
            <a:noFill/>
          </a:ln>
        </p:spPr>
        <p:txBody>
          <a:bodyPr anchorCtr="0" anchor="t" bIns="91425" lIns="91425" spcFirstLastPara="1" rIns="0" wrap="square" tIns="91425">
            <a:spAutoFit/>
          </a:bodyPr>
          <a:lstStyle/>
          <a:p>
            <a:pPr indent="-184150" lvl="0" marL="457200" rtl="0" algn="just">
              <a:lnSpc>
                <a:spcPct val="115000"/>
              </a:lnSpc>
              <a:spcBef>
                <a:spcPts val="0"/>
              </a:spcBef>
              <a:spcAft>
                <a:spcPts val="0"/>
              </a:spcAft>
              <a:buClr>
                <a:schemeClr val="dk1"/>
              </a:buClr>
              <a:buSzPts val="1100"/>
              <a:buFont typeface="Barlow"/>
              <a:buAutoNum type="arabicPeriod"/>
            </a:pPr>
            <a:r>
              <a:rPr lang="en" sz="1100">
                <a:solidFill>
                  <a:schemeClr val="dk1"/>
                </a:solidFill>
                <a:latin typeface="Barlow"/>
                <a:ea typeface="Barlow"/>
                <a:cs typeface="Barlow"/>
                <a:sym typeface="Barlow"/>
              </a:rPr>
              <a:t>Para todos os módulos consideramos a implantação sem qualquer tipo de customização. Caso seja identificado algum requisito impeditivo, que demande desenvolvimento para ser atendido, este implicará em custos e prazos adicionais. Esse atendimento será alvo de uma nova Proposta Técnico Comercial após a análise de viabilidade que será realizada pela Efcaz.</a:t>
            </a:r>
            <a:endParaRPr sz="1100">
              <a:solidFill>
                <a:schemeClr val="dk1"/>
              </a:solidFill>
              <a:latin typeface="Barlow"/>
              <a:ea typeface="Barlow"/>
              <a:cs typeface="Barlow"/>
              <a:sym typeface="Barlow"/>
            </a:endParaRPr>
          </a:p>
          <a:p>
            <a:pPr indent="0" lvl="0" marL="457200" rtl="0" algn="just">
              <a:lnSpc>
                <a:spcPct val="115000"/>
              </a:lnSpc>
              <a:spcBef>
                <a:spcPts val="0"/>
              </a:spcBef>
              <a:spcAft>
                <a:spcPts val="0"/>
              </a:spcAft>
              <a:buNone/>
            </a:pPr>
            <a:r>
              <a:t/>
            </a:r>
            <a:endParaRPr sz="1100">
              <a:solidFill>
                <a:schemeClr val="dk1"/>
              </a:solidFill>
              <a:latin typeface="Barlow"/>
              <a:ea typeface="Barlow"/>
              <a:cs typeface="Barlow"/>
              <a:sym typeface="Barlow"/>
            </a:endParaRPr>
          </a:p>
          <a:p>
            <a:pPr indent="-184150" lvl="0" marL="457200" rtl="0" algn="just">
              <a:lnSpc>
                <a:spcPct val="115000"/>
              </a:lnSpc>
              <a:spcBef>
                <a:spcPts val="0"/>
              </a:spcBef>
              <a:spcAft>
                <a:spcPts val="0"/>
              </a:spcAft>
              <a:buClr>
                <a:schemeClr val="dk1"/>
              </a:buClr>
              <a:buSzPts val="1100"/>
              <a:buFont typeface="Barlow"/>
              <a:buAutoNum type="arabicPeriod"/>
            </a:pPr>
            <a:r>
              <a:rPr lang="en" sz="1100">
                <a:solidFill>
                  <a:schemeClr val="dk1"/>
                </a:solidFill>
                <a:latin typeface="Barlow"/>
                <a:ea typeface="Barlow"/>
                <a:cs typeface="Barlow"/>
                <a:sym typeface="Barlow"/>
              </a:rPr>
              <a:t>A disponibilização de novas versões dos módulos da solução de Gestão de Fornecedores contratados no escopo desta Proposta Técnico Comercial, está inclusa na prestação dos serviços de manutenção. Na hipótese do cliente desejar ativar alguma nova funcionalidade para algum dos módulos contratados que requeira ajustes ou desenvolvimentos na integração ou revisão das configurações existentes, a análise detalhada de viabilidade e os custos adicionais serão alvo de nova Proposta Técnico Comercial.</a:t>
            </a:r>
            <a:endParaRPr sz="1100">
              <a:solidFill>
                <a:schemeClr val="dk1"/>
              </a:solidFill>
              <a:latin typeface="Barlow"/>
              <a:ea typeface="Barlow"/>
              <a:cs typeface="Barlow"/>
              <a:sym typeface="Barlow"/>
            </a:endParaRPr>
          </a:p>
          <a:p>
            <a:pPr indent="0" lvl="0" marL="457200" rtl="0" algn="just">
              <a:lnSpc>
                <a:spcPct val="115000"/>
              </a:lnSpc>
              <a:spcBef>
                <a:spcPts val="0"/>
              </a:spcBef>
              <a:spcAft>
                <a:spcPts val="0"/>
              </a:spcAft>
              <a:buNone/>
            </a:pPr>
            <a:r>
              <a:t/>
            </a:r>
            <a:endParaRPr sz="1100">
              <a:solidFill>
                <a:schemeClr val="dk1"/>
              </a:solidFill>
              <a:latin typeface="Barlow"/>
              <a:ea typeface="Barlow"/>
              <a:cs typeface="Barlow"/>
              <a:sym typeface="Barlow"/>
            </a:endParaRPr>
          </a:p>
          <a:p>
            <a:pPr indent="-184150" lvl="0" marL="457200" rtl="0" algn="just">
              <a:lnSpc>
                <a:spcPct val="115000"/>
              </a:lnSpc>
              <a:spcBef>
                <a:spcPts val="0"/>
              </a:spcBef>
              <a:spcAft>
                <a:spcPts val="0"/>
              </a:spcAft>
              <a:buClr>
                <a:schemeClr val="dk1"/>
              </a:buClr>
              <a:buSzPts val="1100"/>
              <a:buFont typeface="Barlow"/>
              <a:buAutoNum type="arabicPeriod"/>
            </a:pPr>
            <a:r>
              <a:rPr lang="en" sz="1100">
                <a:solidFill>
                  <a:schemeClr val="dk1"/>
                </a:solidFill>
                <a:latin typeface="Barlow"/>
                <a:ea typeface="Barlow"/>
                <a:cs typeface="Barlow"/>
                <a:sym typeface="Barlow"/>
              </a:rPr>
              <a:t>Não está prevista a criação de novos relatórios em adição àqueles já disponibilizados atualmente pela solução.</a:t>
            </a:r>
            <a:endParaRPr sz="1100">
              <a:solidFill>
                <a:schemeClr val="dk1"/>
              </a:solidFill>
              <a:latin typeface="Barlow"/>
              <a:ea typeface="Barlow"/>
              <a:cs typeface="Barlow"/>
              <a:sym typeface="Barlow"/>
            </a:endParaRPr>
          </a:p>
          <a:p>
            <a:pPr indent="0" lvl="0" marL="457200" rtl="0" algn="just">
              <a:lnSpc>
                <a:spcPct val="115000"/>
              </a:lnSpc>
              <a:spcBef>
                <a:spcPts val="0"/>
              </a:spcBef>
              <a:spcAft>
                <a:spcPts val="0"/>
              </a:spcAft>
              <a:buNone/>
            </a:pPr>
            <a:r>
              <a:t/>
            </a:r>
            <a:endParaRPr sz="1100">
              <a:solidFill>
                <a:schemeClr val="dk1"/>
              </a:solidFill>
              <a:latin typeface="Barlow"/>
              <a:ea typeface="Barlow"/>
              <a:cs typeface="Barlow"/>
              <a:sym typeface="Barlow"/>
            </a:endParaRPr>
          </a:p>
          <a:p>
            <a:pPr indent="-184150" lvl="0" marL="457200" rtl="0" algn="just">
              <a:lnSpc>
                <a:spcPct val="115000"/>
              </a:lnSpc>
              <a:spcBef>
                <a:spcPts val="0"/>
              </a:spcBef>
              <a:spcAft>
                <a:spcPts val="0"/>
              </a:spcAft>
              <a:buClr>
                <a:schemeClr val="dk1"/>
              </a:buClr>
              <a:buSzPts val="1100"/>
              <a:buFont typeface="Barlow"/>
              <a:buAutoNum type="arabicPeriod"/>
            </a:pPr>
            <a:r>
              <a:rPr lang="en" sz="1100">
                <a:solidFill>
                  <a:schemeClr val="dk1"/>
                </a:solidFill>
                <a:latin typeface="Barlow"/>
                <a:ea typeface="Barlow"/>
                <a:cs typeface="Barlow"/>
                <a:sym typeface="Barlow"/>
              </a:rPr>
              <a:t>O cliente será responsável pela disponibilização da infraestrutura adequada para a realização do treinamento dos usuários multiplicadores.</a:t>
            </a:r>
            <a:endParaRPr sz="1100">
              <a:solidFill>
                <a:schemeClr val="dk1"/>
              </a:solidFill>
              <a:latin typeface="Barlow"/>
              <a:ea typeface="Barlow"/>
              <a:cs typeface="Barlow"/>
              <a:sym typeface="Barlow"/>
            </a:endParaRPr>
          </a:p>
          <a:p>
            <a:pPr indent="0" lvl="0" marL="457200" rtl="0" algn="just">
              <a:lnSpc>
                <a:spcPct val="115000"/>
              </a:lnSpc>
              <a:spcBef>
                <a:spcPts val="0"/>
              </a:spcBef>
              <a:spcAft>
                <a:spcPts val="0"/>
              </a:spcAft>
              <a:buNone/>
            </a:pPr>
            <a:r>
              <a:t/>
            </a:r>
            <a:endParaRPr sz="1100">
              <a:solidFill>
                <a:schemeClr val="dk1"/>
              </a:solidFill>
              <a:latin typeface="Barlow"/>
              <a:ea typeface="Barlow"/>
              <a:cs typeface="Barlow"/>
              <a:sym typeface="Barlow"/>
            </a:endParaRPr>
          </a:p>
          <a:p>
            <a:pPr indent="-184150" lvl="0" marL="457200" rtl="0" algn="just">
              <a:lnSpc>
                <a:spcPct val="115000"/>
              </a:lnSpc>
              <a:spcBef>
                <a:spcPts val="0"/>
              </a:spcBef>
              <a:spcAft>
                <a:spcPts val="0"/>
              </a:spcAft>
              <a:buClr>
                <a:schemeClr val="dk1"/>
              </a:buClr>
              <a:buSzPts val="1100"/>
              <a:buFont typeface="Barlow"/>
              <a:buAutoNum type="arabicPeriod"/>
            </a:pPr>
            <a:r>
              <a:rPr lang="en" sz="1100">
                <a:solidFill>
                  <a:schemeClr val="dk1"/>
                </a:solidFill>
                <a:latin typeface="Barlow"/>
                <a:ea typeface="Barlow"/>
                <a:cs typeface="Barlow"/>
                <a:sym typeface="Barlow"/>
              </a:rPr>
              <a:t>O suporte técnico e operacional será realizado seguindo o processo disponível (via e-mail e chat online).</a:t>
            </a:r>
            <a:endParaRPr sz="1100">
              <a:solidFill>
                <a:schemeClr val="dk1"/>
              </a:solidFill>
              <a:latin typeface="Barlow"/>
              <a:ea typeface="Barlow"/>
              <a:cs typeface="Barlow"/>
              <a:sym typeface="Barlow"/>
            </a:endParaRPr>
          </a:p>
        </p:txBody>
      </p:sp>
      <p:sp>
        <p:nvSpPr>
          <p:cNvPr id="558" name="Google Shape;558;p32"/>
          <p:cNvSpPr txBox="1"/>
          <p:nvPr>
            <p:ph idx="4294967295" type="title"/>
          </p:nvPr>
        </p:nvSpPr>
        <p:spPr>
          <a:xfrm>
            <a:off x="567600" y="324475"/>
            <a:ext cx="7704000" cy="754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3700">
                <a:solidFill>
                  <a:srgbClr val="0BA2B9"/>
                </a:solidFill>
                <a:latin typeface="Barlow Condensed ExtraBold"/>
                <a:ea typeface="Barlow Condensed ExtraBold"/>
                <a:cs typeface="Barlow Condensed ExtraBold"/>
                <a:sym typeface="Barlow Condensed ExtraBold"/>
              </a:rPr>
              <a:t>Premissas Gerais</a:t>
            </a:r>
            <a:endParaRPr sz="3700">
              <a:solidFill>
                <a:srgbClr val="0BA2B9"/>
              </a:solidFill>
              <a:latin typeface="Barlow Condensed ExtraBold"/>
              <a:ea typeface="Barlow Condensed ExtraBold"/>
              <a:cs typeface="Barlow Condensed ExtraBold"/>
              <a:sym typeface="Barlow Condensed ExtraBold"/>
            </a:endParaRPr>
          </a:p>
        </p:txBody>
      </p:sp>
      <p:sp>
        <p:nvSpPr>
          <p:cNvPr id="559" name="Google Shape;559;p32"/>
          <p:cNvSpPr/>
          <p:nvPr/>
        </p:nvSpPr>
        <p:spPr>
          <a:xfrm>
            <a:off x="4031750" y="781575"/>
            <a:ext cx="5197200" cy="66900"/>
          </a:xfrm>
          <a:prstGeom prst="rect">
            <a:avLst/>
          </a:prstGeom>
          <a:solidFill>
            <a:srgbClr val="0BA2B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ek Gujarati"/>
              <a:ea typeface="Anek Gujarati"/>
              <a:cs typeface="Anek Gujarati"/>
              <a:sym typeface="Anek Gujarat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33"/>
          <p:cNvSpPr txBox="1"/>
          <p:nvPr>
            <p:ph idx="4294967295" type="title"/>
          </p:nvPr>
        </p:nvSpPr>
        <p:spPr>
          <a:xfrm>
            <a:off x="677700" y="169800"/>
            <a:ext cx="7704000" cy="723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0BA2B9"/>
                </a:solidFill>
                <a:latin typeface="Barlow Condensed ExtraBold"/>
                <a:ea typeface="Barlow Condensed ExtraBold"/>
                <a:cs typeface="Barlow Condensed ExtraBold"/>
                <a:sym typeface="Barlow Condensed ExtraBold"/>
              </a:rPr>
              <a:t>Disposições Gerais</a:t>
            </a:r>
            <a:endParaRPr>
              <a:solidFill>
                <a:srgbClr val="0BA2B9"/>
              </a:solidFill>
              <a:latin typeface="Barlow Condensed ExtraBold"/>
              <a:ea typeface="Barlow Condensed ExtraBold"/>
              <a:cs typeface="Barlow Condensed ExtraBold"/>
              <a:sym typeface="Barlow Condensed ExtraBold"/>
            </a:endParaRPr>
          </a:p>
        </p:txBody>
      </p:sp>
      <p:sp>
        <p:nvSpPr>
          <p:cNvPr id="565" name="Google Shape;565;p33"/>
          <p:cNvSpPr txBox="1"/>
          <p:nvPr/>
        </p:nvSpPr>
        <p:spPr>
          <a:xfrm>
            <a:off x="677700" y="816900"/>
            <a:ext cx="7788600" cy="4233000"/>
          </a:xfrm>
          <a:prstGeom prst="rect">
            <a:avLst/>
          </a:prstGeom>
          <a:noFill/>
          <a:ln>
            <a:noFill/>
          </a:ln>
        </p:spPr>
        <p:txBody>
          <a:bodyPr anchorCtr="0" anchor="t" bIns="91425" lIns="91425" spcFirstLastPara="1" rIns="0" wrap="square" tIns="91425">
            <a:spAutoFit/>
          </a:bodyPr>
          <a:lstStyle/>
          <a:p>
            <a:pPr indent="0" lvl="0" marL="0" rtl="0" algn="just">
              <a:lnSpc>
                <a:spcPct val="115000"/>
              </a:lnSpc>
              <a:spcBef>
                <a:spcPts val="0"/>
              </a:spcBef>
              <a:spcAft>
                <a:spcPts val="0"/>
              </a:spcAft>
              <a:buNone/>
            </a:pPr>
            <a:r>
              <a:rPr b="1" lang="en" sz="1000">
                <a:solidFill>
                  <a:schemeClr val="dk1"/>
                </a:solidFill>
                <a:latin typeface="Barlow"/>
                <a:ea typeface="Barlow"/>
                <a:cs typeface="Barlow"/>
                <a:sym typeface="Barlow"/>
              </a:rPr>
              <a:t>Validade da Proposta</a:t>
            </a:r>
            <a:endParaRPr b="1" sz="1000">
              <a:solidFill>
                <a:schemeClr val="dk1"/>
              </a:solidFill>
              <a:latin typeface="Barlow"/>
              <a:ea typeface="Barlow"/>
              <a:cs typeface="Barlow"/>
              <a:sym typeface="Barlow"/>
            </a:endParaRPr>
          </a:p>
          <a:p>
            <a:pPr indent="0" lvl="0" marL="0" rtl="0" algn="just">
              <a:lnSpc>
                <a:spcPct val="115000"/>
              </a:lnSpc>
              <a:spcBef>
                <a:spcPts val="0"/>
              </a:spcBef>
              <a:spcAft>
                <a:spcPts val="0"/>
              </a:spcAft>
              <a:buNone/>
            </a:pPr>
            <a:r>
              <a:rPr lang="en" sz="900">
                <a:solidFill>
                  <a:schemeClr val="dk1"/>
                </a:solidFill>
                <a:latin typeface="Barlow"/>
                <a:ea typeface="Barlow"/>
                <a:cs typeface="Barlow"/>
                <a:sym typeface="Barlow"/>
              </a:rPr>
              <a:t>Esta proposta tem validade de 30 (trinta) dias.</a:t>
            </a:r>
            <a:endParaRPr sz="900">
              <a:solidFill>
                <a:schemeClr val="dk1"/>
              </a:solidFill>
              <a:latin typeface="Barlow"/>
              <a:ea typeface="Barlow"/>
              <a:cs typeface="Barlow"/>
              <a:sym typeface="Barlow"/>
            </a:endParaRPr>
          </a:p>
          <a:p>
            <a:pPr indent="0" lvl="0" marL="0" rtl="0" algn="just">
              <a:lnSpc>
                <a:spcPct val="115000"/>
              </a:lnSpc>
              <a:spcBef>
                <a:spcPts val="0"/>
              </a:spcBef>
              <a:spcAft>
                <a:spcPts val="0"/>
              </a:spcAft>
              <a:buNone/>
            </a:pPr>
            <a:r>
              <a:t/>
            </a:r>
            <a:endParaRPr b="1" sz="800">
              <a:solidFill>
                <a:schemeClr val="dk1"/>
              </a:solidFill>
              <a:latin typeface="Barlow"/>
              <a:ea typeface="Barlow"/>
              <a:cs typeface="Barlow"/>
              <a:sym typeface="Barlow"/>
            </a:endParaRPr>
          </a:p>
          <a:p>
            <a:pPr indent="0" lvl="0" marL="0" rtl="0" algn="just">
              <a:lnSpc>
                <a:spcPct val="115000"/>
              </a:lnSpc>
              <a:spcBef>
                <a:spcPts val="0"/>
              </a:spcBef>
              <a:spcAft>
                <a:spcPts val="0"/>
              </a:spcAft>
              <a:buNone/>
            </a:pPr>
            <a:r>
              <a:rPr b="1" lang="en" sz="1000">
                <a:solidFill>
                  <a:schemeClr val="dk1"/>
                </a:solidFill>
                <a:latin typeface="Barlow"/>
                <a:ea typeface="Barlow"/>
                <a:cs typeface="Barlow"/>
                <a:sym typeface="Barlow"/>
              </a:rPr>
              <a:t>Vigência do Contrato</a:t>
            </a:r>
            <a:endParaRPr b="1" sz="1000">
              <a:solidFill>
                <a:schemeClr val="dk1"/>
              </a:solidFill>
              <a:latin typeface="Barlow"/>
              <a:ea typeface="Barlow"/>
              <a:cs typeface="Barlow"/>
              <a:sym typeface="Barlow"/>
            </a:endParaRPr>
          </a:p>
          <a:p>
            <a:pPr indent="0" lvl="0" marL="0" rtl="0" algn="just">
              <a:lnSpc>
                <a:spcPct val="115000"/>
              </a:lnSpc>
              <a:spcBef>
                <a:spcPts val="0"/>
              </a:spcBef>
              <a:spcAft>
                <a:spcPts val="0"/>
              </a:spcAft>
              <a:buNone/>
            </a:pPr>
            <a:r>
              <a:rPr lang="en" sz="900">
                <a:solidFill>
                  <a:schemeClr val="dk1"/>
                </a:solidFill>
                <a:latin typeface="Barlow"/>
                <a:ea typeface="Barlow"/>
                <a:cs typeface="Barlow"/>
                <a:sym typeface="Barlow"/>
              </a:rPr>
              <a:t>O contrato de prestação de serviços terá vigência mínima de 12 (Doze) meses.</a:t>
            </a:r>
            <a:endParaRPr sz="900">
              <a:solidFill>
                <a:schemeClr val="dk1"/>
              </a:solidFill>
              <a:latin typeface="Barlow"/>
              <a:ea typeface="Barlow"/>
              <a:cs typeface="Barlow"/>
              <a:sym typeface="Barlow"/>
            </a:endParaRPr>
          </a:p>
          <a:p>
            <a:pPr indent="0" lvl="0" marL="0" rtl="0" algn="just">
              <a:lnSpc>
                <a:spcPct val="115000"/>
              </a:lnSpc>
              <a:spcBef>
                <a:spcPts val="0"/>
              </a:spcBef>
              <a:spcAft>
                <a:spcPts val="0"/>
              </a:spcAft>
              <a:buNone/>
            </a:pPr>
            <a:r>
              <a:t/>
            </a:r>
            <a:endParaRPr sz="800">
              <a:solidFill>
                <a:schemeClr val="dk1"/>
              </a:solidFill>
              <a:latin typeface="Barlow"/>
              <a:ea typeface="Barlow"/>
              <a:cs typeface="Barlow"/>
              <a:sym typeface="Barlow"/>
            </a:endParaRPr>
          </a:p>
          <a:p>
            <a:pPr indent="0" lvl="0" marL="0" rtl="0" algn="just">
              <a:lnSpc>
                <a:spcPct val="115000"/>
              </a:lnSpc>
              <a:spcBef>
                <a:spcPts val="0"/>
              </a:spcBef>
              <a:spcAft>
                <a:spcPts val="0"/>
              </a:spcAft>
              <a:buNone/>
            </a:pPr>
            <a:r>
              <a:rPr b="1" lang="en" sz="1000">
                <a:solidFill>
                  <a:schemeClr val="dk1"/>
                </a:solidFill>
                <a:latin typeface="Barlow"/>
                <a:ea typeface="Barlow"/>
                <a:cs typeface="Barlow"/>
                <a:sym typeface="Barlow"/>
              </a:rPr>
              <a:t>Despesas de Viagem</a:t>
            </a:r>
            <a:endParaRPr b="1" sz="1000">
              <a:solidFill>
                <a:schemeClr val="dk1"/>
              </a:solidFill>
              <a:latin typeface="Barlow"/>
              <a:ea typeface="Barlow"/>
              <a:cs typeface="Barlow"/>
              <a:sym typeface="Barlow"/>
            </a:endParaRPr>
          </a:p>
          <a:p>
            <a:pPr indent="0" lvl="0" marL="0" rtl="0" algn="just">
              <a:lnSpc>
                <a:spcPct val="115000"/>
              </a:lnSpc>
              <a:spcBef>
                <a:spcPts val="0"/>
              </a:spcBef>
              <a:spcAft>
                <a:spcPts val="0"/>
              </a:spcAft>
              <a:buNone/>
            </a:pPr>
            <a:r>
              <a:rPr lang="en" sz="900">
                <a:solidFill>
                  <a:schemeClr val="dk1"/>
                </a:solidFill>
                <a:latin typeface="Barlow"/>
                <a:ea typeface="Barlow"/>
                <a:cs typeface="Barlow"/>
                <a:sym typeface="Barlow"/>
              </a:rPr>
              <a:t>Os custos de viagens e deslocamento dos funcionários da Efcaz para fora da cidade de Campo Grande/MS, não estão inclusos nesta proposta. Se tais custos forem necessários à implantação do projeto, os mesmos serão previamente submetidos à aprovação do Cliente e integralmente repassados no momento do faturamento. Faz parte dos custos de viagem os seguintes itens: hospedagem, transporte, estacionamento, alimentação, telefonia e outros custos relacionados.</a:t>
            </a:r>
            <a:endParaRPr sz="900">
              <a:solidFill>
                <a:schemeClr val="dk1"/>
              </a:solidFill>
              <a:latin typeface="Barlow"/>
              <a:ea typeface="Barlow"/>
              <a:cs typeface="Barlow"/>
              <a:sym typeface="Barlow"/>
            </a:endParaRPr>
          </a:p>
          <a:p>
            <a:pPr indent="0" lvl="0" marL="0" rtl="0" algn="just">
              <a:lnSpc>
                <a:spcPct val="115000"/>
              </a:lnSpc>
              <a:spcBef>
                <a:spcPts val="0"/>
              </a:spcBef>
              <a:spcAft>
                <a:spcPts val="0"/>
              </a:spcAft>
              <a:buNone/>
            </a:pPr>
            <a:r>
              <a:t/>
            </a:r>
            <a:endParaRPr sz="900">
              <a:solidFill>
                <a:schemeClr val="dk1"/>
              </a:solidFill>
              <a:latin typeface="Barlow"/>
              <a:ea typeface="Barlow"/>
              <a:cs typeface="Barlow"/>
              <a:sym typeface="Barlow"/>
            </a:endParaRPr>
          </a:p>
          <a:p>
            <a:pPr indent="0" lvl="0" marL="0" rtl="0" algn="just">
              <a:lnSpc>
                <a:spcPct val="115000"/>
              </a:lnSpc>
              <a:spcBef>
                <a:spcPts val="0"/>
              </a:spcBef>
              <a:spcAft>
                <a:spcPts val="0"/>
              </a:spcAft>
              <a:buNone/>
            </a:pPr>
            <a:r>
              <a:rPr b="1" lang="en" sz="1000">
                <a:solidFill>
                  <a:schemeClr val="dk1"/>
                </a:solidFill>
                <a:latin typeface="Barlow"/>
                <a:ea typeface="Barlow"/>
                <a:cs typeface="Barlow"/>
                <a:sym typeface="Barlow"/>
              </a:rPr>
              <a:t>Índice de Reajuste</a:t>
            </a:r>
            <a:endParaRPr b="1" sz="1000">
              <a:solidFill>
                <a:schemeClr val="dk1"/>
              </a:solidFill>
              <a:latin typeface="Barlow"/>
              <a:ea typeface="Barlow"/>
              <a:cs typeface="Barlow"/>
              <a:sym typeface="Barlow"/>
            </a:endParaRPr>
          </a:p>
          <a:p>
            <a:pPr indent="0" lvl="0" marL="0" rtl="0" algn="just">
              <a:lnSpc>
                <a:spcPct val="115000"/>
              </a:lnSpc>
              <a:spcBef>
                <a:spcPts val="0"/>
              </a:spcBef>
              <a:spcAft>
                <a:spcPts val="0"/>
              </a:spcAft>
              <a:buNone/>
            </a:pPr>
            <a:r>
              <a:rPr lang="en" sz="900">
                <a:solidFill>
                  <a:schemeClr val="dk1"/>
                </a:solidFill>
                <a:latin typeface="Barlow"/>
                <a:ea typeface="Barlow"/>
                <a:cs typeface="Barlow"/>
                <a:sym typeface="Barlow"/>
              </a:rPr>
              <a:t>Os preços referentes a pagamentos recorrentes (mensalidades) mencionados nesta proposta serão reajustados a cada 12 meses, a partir da data de validade desta proposta, com base na variação do Índice Geral de Preços de Mercado, da Fundação Getúlio Vargas (IGP-M/FGV), ocorrida entre o mês anterior à data de validade e o mês anterior ao mês dos reajustes, inclusive.</a:t>
            </a:r>
            <a:endParaRPr sz="900">
              <a:solidFill>
                <a:schemeClr val="dk1"/>
              </a:solidFill>
              <a:latin typeface="Barlow"/>
              <a:ea typeface="Barlow"/>
              <a:cs typeface="Barlow"/>
              <a:sym typeface="Barlow"/>
            </a:endParaRPr>
          </a:p>
          <a:p>
            <a:pPr indent="0" lvl="0" marL="0" rtl="0" algn="just">
              <a:lnSpc>
                <a:spcPct val="115000"/>
              </a:lnSpc>
              <a:spcBef>
                <a:spcPts val="0"/>
              </a:spcBef>
              <a:spcAft>
                <a:spcPts val="0"/>
              </a:spcAft>
              <a:buNone/>
            </a:pPr>
            <a:r>
              <a:rPr b="1" lang="en" sz="1000">
                <a:solidFill>
                  <a:schemeClr val="dk1"/>
                </a:solidFill>
                <a:latin typeface="Barlow"/>
                <a:ea typeface="Barlow"/>
                <a:cs typeface="Barlow"/>
                <a:sym typeface="Barlow"/>
              </a:rPr>
              <a:t>Impostos</a:t>
            </a:r>
            <a:endParaRPr b="1" sz="1000">
              <a:solidFill>
                <a:schemeClr val="dk1"/>
              </a:solidFill>
              <a:latin typeface="Barlow"/>
              <a:ea typeface="Barlow"/>
              <a:cs typeface="Barlow"/>
              <a:sym typeface="Barlow"/>
            </a:endParaRPr>
          </a:p>
          <a:p>
            <a:pPr indent="0" lvl="0" marL="0" rtl="0" algn="just">
              <a:lnSpc>
                <a:spcPct val="115000"/>
              </a:lnSpc>
              <a:spcBef>
                <a:spcPts val="0"/>
              </a:spcBef>
              <a:spcAft>
                <a:spcPts val="0"/>
              </a:spcAft>
              <a:buNone/>
            </a:pPr>
            <a:r>
              <a:rPr lang="en" sz="900">
                <a:solidFill>
                  <a:schemeClr val="dk1"/>
                </a:solidFill>
                <a:latin typeface="Barlow"/>
                <a:ea typeface="Barlow"/>
                <a:cs typeface="Barlow"/>
                <a:sym typeface="Barlow"/>
              </a:rPr>
              <a:t>Os preços mencionados incluem os impostos incidentes sobre as respectivas prestações de serviços, a saber: ISS, PIS e COFINS.</a:t>
            </a:r>
            <a:endParaRPr sz="900">
              <a:solidFill>
                <a:schemeClr val="dk1"/>
              </a:solidFill>
              <a:latin typeface="Barlow"/>
              <a:ea typeface="Barlow"/>
              <a:cs typeface="Barlow"/>
              <a:sym typeface="Barlow"/>
            </a:endParaRPr>
          </a:p>
          <a:p>
            <a:pPr indent="0" lvl="0" marL="0" rtl="0" algn="just">
              <a:lnSpc>
                <a:spcPct val="115000"/>
              </a:lnSpc>
              <a:spcBef>
                <a:spcPts val="0"/>
              </a:spcBef>
              <a:spcAft>
                <a:spcPts val="0"/>
              </a:spcAft>
              <a:buNone/>
            </a:pPr>
            <a:r>
              <a:t/>
            </a:r>
            <a:endParaRPr sz="900">
              <a:solidFill>
                <a:schemeClr val="dk1"/>
              </a:solidFill>
              <a:latin typeface="Barlow"/>
              <a:ea typeface="Barlow"/>
              <a:cs typeface="Barlow"/>
              <a:sym typeface="Barlow"/>
            </a:endParaRPr>
          </a:p>
          <a:p>
            <a:pPr indent="0" lvl="0" marL="0" rtl="0" algn="just">
              <a:lnSpc>
                <a:spcPct val="115000"/>
              </a:lnSpc>
              <a:spcBef>
                <a:spcPts val="0"/>
              </a:spcBef>
              <a:spcAft>
                <a:spcPts val="0"/>
              </a:spcAft>
              <a:buNone/>
            </a:pPr>
            <a:r>
              <a:rPr b="1" lang="en" sz="1000">
                <a:solidFill>
                  <a:schemeClr val="dk1"/>
                </a:solidFill>
                <a:latin typeface="Barlow"/>
                <a:ea typeface="Barlow"/>
                <a:cs typeface="Barlow"/>
                <a:sym typeface="Barlow"/>
              </a:rPr>
              <a:t>Pagamento</a:t>
            </a:r>
            <a:endParaRPr b="1" sz="1000">
              <a:solidFill>
                <a:schemeClr val="dk1"/>
              </a:solidFill>
              <a:latin typeface="Barlow"/>
              <a:ea typeface="Barlow"/>
              <a:cs typeface="Barlow"/>
              <a:sym typeface="Barlow"/>
            </a:endParaRPr>
          </a:p>
          <a:p>
            <a:pPr indent="0" lvl="0" marL="0" rtl="0" algn="just">
              <a:lnSpc>
                <a:spcPct val="115000"/>
              </a:lnSpc>
              <a:spcBef>
                <a:spcPts val="0"/>
              </a:spcBef>
              <a:spcAft>
                <a:spcPts val="0"/>
              </a:spcAft>
              <a:buNone/>
            </a:pPr>
            <a:r>
              <a:rPr b="1" lang="en" sz="900">
                <a:solidFill>
                  <a:schemeClr val="dk1"/>
                </a:solidFill>
                <a:latin typeface="Barlow"/>
                <a:ea typeface="Barlow"/>
                <a:cs typeface="Barlow"/>
                <a:sym typeface="Barlow"/>
              </a:rPr>
              <a:t>Nosso serviço é da modalidade “pré-pago”, sendo necessário realizar não somente o pagamento da implantação mas também da primeira parcela do sistema.</a:t>
            </a:r>
            <a:endParaRPr b="1" sz="900">
              <a:solidFill>
                <a:schemeClr val="dk1"/>
              </a:solidFill>
              <a:latin typeface="Barlow"/>
              <a:ea typeface="Barlow"/>
              <a:cs typeface="Barlow"/>
              <a:sym typeface="Barlow"/>
            </a:endParaRPr>
          </a:p>
          <a:p>
            <a:pPr indent="0" lvl="0" marL="0" rtl="0" algn="just">
              <a:lnSpc>
                <a:spcPct val="115000"/>
              </a:lnSpc>
              <a:spcBef>
                <a:spcPts val="0"/>
              </a:spcBef>
              <a:spcAft>
                <a:spcPts val="0"/>
              </a:spcAft>
              <a:buNone/>
            </a:pPr>
            <a:r>
              <a:rPr b="1" lang="en" sz="900">
                <a:solidFill>
                  <a:schemeClr val="dk1"/>
                </a:solidFill>
                <a:latin typeface="Barlow"/>
                <a:ea typeface="Barlow"/>
                <a:cs typeface="Barlow"/>
                <a:sym typeface="Barlow"/>
              </a:rPr>
              <a:t>Pagamento da implantação como também da primeira mensalidade, será efetuado 10 dias após o aceite da proposta.</a:t>
            </a:r>
            <a:endParaRPr b="1" sz="900">
              <a:solidFill>
                <a:schemeClr val="dk1"/>
              </a:solidFill>
              <a:latin typeface="Barlow"/>
              <a:ea typeface="Barlow"/>
              <a:cs typeface="Barlow"/>
              <a:sym typeface="Barlow"/>
            </a:endParaRPr>
          </a:p>
          <a:p>
            <a:pPr indent="0" lvl="0" marL="0" rtl="0" algn="just">
              <a:lnSpc>
                <a:spcPct val="115000"/>
              </a:lnSpc>
              <a:spcBef>
                <a:spcPts val="0"/>
              </a:spcBef>
              <a:spcAft>
                <a:spcPts val="0"/>
              </a:spcAft>
              <a:buNone/>
            </a:pPr>
            <a:r>
              <a:rPr b="1" lang="en" sz="900">
                <a:solidFill>
                  <a:schemeClr val="dk1"/>
                </a:solidFill>
                <a:latin typeface="Barlow"/>
                <a:ea typeface="Barlow"/>
                <a:cs typeface="Barlow"/>
                <a:sym typeface="Barlow"/>
              </a:rPr>
              <a:t>Para pagamento Anual terá 10% de desconto do valor total da proposta.</a:t>
            </a:r>
            <a:endParaRPr b="1" sz="900">
              <a:solidFill>
                <a:schemeClr val="dk1"/>
              </a:solidFill>
              <a:latin typeface="Barlow"/>
              <a:ea typeface="Barlow"/>
              <a:cs typeface="Barlow"/>
              <a:sym typeface="Barlow"/>
            </a:endParaRPr>
          </a:p>
          <a:p>
            <a:pPr indent="0" lvl="0" marL="0" rtl="0" algn="just">
              <a:lnSpc>
                <a:spcPct val="115000"/>
              </a:lnSpc>
              <a:spcBef>
                <a:spcPts val="0"/>
              </a:spcBef>
              <a:spcAft>
                <a:spcPts val="0"/>
              </a:spcAft>
              <a:buNone/>
            </a:pPr>
            <a:r>
              <a:t/>
            </a:r>
            <a:endParaRPr b="1" sz="1000">
              <a:solidFill>
                <a:schemeClr val="dk1"/>
              </a:solidFill>
              <a:latin typeface="Barlow"/>
              <a:ea typeface="Barlow"/>
              <a:cs typeface="Barlow"/>
              <a:sym typeface="Barlow"/>
            </a:endParaRPr>
          </a:p>
        </p:txBody>
      </p:sp>
      <p:sp>
        <p:nvSpPr>
          <p:cNvPr id="566" name="Google Shape;566;p33"/>
          <p:cNvSpPr/>
          <p:nvPr/>
        </p:nvSpPr>
        <p:spPr>
          <a:xfrm>
            <a:off x="4031750" y="552975"/>
            <a:ext cx="5197200" cy="66900"/>
          </a:xfrm>
          <a:prstGeom prst="rect">
            <a:avLst/>
          </a:prstGeom>
          <a:solidFill>
            <a:srgbClr val="0BA2B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ek Gujarati"/>
              <a:ea typeface="Anek Gujarati"/>
              <a:cs typeface="Anek Gujarati"/>
              <a:sym typeface="Anek Gujarat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34"/>
          <p:cNvSpPr txBox="1"/>
          <p:nvPr>
            <p:ph idx="4294967295" type="title"/>
          </p:nvPr>
        </p:nvSpPr>
        <p:spPr>
          <a:xfrm>
            <a:off x="-69451" y="366800"/>
            <a:ext cx="9282900" cy="641700"/>
          </a:xfrm>
          <a:prstGeom prst="rect">
            <a:avLst/>
          </a:prstGeom>
        </p:spPr>
        <p:txBody>
          <a:bodyPr anchorCtr="0" anchor="t" bIns="91425" lIns="91425" spcFirstLastPara="1" rIns="91425" wrap="square" tIns="91425">
            <a:spAutoFit/>
          </a:bodyPr>
          <a:lstStyle/>
          <a:p>
            <a:pPr indent="0" lvl="0" marL="0" rtl="0" algn="ctr">
              <a:lnSpc>
                <a:spcPct val="90000"/>
              </a:lnSpc>
              <a:spcBef>
                <a:spcPts val="0"/>
              </a:spcBef>
              <a:spcAft>
                <a:spcPts val="0"/>
              </a:spcAft>
              <a:buClr>
                <a:srgbClr val="000000"/>
              </a:buClr>
              <a:buSzPts val="4400"/>
              <a:buFont typeface="Calibri"/>
              <a:buNone/>
            </a:pPr>
            <a:r>
              <a:rPr lang="en" sz="3300">
                <a:solidFill>
                  <a:srgbClr val="0BA2B9"/>
                </a:solidFill>
                <a:latin typeface="Barlow Condensed ExtraBold"/>
                <a:ea typeface="Barlow Condensed ExtraBold"/>
                <a:cs typeface="Barlow Condensed ExtraBold"/>
                <a:sym typeface="Barlow Condensed ExtraBold"/>
              </a:rPr>
              <a:t>Alguns clientes que confiam no nosso trabalho!</a:t>
            </a:r>
            <a:endParaRPr sz="2200">
              <a:solidFill>
                <a:srgbClr val="0BA2B9"/>
              </a:solidFill>
              <a:latin typeface="Barlow Condensed ExtraBold"/>
              <a:ea typeface="Barlow Condensed ExtraBold"/>
              <a:cs typeface="Barlow Condensed ExtraBold"/>
              <a:sym typeface="Barlow Condensed ExtraBold"/>
            </a:endParaRPr>
          </a:p>
        </p:txBody>
      </p:sp>
      <p:pic>
        <p:nvPicPr>
          <p:cNvPr id="572" name="Google Shape;572;p34"/>
          <p:cNvPicPr preferRelativeResize="0"/>
          <p:nvPr/>
        </p:nvPicPr>
        <p:blipFill rotWithShape="1">
          <a:blip r:embed="rId3">
            <a:alphaModFix/>
          </a:blip>
          <a:srcRect b="0" l="0" r="0" t="0"/>
          <a:stretch/>
        </p:blipFill>
        <p:spPr>
          <a:xfrm>
            <a:off x="4871730" y="2459266"/>
            <a:ext cx="1361273" cy="724997"/>
          </a:xfrm>
          <a:prstGeom prst="rect">
            <a:avLst/>
          </a:prstGeom>
          <a:noFill/>
          <a:ln>
            <a:noFill/>
          </a:ln>
        </p:spPr>
      </p:pic>
      <p:pic>
        <p:nvPicPr>
          <p:cNvPr id="573" name="Google Shape;573;p34"/>
          <p:cNvPicPr preferRelativeResize="0"/>
          <p:nvPr/>
        </p:nvPicPr>
        <p:blipFill rotWithShape="1">
          <a:blip r:embed="rId4">
            <a:alphaModFix/>
          </a:blip>
          <a:srcRect b="0" l="-10" r="10" t="0"/>
          <a:stretch/>
        </p:blipFill>
        <p:spPr>
          <a:xfrm>
            <a:off x="6801599" y="2459280"/>
            <a:ext cx="1361274" cy="592536"/>
          </a:xfrm>
          <a:prstGeom prst="rect">
            <a:avLst/>
          </a:prstGeom>
          <a:noFill/>
          <a:ln>
            <a:noFill/>
          </a:ln>
        </p:spPr>
      </p:pic>
      <p:pic>
        <p:nvPicPr>
          <p:cNvPr id="574" name="Google Shape;574;p34"/>
          <p:cNvPicPr preferRelativeResize="0"/>
          <p:nvPr/>
        </p:nvPicPr>
        <p:blipFill rotWithShape="1">
          <a:blip r:embed="rId5">
            <a:alphaModFix/>
          </a:blip>
          <a:srcRect b="0" l="0" r="0" t="0"/>
          <a:stretch/>
        </p:blipFill>
        <p:spPr>
          <a:xfrm>
            <a:off x="4681594" y="1578298"/>
            <a:ext cx="1641562" cy="380084"/>
          </a:xfrm>
          <a:prstGeom prst="rect">
            <a:avLst/>
          </a:prstGeom>
          <a:noFill/>
          <a:ln>
            <a:noFill/>
          </a:ln>
        </p:spPr>
      </p:pic>
      <p:pic>
        <p:nvPicPr>
          <p:cNvPr id="575" name="Google Shape;575;p34"/>
          <p:cNvPicPr preferRelativeResize="0"/>
          <p:nvPr/>
        </p:nvPicPr>
        <p:blipFill rotWithShape="1">
          <a:blip r:embed="rId6">
            <a:alphaModFix/>
          </a:blip>
          <a:srcRect b="0" l="0" r="-2638" t="0"/>
          <a:stretch/>
        </p:blipFill>
        <p:spPr>
          <a:xfrm>
            <a:off x="6801612" y="1562527"/>
            <a:ext cx="1361269" cy="280336"/>
          </a:xfrm>
          <a:prstGeom prst="rect">
            <a:avLst/>
          </a:prstGeom>
          <a:noFill/>
          <a:ln>
            <a:noFill/>
          </a:ln>
        </p:spPr>
      </p:pic>
      <p:pic>
        <p:nvPicPr>
          <p:cNvPr id="576" name="Google Shape;576;p34"/>
          <p:cNvPicPr preferRelativeResize="0"/>
          <p:nvPr/>
        </p:nvPicPr>
        <p:blipFill rotWithShape="1">
          <a:blip r:embed="rId7">
            <a:alphaModFix/>
          </a:blip>
          <a:srcRect b="0" l="0" r="0" t="0"/>
          <a:stretch/>
        </p:blipFill>
        <p:spPr>
          <a:xfrm>
            <a:off x="6801609" y="3804826"/>
            <a:ext cx="1236765" cy="542701"/>
          </a:xfrm>
          <a:prstGeom prst="rect">
            <a:avLst/>
          </a:prstGeom>
          <a:noFill/>
          <a:ln>
            <a:noFill/>
          </a:ln>
        </p:spPr>
      </p:pic>
      <p:pic>
        <p:nvPicPr>
          <p:cNvPr id="577" name="Google Shape;577;p34"/>
          <p:cNvPicPr preferRelativeResize="0"/>
          <p:nvPr/>
        </p:nvPicPr>
        <p:blipFill rotWithShape="1">
          <a:blip r:embed="rId8">
            <a:alphaModFix/>
          </a:blip>
          <a:srcRect b="0" l="0" r="0" t="0"/>
          <a:stretch/>
        </p:blipFill>
        <p:spPr>
          <a:xfrm>
            <a:off x="3864813" y="3685173"/>
            <a:ext cx="1125428" cy="891908"/>
          </a:xfrm>
          <a:prstGeom prst="rect">
            <a:avLst/>
          </a:prstGeom>
          <a:noFill/>
          <a:ln>
            <a:noFill/>
          </a:ln>
        </p:spPr>
      </p:pic>
      <p:pic>
        <p:nvPicPr>
          <p:cNvPr id="578" name="Google Shape;578;p34"/>
          <p:cNvPicPr preferRelativeResize="0"/>
          <p:nvPr/>
        </p:nvPicPr>
        <p:blipFill>
          <a:blip r:embed="rId9">
            <a:alphaModFix/>
          </a:blip>
          <a:stretch>
            <a:fillRect/>
          </a:stretch>
        </p:blipFill>
        <p:spPr>
          <a:xfrm>
            <a:off x="1468579" y="3801250"/>
            <a:ext cx="1540163" cy="755036"/>
          </a:xfrm>
          <a:prstGeom prst="rect">
            <a:avLst/>
          </a:prstGeom>
          <a:noFill/>
          <a:ln>
            <a:noFill/>
          </a:ln>
        </p:spPr>
      </p:pic>
      <p:pic>
        <p:nvPicPr>
          <p:cNvPr id="579" name="Google Shape;579;p34"/>
          <p:cNvPicPr preferRelativeResize="0"/>
          <p:nvPr/>
        </p:nvPicPr>
        <p:blipFill>
          <a:blip r:embed="rId10">
            <a:alphaModFix/>
          </a:blip>
          <a:stretch>
            <a:fillRect/>
          </a:stretch>
        </p:blipFill>
        <p:spPr>
          <a:xfrm>
            <a:off x="759525" y="1920313"/>
            <a:ext cx="1427604" cy="469102"/>
          </a:xfrm>
          <a:prstGeom prst="rect">
            <a:avLst/>
          </a:prstGeom>
          <a:noFill/>
          <a:ln>
            <a:noFill/>
          </a:ln>
        </p:spPr>
      </p:pic>
      <p:pic>
        <p:nvPicPr>
          <p:cNvPr id="580" name="Google Shape;580;p34"/>
          <p:cNvPicPr preferRelativeResize="0"/>
          <p:nvPr/>
        </p:nvPicPr>
        <p:blipFill>
          <a:blip r:embed="rId11">
            <a:alphaModFix/>
          </a:blip>
          <a:stretch>
            <a:fillRect/>
          </a:stretch>
        </p:blipFill>
        <p:spPr>
          <a:xfrm>
            <a:off x="735250" y="2847116"/>
            <a:ext cx="1476125" cy="414723"/>
          </a:xfrm>
          <a:prstGeom prst="rect">
            <a:avLst/>
          </a:prstGeom>
          <a:noFill/>
          <a:ln>
            <a:noFill/>
          </a:ln>
        </p:spPr>
      </p:pic>
      <p:pic>
        <p:nvPicPr>
          <p:cNvPr id="581" name="Google Shape;581;p34"/>
          <p:cNvPicPr preferRelativeResize="0"/>
          <p:nvPr/>
        </p:nvPicPr>
        <p:blipFill>
          <a:blip r:embed="rId12">
            <a:alphaModFix/>
          </a:blip>
          <a:stretch>
            <a:fillRect/>
          </a:stretch>
        </p:blipFill>
        <p:spPr>
          <a:xfrm>
            <a:off x="2695945" y="1369978"/>
            <a:ext cx="1587600" cy="1020618"/>
          </a:xfrm>
          <a:prstGeom prst="rect">
            <a:avLst/>
          </a:prstGeom>
          <a:noFill/>
          <a:ln>
            <a:noFill/>
          </a:ln>
        </p:spPr>
      </p:pic>
      <p:pic>
        <p:nvPicPr>
          <p:cNvPr id="582" name="Google Shape;582;p34"/>
          <p:cNvPicPr preferRelativeResize="0"/>
          <p:nvPr/>
        </p:nvPicPr>
        <p:blipFill>
          <a:blip r:embed="rId13">
            <a:alphaModFix/>
          </a:blip>
          <a:stretch>
            <a:fillRect/>
          </a:stretch>
        </p:blipFill>
        <p:spPr>
          <a:xfrm>
            <a:off x="5402334" y="3685186"/>
            <a:ext cx="987175" cy="987175"/>
          </a:xfrm>
          <a:prstGeom prst="rect">
            <a:avLst/>
          </a:prstGeom>
          <a:noFill/>
          <a:ln>
            <a:noFill/>
          </a:ln>
        </p:spPr>
      </p:pic>
      <p:sp>
        <p:nvSpPr>
          <p:cNvPr id="583" name="Google Shape;583;p34"/>
          <p:cNvSpPr/>
          <p:nvPr/>
        </p:nvSpPr>
        <p:spPr>
          <a:xfrm>
            <a:off x="8450100" y="687775"/>
            <a:ext cx="693900" cy="66900"/>
          </a:xfrm>
          <a:prstGeom prst="rect">
            <a:avLst/>
          </a:prstGeom>
          <a:solidFill>
            <a:srgbClr val="0BA2B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ek Gujarati"/>
              <a:ea typeface="Anek Gujarati"/>
              <a:cs typeface="Anek Gujarati"/>
              <a:sym typeface="Anek Gujarati"/>
            </a:endParaRPr>
          </a:p>
        </p:txBody>
      </p:sp>
      <p:sp>
        <p:nvSpPr>
          <p:cNvPr id="584" name="Google Shape;584;p34"/>
          <p:cNvSpPr/>
          <p:nvPr/>
        </p:nvSpPr>
        <p:spPr>
          <a:xfrm>
            <a:off x="0" y="687775"/>
            <a:ext cx="551400" cy="66900"/>
          </a:xfrm>
          <a:prstGeom prst="rect">
            <a:avLst/>
          </a:prstGeom>
          <a:solidFill>
            <a:srgbClr val="0BA2B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ek Gujarati"/>
              <a:ea typeface="Anek Gujarati"/>
              <a:cs typeface="Anek Gujarati"/>
              <a:sym typeface="Anek Gujarati"/>
            </a:endParaRPr>
          </a:p>
        </p:txBody>
      </p:sp>
      <p:pic>
        <p:nvPicPr>
          <p:cNvPr id="585" name="Google Shape;585;p34"/>
          <p:cNvPicPr preferRelativeResize="0"/>
          <p:nvPr/>
        </p:nvPicPr>
        <p:blipFill>
          <a:blip r:embed="rId14">
            <a:alphaModFix/>
          </a:blip>
          <a:stretch>
            <a:fillRect/>
          </a:stretch>
        </p:blipFill>
        <p:spPr>
          <a:xfrm>
            <a:off x="2836704" y="2686071"/>
            <a:ext cx="1409700" cy="923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89" name="Shape 589"/>
        <p:cNvGrpSpPr/>
        <p:nvPr/>
      </p:nvGrpSpPr>
      <p:grpSpPr>
        <a:xfrm>
          <a:off x="0" y="0"/>
          <a:ext cx="0" cy="0"/>
          <a:chOff x="0" y="0"/>
          <a:chExt cx="0" cy="0"/>
        </a:xfrm>
      </p:grpSpPr>
      <p:sp>
        <p:nvSpPr>
          <p:cNvPr id="590" name="Google Shape;590;p35"/>
          <p:cNvSpPr txBox="1"/>
          <p:nvPr>
            <p:ph idx="4294967295" type="title"/>
          </p:nvPr>
        </p:nvSpPr>
        <p:spPr>
          <a:xfrm>
            <a:off x="1901400" y="353125"/>
            <a:ext cx="5341200" cy="6771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sz="3200">
                <a:solidFill>
                  <a:srgbClr val="0BA2B9"/>
                </a:solidFill>
                <a:latin typeface="Barlow Condensed ExtraBold"/>
                <a:ea typeface="Barlow Condensed ExtraBold"/>
                <a:cs typeface="Barlow Condensed ExtraBold"/>
                <a:sym typeface="Barlow Condensed ExtraBold"/>
              </a:rPr>
              <a:t>Plano Personalizado</a:t>
            </a:r>
            <a:endParaRPr sz="3200">
              <a:solidFill>
                <a:srgbClr val="0BA2B9"/>
              </a:solidFill>
              <a:latin typeface="Barlow Condensed ExtraBold"/>
              <a:ea typeface="Barlow Condensed ExtraBold"/>
              <a:cs typeface="Barlow Condensed ExtraBold"/>
              <a:sym typeface="Barlow Condensed ExtraBold"/>
            </a:endParaRPr>
          </a:p>
        </p:txBody>
      </p:sp>
      <p:sp>
        <p:nvSpPr>
          <p:cNvPr id="591" name="Google Shape;591;p35"/>
          <p:cNvSpPr/>
          <p:nvPr/>
        </p:nvSpPr>
        <p:spPr>
          <a:xfrm>
            <a:off x="1452600" y="1102100"/>
            <a:ext cx="6181500" cy="3551100"/>
          </a:xfrm>
          <a:prstGeom prst="roundRect">
            <a:avLst>
              <a:gd fmla="val 3030" name="adj"/>
            </a:avLst>
          </a:prstGeom>
          <a:solidFill>
            <a:schemeClr val="accent6"/>
          </a:solidFill>
          <a:ln cap="flat" cmpd="sng" w="9525">
            <a:solidFill>
              <a:srgbClr val="087182"/>
            </a:solidFill>
            <a:prstDash val="solid"/>
            <a:round/>
            <a:headEnd len="sm" w="sm" type="none"/>
            <a:tailEnd len="sm" w="sm" type="none"/>
          </a:ln>
          <a:effectLst>
            <a:outerShdw blurRad="200025" rotWithShape="0" algn="bl" dir="2700000" dist="9525">
              <a:srgbClr val="000000">
                <a:alpha val="40000"/>
              </a:srgbClr>
            </a:outerShdw>
          </a:effectLst>
        </p:spPr>
        <p:txBody>
          <a:bodyPr anchorCtr="0" anchor="ctr" bIns="91425" lIns="91425" spcFirstLastPara="1" rIns="91425" wrap="square" tIns="91425">
            <a:noAutofit/>
          </a:bodyPr>
          <a:lstStyle/>
          <a:p>
            <a:pPr indent="0" lvl="0" marL="457200" rtl="0" algn="l">
              <a:lnSpc>
                <a:spcPct val="120000"/>
              </a:lnSpc>
              <a:spcBef>
                <a:spcPts val="0"/>
              </a:spcBef>
              <a:spcAft>
                <a:spcPts val="0"/>
              </a:spcAft>
              <a:buNone/>
            </a:pPr>
            <a:r>
              <a:rPr b="1" lang="en" sz="1350">
                <a:solidFill>
                  <a:srgbClr val="087182"/>
                </a:solidFill>
                <a:latin typeface="Barlow"/>
                <a:ea typeface="Barlow"/>
                <a:cs typeface="Barlow"/>
                <a:sym typeface="Barlow"/>
              </a:rPr>
              <a:t>Licença de Uso</a:t>
            </a:r>
            <a:endParaRPr b="1" sz="1350">
              <a:solidFill>
                <a:srgbClr val="087182"/>
              </a:solidFill>
              <a:latin typeface="Barlow"/>
              <a:ea typeface="Barlow"/>
              <a:cs typeface="Barlow"/>
              <a:sym typeface="Barlow"/>
            </a:endParaRPr>
          </a:p>
          <a:p>
            <a:pPr indent="0" lvl="0" marL="457200" rtl="0" algn="l">
              <a:lnSpc>
                <a:spcPct val="120000"/>
              </a:lnSpc>
              <a:spcBef>
                <a:spcPts val="0"/>
              </a:spcBef>
              <a:spcAft>
                <a:spcPts val="0"/>
              </a:spcAft>
              <a:buNone/>
            </a:pPr>
            <a:r>
              <a:t/>
            </a:r>
            <a:endParaRPr b="1" sz="1350">
              <a:solidFill>
                <a:srgbClr val="087182"/>
              </a:solidFill>
              <a:latin typeface="Barlow"/>
              <a:ea typeface="Barlow"/>
              <a:cs typeface="Barlow"/>
              <a:sym typeface="Barlow"/>
            </a:endParaRPr>
          </a:p>
          <a:p>
            <a:pPr indent="-323850" lvl="0" marL="457200" rtl="0" algn="l">
              <a:lnSpc>
                <a:spcPct val="120000"/>
              </a:lnSpc>
              <a:spcBef>
                <a:spcPts val="0"/>
              </a:spcBef>
              <a:spcAft>
                <a:spcPts val="0"/>
              </a:spcAft>
              <a:buClr>
                <a:srgbClr val="087182"/>
              </a:buClr>
              <a:buSzPts val="1500"/>
              <a:buFont typeface="Barlow"/>
              <a:buChar char="●"/>
            </a:pPr>
            <a:r>
              <a:rPr b="1" lang="en" sz="1250">
                <a:solidFill>
                  <a:srgbClr val="087182"/>
                </a:solidFill>
                <a:latin typeface="Barlow"/>
                <a:ea typeface="Barlow"/>
                <a:cs typeface="Barlow"/>
                <a:sym typeface="Barlow"/>
              </a:rPr>
              <a:t>Geração de certificado ao fornecedor;</a:t>
            </a:r>
            <a:endParaRPr sz="1500">
              <a:solidFill>
                <a:srgbClr val="087182"/>
              </a:solidFill>
              <a:latin typeface="Barlow"/>
              <a:ea typeface="Barlow"/>
              <a:cs typeface="Barlow"/>
              <a:sym typeface="Barlow"/>
            </a:endParaRPr>
          </a:p>
          <a:p>
            <a:pPr indent="-330200" lvl="0" marL="457200" rtl="0" algn="l">
              <a:lnSpc>
                <a:spcPct val="120000"/>
              </a:lnSpc>
              <a:spcBef>
                <a:spcPts val="0"/>
              </a:spcBef>
              <a:spcAft>
                <a:spcPts val="0"/>
              </a:spcAft>
              <a:buClr>
                <a:srgbClr val="087182"/>
              </a:buClr>
              <a:buSzPts val="1600"/>
              <a:buFont typeface="Anek Gujarati"/>
              <a:buChar char="●"/>
            </a:pPr>
            <a:r>
              <a:rPr b="1" lang="en" sz="1250">
                <a:solidFill>
                  <a:srgbClr val="087182"/>
                </a:solidFill>
                <a:latin typeface="Barlow"/>
                <a:ea typeface="Barlow"/>
                <a:cs typeface="Barlow"/>
                <a:sym typeface="Barlow"/>
              </a:rPr>
              <a:t>Fluxo de análise e aprovação do cadastro do fornecedor</a:t>
            </a:r>
            <a:r>
              <a:rPr lang="en" sz="1500">
                <a:solidFill>
                  <a:srgbClr val="087182"/>
                </a:solidFill>
                <a:latin typeface="Barlow"/>
                <a:ea typeface="Barlow"/>
                <a:cs typeface="Barlow"/>
                <a:sym typeface="Barlow"/>
              </a:rPr>
              <a:t>;</a:t>
            </a:r>
            <a:endParaRPr sz="1500">
              <a:solidFill>
                <a:srgbClr val="087182"/>
              </a:solidFill>
              <a:latin typeface="Barlow"/>
              <a:ea typeface="Barlow"/>
              <a:cs typeface="Barlow"/>
              <a:sym typeface="Barlow"/>
            </a:endParaRPr>
          </a:p>
          <a:p>
            <a:pPr indent="-330200" lvl="0" marL="457200" rtl="0" algn="l">
              <a:lnSpc>
                <a:spcPct val="120000"/>
              </a:lnSpc>
              <a:spcBef>
                <a:spcPts val="0"/>
              </a:spcBef>
              <a:spcAft>
                <a:spcPts val="0"/>
              </a:spcAft>
              <a:buClr>
                <a:srgbClr val="087182"/>
              </a:buClr>
              <a:buSzPts val="1600"/>
              <a:buFont typeface="Anek Gujarati"/>
              <a:buChar char="●"/>
            </a:pPr>
            <a:r>
              <a:rPr b="1" lang="en" sz="1250">
                <a:solidFill>
                  <a:srgbClr val="087182"/>
                </a:solidFill>
                <a:latin typeface="Barlow"/>
                <a:ea typeface="Barlow"/>
                <a:cs typeface="Barlow"/>
                <a:sym typeface="Barlow"/>
              </a:rPr>
              <a:t>Configuração dos docs por ramo de atividade/linha de fornecimento</a:t>
            </a:r>
            <a:r>
              <a:rPr lang="en" sz="1500">
                <a:solidFill>
                  <a:srgbClr val="087182"/>
                </a:solidFill>
                <a:latin typeface="Barlow"/>
                <a:ea typeface="Barlow"/>
                <a:cs typeface="Barlow"/>
                <a:sym typeface="Barlow"/>
              </a:rPr>
              <a:t>;</a:t>
            </a:r>
            <a:endParaRPr sz="1500">
              <a:solidFill>
                <a:srgbClr val="087182"/>
              </a:solidFill>
              <a:latin typeface="Barlow"/>
              <a:ea typeface="Barlow"/>
              <a:cs typeface="Barlow"/>
              <a:sym typeface="Barlow"/>
            </a:endParaRPr>
          </a:p>
          <a:p>
            <a:pPr indent="-323850" lvl="0" marL="457200" rtl="0" algn="l">
              <a:lnSpc>
                <a:spcPct val="120000"/>
              </a:lnSpc>
              <a:spcBef>
                <a:spcPts val="0"/>
              </a:spcBef>
              <a:spcAft>
                <a:spcPts val="0"/>
              </a:spcAft>
              <a:buClr>
                <a:srgbClr val="087182"/>
              </a:buClr>
              <a:buSzPts val="1500"/>
              <a:buFont typeface="Barlow"/>
              <a:buChar char="●"/>
            </a:pPr>
            <a:r>
              <a:rPr b="1" lang="en" sz="1250">
                <a:solidFill>
                  <a:srgbClr val="087182"/>
                </a:solidFill>
                <a:latin typeface="Barlow"/>
                <a:ea typeface="Barlow"/>
                <a:cs typeface="Barlow"/>
                <a:sym typeface="Barlow"/>
              </a:rPr>
              <a:t>Virtualização dos documentos e certidões;</a:t>
            </a:r>
            <a:endParaRPr b="1" sz="1250">
              <a:solidFill>
                <a:srgbClr val="087182"/>
              </a:solidFill>
              <a:latin typeface="Barlow"/>
              <a:ea typeface="Barlow"/>
              <a:cs typeface="Barlow"/>
              <a:sym typeface="Barlow"/>
            </a:endParaRPr>
          </a:p>
          <a:p>
            <a:pPr indent="-307975" lvl="0" marL="457200" rtl="0" algn="l">
              <a:lnSpc>
                <a:spcPct val="120000"/>
              </a:lnSpc>
              <a:spcBef>
                <a:spcPts val="0"/>
              </a:spcBef>
              <a:spcAft>
                <a:spcPts val="0"/>
              </a:spcAft>
              <a:buClr>
                <a:srgbClr val="087182"/>
              </a:buClr>
              <a:buSzPts val="1250"/>
              <a:buFont typeface="Barlow"/>
              <a:buChar char="●"/>
            </a:pPr>
            <a:r>
              <a:rPr b="1" lang="en" sz="1250">
                <a:solidFill>
                  <a:srgbClr val="087182"/>
                </a:solidFill>
                <a:latin typeface="Barlow"/>
                <a:ea typeface="Barlow"/>
                <a:cs typeface="Barlow"/>
                <a:sym typeface="Barlow"/>
              </a:rPr>
              <a:t>Gestão de pendências e impedimentos dos fornecedores;</a:t>
            </a:r>
            <a:endParaRPr b="1" sz="1250">
              <a:solidFill>
                <a:srgbClr val="087182"/>
              </a:solidFill>
              <a:latin typeface="Barlow"/>
              <a:ea typeface="Barlow"/>
              <a:cs typeface="Barlow"/>
              <a:sym typeface="Barlow"/>
            </a:endParaRPr>
          </a:p>
          <a:p>
            <a:pPr indent="-307975" lvl="0" marL="457200" rtl="0" algn="l">
              <a:lnSpc>
                <a:spcPct val="120000"/>
              </a:lnSpc>
              <a:spcBef>
                <a:spcPts val="0"/>
              </a:spcBef>
              <a:spcAft>
                <a:spcPts val="0"/>
              </a:spcAft>
              <a:buClr>
                <a:srgbClr val="087182"/>
              </a:buClr>
              <a:buSzPts val="1250"/>
              <a:buFont typeface="Barlow"/>
              <a:buChar char="●"/>
            </a:pPr>
            <a:r>
              <a:rPr b="1" lang="en" sz="1250">
                <a:solidFill>
                  <a:srgbClr val="087182"/>
                </a:solidFill>
                <a:latin typeface="Barlow"/>
                <a:ea typeface="Barlow"/>
                <a:cs typeface="Barlow"/>
                <a:sym typeface="Barlow"/>
              </a:rPr>
              <a:t>Gestão de Fabricantes;</a:t>
            </a:r>
            <a:endParaRPr b="1" sz="1250">
              <a:solidFill>
                <a:srgbClr val="087182"/>
              </a:solidFill>
              <a:latin typeface="Barlow"/>
              <a:ea typeface="Barlow"/>
              <a:cs typeface="Barlow"/>
              <a:sym typeface="Barlow"/>
            </a:endParaRPr>
          </a:p>
          <a:p>
            <a:pPr indent="-307975" lvl="0" marL="457200" rtl="0" algn="l">
              <a:lnSpc>
                <a:spcPct val="120000"/>
              </a:lnSpc>
              <a:spcBef>
                <a:spcPts val="0"/>
              </a:spcBef>
              <a:spcAft>
                <a:spcPts val="0"/>
              </a:spcAft>
              <a:buClr>
                <a:srgbClr val="087182"/>
              </a:buClr>
              <a:buSzPts val="1250"/>
              <a:buFont typeface="Barlow"/>
              <a:buChar char="●"/>
            </a:pPr>
            <a:r>
              <a:rPr b="1" lang="en" sz="1250">
                <a:solidFill>
                  <a:srgbClr val="087182"/>
                </a:solidFill>
                <a:latin typeface="Barlow"/>
                <a:ea typeface="Barlow"/>
                <a:cs typeface="Barlow"/>
                <a:sym typeface="Barlow"/>
              </a:rPr>
              <a:t>Avaliações</a:t>
            </a:r>
            <a:endParaRPr b="1" sz="1250">
              <a:solidFill>
                <a:srgbClr val="087182"/>
              </a:solidFill>
              <a:latin typeface="Barlow"/>
              <a:ea typeface="Barlow"/>
              <a:cs typeface="Barlow"/>
              <a:sym typeface="Barlow"/>
            </a:endParaRPr>
          </a:p>
          <a:p>
            <a:pPr indent="-307975" lvl="0" marL="457200" rtl="0" algn="l">
              <a:lnSpc>
                <a:spcPct val="120000"/>
              </a:lnSpc>
              <a:spcBef>
                <a:spcPts val="0"/>
              </a:spcBef>
              <a:spcAft>
                <a:spcPts val="0"/>
              </a:spcAft>
              <a:buClr>
                <a:srgbClr val="087182"/>
              </a:buClr>
              <a:buSzPts val="1250"/>
              <a:buFont typeface="Barlow"/>
              <a:buChar char="●"/>
            </a:pPr>
            <a:r>
              <a:rPr b="1" lang="en" sz="1250">
                <a:solidFill>
                  <a:srgbClr val="087182"/>
                </a:solidFill>
                <a:latin typeface="Barlow"/>
                <a:ea typeface="Barlow"/>
                <a:cs typeface="Barlow"/>
                <a:sym typeface="Barlow"/>
              </a:rPr>
              <a:t>Ocorrências</a:t>
            </a:r>
            <a:endParaRPr b="1" sz="1250">
              <a:solidFill>
                <a:srgbClr val="087182"/>
              </a:solidFill>
              <a:latin typeface="Barlow"/>
              <a:ea typeface="Barlow"/>
              <a:cs typeface="Barlow"/>
              <a:sym typeface="Barlow"/>
            </a:endParaRPr>
          </a:p>
          <a:p>
            <a:pPr indent="-307975" lvl="0" marL="457200" rtl="0" algn="l">
              <a:lnSpc>
                <a:spcPct val="120000"/>
              </a:lnSpc>
              <a:spcBef>
                <a:spcPts val="0"/>
              </a:spcBef>
              <a:spcAft>
                <a:spcPts val="0"/>
              </a:spcAft>
              <a:buClr>
                <a:srgbClr val="087182"/>
              </a:buClr>
              <a:buSzPts val="1250"/>
              <a:buFont typeface="Barlow"/>
              <a:buChar char="●"/>
            </a:pPr>
            <a:r>
              <a:rPr b="1" lang="en" sz="1250">
                <a:solidFill>
                  <a:srgbClr val="087182"/>
                </a:solidFill>
                <a:latin typeface="Barlow"/>
                <a:ea typeface="Barlow"/>
                <a:cs typeface="Barlow"/>
                <a:sym typeface="Barlow"/>
              </a:rPr>
              <a:t>Notificações automáticas de vencimento aos fornecedores;</a:t>
            </a:r>
            <a:endParaRPr b="1" sz="1250">
              <a:solidFill>
                <a:srgbClr val="087182"/>
              </a:solidFill>
              <a:latin typeface="Barlow"/>
              <a:ea typeface="Barlow"/>
              <a:cs typeface="Barlow"/>
              <a:sym typeface="Barlow"/>
            </a:endParaRPr>
          </a:p>
          <a:p>
            <a:pPr indent="-307975" lvl="0" marL="457200" rtl="0" algn="l">
              <a:lnSpc>
                <a:spcPct val="120000"/>
              </a:lnSpc>
              <a:spcBef>
                <a:spcPts val="0"/>
              </a:spcBef>
              <a:spcAft>
                <a:spcPts val="0"/>
              </a:spcAft>
              <a:buClr>
                <a:srgbClr val="087182"/>
              </a:buClr>
              <a:buSzPts val="1250"/>
              <a:buFont typeface="Barlow"/>
              <a:buChar char="●"/>
            </a:pPr>
            <a:r>
              <a:rPr b="1" lang="en" sz="1250">
                <a:solidFill>
                  <a:srgbClr val="087182"/>
                </a:solidFill>
                <a:latin typeface="Barlow"/>
                <a:ea typeface="Barlow"/>
                <a:cs typeface="Barlow"/>
                <a:sym typeface="Barlow"/>
              </a:rPr>
              <a:t>Pré-cadastro/pedido de homologação;</a:t>
            </a:r>
            <a:endParaRPr b="1" sz="1250">
              <a:solidFill>
                <a:srgbClr val="087182"/>
              </a:solidFill>
              <a:latin typeface="Barlow"/>
              <a:ea typeface="Barlow"/>
              <a:cs typeface="Barlow"/>
              <a:sym typeface="Barlow"/>
            </a:endParaRPr>
          </a:p>
          <a:p>
            <a:pPr indent="-307975" lvl="0" marL="457200" rtl="0" algn="l">
              <a:lnSpc>
                <a:spcPct val="120000"/>
              </a:lnSpc>
              <a:spcBef>
                <a:spcPts val="0"/>
              </a:spcBef>
              <a:spcAft>
                <a:spcPts val="0"/>
              </a:spcAft>
              <a:buClr>
                <a:srgbClr val="087182"/>
              </a:buClr>
              <a:buSzPts val="1250"/>
              <a:buFont typeface="Barlow"/>
              <a:buChar char="●"/>
            </a:pPr>
            <a:r>
              <a:rPr b="1" lang="en" sz="1250">
                <a:solidFill>
                  <a:srgbClr val="087182"/>
                </a:solidFill>
                <a:latin typeface="Barlow"/>
                <a:ea typeface="Barlow"/>
                <a:cs typeface="Barlow"/>
                <a:sym typeface="Barlow"/>
              </a:rPr>
              <a:t>Relatórios;</a:t>
            </a:r>
            <a:endParaRPr b="1" sz="1250">
              <a:solidFill>
                <a:srgbClr val="087182"/>
              </a:solidFill>
              <a:latin typeface="Barlow"/>
              <a:ea typeface="Barlow"/>
              <a:cs typeface="Barlow"/>
              <a:sym typeface="Barlow"/>
            </a:endParaRPr>
          </a:p>
          <a:p>
            <a:pPr indent="-307975" lvl="0" marL="457200" rtl="0" algn="l">
              <a:lnSpc>
                <a:spcPct val="120000"/>
              </a:lnSpc>
              <a:spcBef>
                <a:spcPts val="0"/>
              </a:spcBef>
              <a:spcAft>
                <a:spcPts val="0"/>
              </a:spcAft>
              <a:buClr>
                <a:srgbClr val="087182"/>
              </a:buClr>
              <a:buSzPts val="1250"/>
              <a:buFont typeface="Barlow"/>
              <a:buChar char="●"/>
            </a:pPr>
            <a:r>
              <a:rPr b="1" lang="en" sz="1250">
                <a:solidFill>
                  <a:srgbClr val="087182"/>
                </a:solidFill>
                <a:latin typeface="Barlow"/>
                <a:ea typeface="Barlow"/>
                <a:cs typeface="Barlow"/>
                <a:sym typeface="Barlow"/>
              </a:rPr>
              <a:t>Suporte técnico</a:t>
            </a:r>
            <a:endParaRPr b="1" sz="1250">
              <a:solidFill>
                <a:srgbClr val="087182"/>
              </a:solidFill>
              <a:latin typeface="Barlow"/>
              <a:ea typeface="Barlow"/>
              <a:cs typeface="Barlow"/>
              <a:sym typeface="Barlow"/>
            </a:endParaRPr>
          </a:p>
        </p:txBody>
      </p:sp>
      <p:sp>
        <p:nvSpPr>
          <p:cNvPr id="592" name="Google Shape;592;p35"/>
          <p:cNvSpPr/>
          <p:nvPr/>
        </p:nvSpPr>
        <p:spPr>
          <a:xfrm>
            <a:off x="6804200" y="2636475"/>
            <a:ext cx="2248800" cy="1211100"/>
          </a:xfrm>
          <a:prstGeom prst="roundRect">
            <a:avLst>
              <a:gd fmla="val 11590" name="adj"/>
            </a:avLst>
          </a:prstGeom>
          <a:solidFill>
            <a:srgbClr val="0BA2B9"/>
          </a:solidFill>
          <a:ln>
            <a:noFill/>
          </a:ln>
        </p:spPr>
        <p:txBody>
          <a:bodyPr anchorCtr="0" anchor="ctr" bIns="91425" lIns="91425" spcFirstLastPara="1" rIns="91425" wrap="square" tIns="91425">
            <a:noAutofit/>
          </a:bodyPr>
          <a:lstStyle/>
          <a:p>
            <a:pPr indent="0" lvl="0" marL="342900" rtl="0" algn="l">
              <a:lnSpc>
                <a:spcPct val="115000"/>
              </a:lnSpc>
              <a:spcBef>
                <a:spcPts val="0"/>
              </a:spcBef>
              <a:spcAft>
                <a:spcPts val="0"/>
              </a:spcAft>
              <a:buNone/>
            </a:pPr>
            <a:r>
              <a:rPr b="1" lang="en" sz="1600">
                <a:solidFill>
                  <a:schemeClr val="accent6"/>
                </a:solidFill>
                <a:latin typeface="Barlow Condensed"/>
                <a:ea typeface="Barlow Condensed"/>
                <a:cs typeface="Barlow Condensed"/>
                <a:sym typeface="Barlow Condensed"/>
              </a:rPr>
              <a:t>Mensal</a:t>
            </a:r>
            <a:br>
              <a:rPr b="1" lang="en" sz="1600">
                <a:solidFill>
                  <a:schemeClr val="accent6"/>
                </a:solidFill>
                <a:latin typeface="Barlow Condensed"/>
                <a:ea typeface="Barlow Condensed"/>
                <a:cs typeface="Barlow Condensed"/>
                <a:sym typeface="Barlow Condensed"/>
              </a:rPr>
            </a:br>
            <a:r>
              <a:rPr b="1" lang="en" sz="1600">
                <a:solidFill>
                  <a:schemeClr val="accent6"/>
                </a:solidFill>
                <a:latin typeface="Barlow Condensed"/>
                <a:ea typeface="Barlow Condensed"/>
                <a:cs typeface="Barlow Condensed"/>
                <a:sym typeface="Barlow Condensed"/>
              </a:rPr>
              <a:t>R$ 2.407,95</a:t>
            </a:r>
            <a:endParaRPr b="1" sz="1600">
              <a:solidFill>
                <a:schemeClr val="accent6"/>
              </a:solidFill>
              <a:latin typeface="Barlow Condensed"/>
              <a:ea typeface="Barlow Condensed"/>
              <a:cs typeface="Barlow Condensed"/>
              <a:sym typeface="Barlow Condensed"/>
            </a:endParaRPr>
          </a:p>
          <a:p>
            <a:pPr indent="0" lvl="0" marL="342900" rtl="0" algn="l">
              <a:lnSpc>
                <a:spcPct val="115000"/>
              </a:lnSpc>
              <a:spcBef>
                <a:spcPts val="0"/>
              </a:spcBef>
              <a:spcAft>
                <a:spcPts val="0"/>
              </a:spcAft>
              <a:buNone/>
            </a:pPr>
            <a:r>
              <a:rPr b="1" lang="en" sz="1000">
                <a:solidFill>
                  <a:schemeClr val="accent6"/>
                </a:solidFill>
                <a:latin typeface="Barlow Condensed"/>
                <a:ea typeface="Barlow Condensed"/>
                <a:cs typeface="Barlow Condensed"/>
                <a:sym typeface="Barlow Condensed"/>
              </a:rPr>
              <a:t>(IGPM Índice acumulado 7,02%)</a:t>
            </a:r>
            <a:endParaRPr b="1" sz="1000">
              <a:solidFill>
                <a:schemeClr val="accent6"/>
              </a:solidFill>
              <a:latin typeface="Barlow Condensed"/>
              <a:ea typeface="Barlow Condensed"/>
              <a:cs typeface="Barlow Condensed"/>
              <a:sym typeface="Barlow Condensed"/>
            </a:endParaRPr>
          </a:p>
          <a:p>
            <a:pPr indent="0" lvl="0" marL="342900" rtl="0" algn="l">
              <a:lnSpc>
                <a:spcPct val="115000"/>
              </a:lnSpc>
              <a:spcBef>
                <a:spcPts val="0"/>
              </a:spcBef>
              <a:spcAft>
                <a:spcPts val="0"/>
              </a:spcAft>
              <a:buNone/>
            </a:pPr>
            <a:r>
              <a:t/>
            </a:r>
            <a:endParaRPr sz="800">
              <a:solidFill>
                <a:schemeClr val="accent6"/>
              </a:solidFill>
              <a:latin typeface="Barlow Condensed"/>
              <a:ea typeface="Barlow Condensed"/>
              <a:cs typeface="Barlow Condensed"/>
              <a:sym typeface="Barlow Condensed"/>
            </a:endParaRPr>
          </a:p>
        </p:txBody>
      </p:sp>
      <p:sp>
        <p:nvSpPr>
          <p:cNvPr id="593" name="Google Shape;593;p35"/>
          <p:cNvSpPr/>
          <p:nvPr/>
        </p:nvSpPr>
        <p:spPr>
          <a:xfrm>
            <a:off x="7472700" y="763975"/>
            <a:ext cx="1671300" cy="66900"/>
          </a:xfrm>
          <a:prstGeom prst="rect">
            <a:avLst/>
          </a:prstGeom>
          <a:solidFill>
            <a:srgbClr val="0BA2B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ek Gujarati"/>
              <a:ea typeface="Anek Gujarati"/>
              <a:cs typeface="Anek Gujarati"/>
              <a:sym typeface="Anek Gujarati"/>
            </a:endParaRPr>
          </a:p>
        </p:txBody>
      </p:sp>
      <p:sp>
        <p:nvSpPr>
          <p:cNvPr id="594" name="Google Shape;594;p35"/>
          <p:cNvSpPr/>
          <p:nvPr/>
        </p:nvSpPr>
        <p:spPr>
          <a:xfrm>
            <a:off x="0" y="763975"/>
            <a:ext cx="1452600" cy="66900"/>
          </a:xfrm>
          <a:prstGeom prst="rect">
            <a:avLst/>
          </a:prstGeom>
          <a:solidFill>
            <a:srgbClr val="0BA2B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ek Gujarati"/>
              <a:ea typeface="Anek Gujarati"/>
              <a:cs typeface="Anek Gujarati"/>
              <a:sym typeface="Anek Gujarati"/>
            </a:endParaRPr>
          </a:p>
        </p:txBody>
      </p:sp>
      <p:sp>
        <p:nvSpPr>
          <p:cNvPr id="595" name="Google Shape;595;p35"/>
          <p:cNvSpPr/>
          <p:nvPr/>
        </p:nvSpPr>
        <p:spPr>
          <a:xfrm>
            <a:off x="7055099" y="1443662"/>
            <a:ext cx="1982400" cy="1065600"/>
          </a:xfrm>
          <a:prstGeom prst="roundRect">
            <a:avLst>
              <a:gd fmla="val 11590" name="adj"/>
            </a:avLst>
          </a:prstGeom>
          <a:solidFill>
            <a:srgbClr val="0BA2B9"/>
          </a:solidFill>
          <a:ln>
            <a:noFill/>
          </a:ln>
        </p:spPr>
        <p:txBody>
          <a:bodyPr anchorCtr="0" anchor="ctr" bIns="91425" lIns="91425" spcFirstLastPara="1" rIns="91425" wrap="square" tIns="91425">
            <a:noAutofit/>
          </a:bodyPr>
          <a:lstStyle/>
          <a:p>
            <a:pPr indent="0" lvl="0" marL="342900" rtl="0" algn="l">
              <a:lnSpc>
                <a:spcPct val="115000"/>
              </a:lnSpc>
              <a:spcBef>
                <a:spcPts val="0"/>
              </a:spcBef>
              <a:spcAft>
                <a:spcPts val="0"/>
              </a:spcAft>
              <a:buNone/>
            </a:pPr>
            <a:r>
              <a:rPr b="1" lang="en" sz="1600">
                <a:solidFill>
                  <a:schemeClr val="accent6"/>
                </a:solidFill>
                <a:latin typeface="Barlow Condensed"/>
                <a:ea typeface="Barlow Condensed"/>
                <a:cs typeface="Barlow Condensed"/>
                <a:sym typeface="Barlow Condensed"/>
              </a:rPr>
              <a:t>300 Fornecedores</a:t>
            </a:r>
            <a:endParaRPr b="1" sz="1600">
              <a:solidFill>
                <a:schemeClr val="accent6"/>
              </a:solidFill>
              <a:latin typeface="Barlow Condensed"/>
              <a:ea typeface="Barlow Condensed"/>
              <a:cs typeface="Barlow Condensed"/>
              <a:sym typeface="Barlow Condensed"/>
            </a:endParaRPr>
          </a:p>
          <a:p>
            <a:pPr indent="0" lvl="0" marL="342900" rtl="0" algn="l">
              <a:lnSpc>
                <a:spcPct val="115000"/>
              </a:lnSpc>
              <a:spcBef>
                <a:spcPts val="0"/>
              </a:spcBef>
              <a:spcAft>
                <a:spcPts val="0"/>
              </a:spcAft>
              <a:buNone/>
            </a:pPr>
            <a:r>
              <a:rPr lang="en" sz="1200">
                <a:solidFill>
                  <a:schemeClr val="accent6"/>
                </a:solidFill>
                <a:latin typeface="Barlow Condensed"/>
                <a:ea typeface="Barlow Condensed"/>
                <a:cs typeface="Barlow Condensed"/>
                <a:sym typeface="Barlow Condensed"/>
              </a:rPr>
              <a:t>21 usuários</a:t>
            </a:r>
            <a:endParaRPr sz="800">
              <a:solidFill>
                <a:schemeClr val="accent6"/>
              </a:solidFill>
              <a:latin typeface="Barlow Condensed"/>
              <a:ea typeface="Barlow Condensed"/>
              <a:cs typeface="Barlow Condensed"/>
              <a:sym typeface="Barlow Condense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36"/>
          <p:cNvSpPr txBox="1"/>
          <p:nvPr>
            <p:ph idx="4294967295" type="title"/>
          </p:nvPr>
        </p:nvSpPr>
        <p:spPr>
          <a:xfrm>
            <a:off x="720000" y="381975"/>
            <a:ext cx="4735800" cy="723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0BA2B9"/>
                </a:solidFill>
                <a:latin typeface="Barlow Condensed ExtraBold"/>
                <a:ea typeface="Barlow Condensed ExtraBold"/>
                <a:cs typeface="Barlow Condensed ExtraBold"/>
                <a:sym typeface="Barlow Condensed ExtraBold"/>
              </a:rPr>
              <a:t>Aceite</a:t>
            </a:r>
            <a:endParaRPr>
              <a:solidFill>
                <a:srgbClr val="0BA2B9"/>
              </a:solidFill>
              <a:latin typeface="Barlow Condensed ExtraBold"/>
              <a:ea typeface="Barlow Condensed ExtraBold"/>
              <a:cs typeface="Barlow Condensed ExtraBold"/>
              <a:sym typeface="Barlow Condensed ExtraBold"/>
            </a:endParaRPr>
          </a:p>
        </p:txBody>
      </p:sp>
      <p:sp>
        <p:nvSpPr>
          <p:cNvPr id="601" name="Google Shape;601;p36"/>
          <p:cNvSpPr txBox="1"/>
          <p:nvPr/>
        </p:nvSpPr>
        <p:spPr>
          <a:xfrm>
            <a:off x="817950" y="1194875"/>
            <a:ext cx="7508100" cy="3694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200">
                <a:solidFill>
                  <a:srgbClr val="35536F"/>
                </a:solidFill>
                <a:latin typeface="Barlow"/>
                <a:ea typeface="Barlow"/>
                <a:cs typeface="Barlow"/>
                <a:sym typeface="Barlow"/>
              </a:rPr>
              <a:t>Em concordância aos termos desta proposta representa o aceite formal das condições comerciais e escopo descritos na mesma, de forma a permitir o prosseguimento das tratativas negociadas, gerando efeitos análogos ao de um contrato preliminar.</a:t>
            </a:r>
            <a:endParaRPr sz="1200">
              <a:solidFill>
                <a:srgbClr val="35536F"/>
              </a:solidFill>
              <a:latin typeface="Barlow"/>
              <a:ea typeface="Barlow"/>
              <a:cs typeface="Barlow"/>
              <a:sym typeface="Barlow"/>
            </a:endParaRPr>
          </a:p>
          <a:p>
            <a:pPr indent="0" lvl="0" marL="0" rtl="0" algn="l">
              <a:spcBef>
                <a:spcPts val="0"/>
              </a:spcBef>
              <a:spcAft>
                <a:spcPts val="0"/>
              </a:spcAft>
              <a:buNone/>
            </a:pPr>
            <a:r>
              <a:t/>
            </a:r>
            <a:endParaRPr sz="1200">
              <a:solidFill>
                <a:srgbClr val="35536F"/>
              </a:solidFill>
              <a:latin typeface="Barlow"/>
              <a:ea typeface="Barlow"/>
              <a:cs typeface="Barlow"/>
              <a:sym typeface="Barlow"/>
            </a:endParaRPr>
          </a:p>
          <a:p>
            <a:pPr indent="0" lvl="0" marL="0" rtl="0" algn="l">
              <a:spcBef>
                <a:spcPts val="0"/>
              </a:spcBef>
              <a:spcAft>
                <a:spcPts val="0"/>
              </a:spcAft>
              <a:buNone/>
            </a:pPr>
            <a:r>
              <a:rPr lang="en" sz="1200">
                <a:solidFill>
                  <a:srgbClr val="35536F"/>
                </a:solidFill>
                <a:latin typeface="Barlow"/>
                <a:ea typeface="Barlow"/>
                <a:cs typeface="Barlow"/>
                <a:sym typeface="Barlow"/>
              </a:rPr>
              <a:t>Estou de acordo com as condições apresentadas.</a:t>
            </a:r>
            <a:endParaRPr sz="1200">
              <a:solidFill>
                <a:srgbClr val="35536F"/>
              </a:solidFill>
              <a:latin typeface="Barlow"/>
              <a:ea typeface="Barlow"/>
              <a:cs typeface="Barlow"/>
              <a:sym typeface="Barlow"/>
            </a:endParaRPr>
          </a:p>
          <a:p>
            <a:pPr indent="0" lvl="0" marL="0" rtl="0" algn="l">
              <a:spcBef>
                <a:spcPts val="0"/>
              </a:spcBef>
              <a:spcAft>
                <a:spcPts val="0"/>
              </a:spcAft>
              <a:buNone/>
            </a:pPr>
            <a:r>
              <a:rPr lang="en" sz="1200">
                <a:solidFill>
                  <a:srgbClr val="35536F"/>
                </a:solidFill>
                <a:latin typeface="Barlow"/>
                <a:ea typeface="Barlow"/>
                <a:cs typeface="Barlow"/>
                <a:sym typeface="Barlow"/>
              </a:rPr>
              <a:t>Nome Fantasia: </a:t>
            </a:r>
            <a:endParaRPr sz="1200">
              <a:solidFill>
                <a:srgbClr val="35536F"/>
              </a:solidFill>
              <a:latin typeface="Barlow"/>
              <a:ea typeface="Barlow"/>
              <a:cs typeface="Barlow"/>
              <a:sym typeface="Barlow"/>
            </a:endParaRPr>
          </a:p>
          <a:p>
            <a:pPr indent="0" lvl="0" marL="0" rtl="0" algn="l">
              <a:spcBef>
                <a:spcPts val="0"/>
              </a:spcBef>
              <a:spcAft>
                <a:spcPts val="0"/>
              </a:spcAft>
              <a:buNone/>
            </a:pPr>
            <a:r>
              <a:rPr lang="en" sz="1200">
                <a:solidFill>
                  <a:srgbClr val="35536F"/>
                </a:solidFill>
                <a:latin typeface="Barlow"/>
                <a:ea typeface="Barlow"/>
                <a:cs typeface="Barlow"/>
                <a:sym typeface="Barlow"/>
              </a:rPr>
              <a:t>Razão Social: </a:t>
            </a:r>
            <a:endParaRPr sz="1200">
              <a:solidFill>
                <a:srgbClr val="35536F"/>
              </a:solidFill>
              <a:latin typeface="Barlow"/>
              <a:ea typeface="Barlow"/>
              <a:cs typeface="Barlow"/>
              <a:sym typeface="Barlow"/>
            </a:endParaRPr>
          </a:p>
          <a:p>
            <a:pPr indent="0" lvl="0" marL="0" rtl="0" algn="l">
              <a:spcBef>
                <a:spcPts val="0"/>
              </a:spcBef>
              <a:spcAft>
                <a:spcPts val="0"/>
              </a:spcAft>
              <a:buNone/>
            </a:pPr>
            <a:r>
              <a:rPr lang="en" sz="1200">
                <a:solidFill>
                  <a:srgbClr val="35536F"/>
                </a:solidFill>
                <a:latin typeface="Barlow"/>
                <a:ea typeface="Barlow"/>
                <a:cs typeface="Barlow"/>
                <a:sym typeface="Barlow"/>
              </a:rPr>
              <a:t>CNPJ: </a:t>
            </a:r>
            <a:endParaRPr sz="1200">
              <a:solidFill>
                <a:srgbClr val="35536F"/>
              </a:solidFill>
              <a:latin typeface="Barlow"/>
              <a:ea typeface="Barlow"/>
              <a:cs typeface="Barlow"/>
              <a:sym typeface="Barlow"/>
            </a:endParaRPr>
          </a:p>
          <a:p>
            <a:pPr indent="0" lvl="0" marL="0" rtl="0" algn="l">
              <a:spcBef>
                <a:spcPts val="0"/>
              </a:spcBef>
              <a:spcAft>
                <a:spcPts val="0"/>
              </a:spcAft>
              <a:buNone/>
            </a:pPr>
            <a:r>
              <a:t/>
            </a:r>
            <a:endParaRPr sz="1200">
              <a:solidFill>
                <a:srgbClr val="35536F"/>
              </a:solidFill>
              <a:latin typeface="Barlow"/>
              <a:ea typeface="Barlow"/>
              <a:cs typeface="Barlow"/>
              <a:sym typeface="Barlow"/>
            </a:endParaRPr>
          </a:p>
          <a:p>
            <a:pPr indent="0" lvl="0" marL="0" rtl="0" algn="l">
              <a:spcBef>
                <a:spcPts val="0"/>
              </a:spcBef>
              <a:spcAft>
                <a:spcPts val="0"/>
              </a:spcAft>
              <a:buNone/>
            </a:pPr>
            <a:r>
              <a:rPr lang="en" sz="1200">
                <a:solidFill>
                  <a:srgbClr val="35536F"/>
                </a:solidFill>
                <a:latin typeface="Barlow"/>
                <a:ea typeface="Barlow"/>
                <a:cs typeface="Barlow"/>
                <a:sym typeface="Barlow"/>
              </a:rPr>
              <a:t>Endereço de Cobrança: </a:t>
            </a:r>
            <a:endParaRPr sz="1200">
              <a:solidFill>
                <a:srgbClr val="35536F"/>
              </a:solidFill>
              <a:latin typeface="Barlow"/>
              <a:ea typeface="Barlow"/>
              <a:cs typeface="Barlow"/>
              <a:sym typeface="Barlow"/>
            </a:endParaRPr>
          </a:p>
          <a:p>
            <a:pPr indent="0" lvl="0" marL="0" rtl="0" algn="l">
              <a:spcBef>
                <a:spcPts val="0"/>
              </a:spcBef>
              <a:spcAft>
                <a:spcPts val="0"/>
              </a:spcAft>
              <a:buNone/>
            </a:pPr>
            <a:r>
              <a:rPr lang="en" sz="1200">
                <a:solidFill>
                  <a:srgbClr val="35536F"/>
                </a:solidFill>
                <a:latin typeface="Barlow"/>
                <a:ea typeface="Barlow"/>
                <a:cs typeface="Barlow"/>
                <a:sym typeface="Barlow"/>
              </a:rPr>
              <a:t>Telefone e E-mail de quem receberá a nota:</a:t>
            </a:r>
            <a:endParaRPr sz="1200">
              <a:solidFill>
                <a:srgbClr val="35536F"/>
              </a:solidFill>
              <a:latin typeface="Barlow"/>
              <a:ea typeface="Barlow"/>
              <a:cs typeface="Barlow"/>
              <a:sym typeface="Barlow"/>
            </a:endParaRPr>
          </a:p>
          <a:p>
            <a:pPr indent="0" lvl="0" marL="0" rtl="0" algn="l">
              <a:spcBef>
                <a:spcPts val="0"/>
              </a:spcBef>
              <a:spcAft>
                <a:spcPts val="0"/>
              </a:spcAft>
              <a:buNone/>
            </a:pPr>
            <a:r>
              <a:t/>
            </a:r>
            <a:endParaRPr sz="1200">
              <a:solidFill>
                <a:srgbClr val="35536F"/>
              </a:solidFill>
              <a:latin typeface="Barlow"/>
              <a:ea typeface="Barlow"/>
              <a:cs typeface="Barlow"/>
              <a:sym typeface="Barlow"/>
            </a:endParaRPr>
          </a:p>
          <a:p>
            <a:pPr indent="0" lvl="0" marL="0" rtl="0" algn="l">
              <a:spcBef>
                <a:spcPts val="0"/>
              </a:spcBef>
              <a:spcAft>
                <a:spcPts val="0"/>
              </a:spcAft>
              <a:buNone/>
            </a:pPr>
            <a:r>
              <a:t/>
            </a:r>
            <a:endParaRPr sz="1200">
              <a:solidFill>
                <a:srgbClr val="35536F"/>
              </a:solidFill>
              <a:latin typeface="Barlow"/>
              <a:ea typeface="Barlow"/>
              <a:cs typeface="Barlow"/>
              <a:sym typeface="Barlow"/>
            </a:endParaRPr>
          </a:p>
          <a:p>
            <a:pPr indent="0" lvl="0" marL="0" rtl="0" algn="l">
              <a:spcBef>
                <a:spcPts val="0"/>
              </a:spcBef>
              <a:spcAft>
                <a:spcPts val="0"/>
              </a:spcAft>
              <a:buNone/>
            </a:pPr>
            <a:r>
              <a:rPr lang="en" sz="1200">
                <a:solidFill>
                  <a:srgbClr val="35536F"/>
                </a:solidFill>
                <a:latin typeface="Barlow"/>
                <a:ea typeface="Barlow"/>
                <a:cs typeface="Barlow"/>
                <a:sym typeface="Barlow"/>
              </a:rPr>
              <a:t>Data: ____</a:t>
            </a:r>
            <a:r>
              <a:rPr i="1" lang="en" sz="1200">
                <a:solidFill>
                  <a:srgbClr val="35536F"/>
                </a:solidFill>
                <a:latin typeface="Barlow"/>
                <a:ea typeface="Barlow"/>
                <a:cs typeface="Barlow"/>
                <a:sym typeface="Barlow"/>
              </a:rPr>
              <a:t>/_____/</a:t>
            </a:r>
            <a:r>
              <a:rPr lang="en" sz="1200">
                <a:solidFill>
                  <a:srgbClr val="35536F"/>
                </a:solidFill>
                <a:latin typeface="Barlow"/>
                <a:ea typeface="Barlow"/>
                <a:cs typeface="Barlow"/>
                <a:sym typeface="Barlow"/>
              </a:rPr>
              <a:t>_______</a:t>
            </a:r>
            <a:endParaRPr sz="1200">
              <a:solidFill>
                <a:srgbClr val="35536F"/>
              </a:solidFill>
              <a:latin typeface="Barlow"/>
              <a:ea typeface="Barlow"/>
              <a:cs typeface="Barlow"/>
              <a:sym typeface="Barlow"/>
            </a:endParaRPr>
          </a:p>
          <a:p>
            <a:pPr indent="0" lvl="0" marL="0" rtl="0" algn="l">
              <a:spcBef>
                <a:spcPts val="0"/>
              </a:spcBef>
              <a:spcAft>
                <a:spcPts val="0"/>
              </a:spcAft>
              <a:buNone/>
            </a:pPr>
            <a:r>
              <a:t/>
            </a:r>
            <a:endParaRPr i="1" sz="1200" u="sng">
              <a:solidFill>
                <a:srgbClr val="35536F"/>
              </a:solidFill>
              <a:latin typeface="Barlow"/>
              <a:ea typeface="Barlow"/>
              <a:cs typeface="Barlow"/>
              <a:sym typeface="Barlow"/>
            </a:endParaRPr>
          </a:p>
          <a:p>
            <a:pPr indent="0" lvl="0" marL="0" rtl="0" algn="l">
              <a:spcBef>
                <a:spcPts val="0"/>
              </a:spcBef>
              <a:spcAft>
                <a:spcPts val="0"/>
              </a:spcAft>
              <a:buNone/>
            </a:pPr>
            <a:r>
              <a:t/>
            </a:r>
            <a:endParaRPr i="1" sz="1200" u="sng">
              <a:solidFill>
                <a:srgbClr val="35536F"/>
              </a:solidFill>
              <a:latin typeface="Barlow"/>
              <a:ea typeface="Barlow"/>
              <a:cs typeface="Barlow"/>
              <a:sym typeface="Barlow"/>
            </a:endParaRPr>
          </a:p>
          <a:p>
            <a:pPr indent="0" lvl="0" marL="0" rtl="0" algn="ctr">
              <a:spcBef>
                <a:spcPts val="0"/>
              </a:spcBef>
              <a:spcAft>
                <a:spcPts val="0"/>
              </a:spcAft>
              <a:buNone/>
            </a:pPr>
            <a:r>
              <a:rPr lang="en" sz="1200">
                <a:solidFill>
                  <a:srgbClr val="35536F"/>
                </a:solidFill>
                <a:latin typeface="Barlow"/>
                <a:ea typeface="Barlow"/>
                <a:cs typeface="Barlow"/>
                <a:sym typeface="Barlow"/>
              </a:rPr>
              <a:t>___________________________________________</a:t>
            </a:r>
            <a:endParaRPr sz="1200">
              <a:solidFill>
                <a:srgbClr val="35536F"/>
              </a:solidFill>
              <a:latin typeface="Barlow"/>
              <a:ea typeface="Barlow"/>
              <a:cs typeface="Barlow"/>
              <a:sym typeface="Barlow"/>
            </a:endParaRPr>
          </a:p>
          <a:p>
            <a:pPr indent="0" lvl="0" marL="0" rtl="0" algn="l">
              <a:spcBef>
                <a:spcPts val="0"/>
              </a:spcBef>
              <a:spcAft>
                <a:spcPts val="0"/>
              </a:spcAft>
              <a:buNone/>
            </a:pPr>
            <a:r>
              <a:rPr lang="en" sz="1200">
                <a:solidFill>
                  <a:srgbClr val="35536F"/>
                </a:solidFill>
                <a:latin typeface="Barlow"/>
                <a:ea typeface="Barlow"/>
                <a:cs typeface="Barlow"/>
                <a:sym typeface="Barlow"/>
              </a:rPr>
              <a:t>                                                              	Nome:</a:t>
            </a:r>
            <a:endParaRPr sz="1200">
              <a:solidFill>
                <a:srgbClr val="35536F"/>
              </a:solidFill>
              <a:latin typeface="Barlow"/>
              <a:ea typeface="Barlow"/>
              <a:cs typeface="Barlow"/>
              <a:sym typeface="Barlow"/>
            </a:endParaRPr>
          </a:p>
          <a:p>
            <a:pPr indent="0" lvl="0" marL="0" rtl="0" algn="l">
              <a:spcBef>
                <a:spcPts val="0"/>
              </a:spcBef>
              <a:spcAft>
                <a:spcPts val="0"/>
              </a:spcAft>
              <a:buNone/>
            </a:pPr>
            <a:r>
              <a:rPr lang="en" sz="1200">
                <a:solidFill>
                  <a:srgbClr val="35536F"/>
                </a:solidFill>
                <a:latin typeface="Barlow"/>
                <a:ea typeface="Barlow"/>
                <a:cs typeface="Barlow"/>
                <a:sym typeface="Barlow"/>
              </a:rPr>
              <a:t>                                                              	Cargo:</a:t>
            </a:r>
            <a:endParaRPr sz="1200">
              <a:solidFill>
                <a:srgbClr val="35536F"/>
              </a:solidFill>
              <a:latin typeface="Barlow"/>
              <a:ea typeface="Barlow"/>
              <a:cs typeface="Barlow"/>
              <a:sym typeface="Barlow"/>
            </a:endParaRPr>
          </a:p>
        </p:txBody>
      </p:sp>
      <p:sp>
        <p:nvSpPr>
          <p:cNvPr id="602" name="Google Shape;602;p36"/>
          <p:cNvSpPr/>
          <p:nvPr/>
        </p:nvSpPr>
        <p:spPr>
          <a:xfrm>
            <a:off x="2140850" y="828200"/>
            <a:ext cx="7088400" cy="66900"/>
          </a:xfrm>
          <a:prstGeom prst="rect">
            <a:avLst/>
          </a:prstGeom>
          <a:solidFill>
            <a:srgbClr val="0BA2B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ek Gujarati"/>
              <a:ea typeface="Anek Gujarati"/>
              <a:cs typeface="Anek Gujarati"/>
              <a:sym typeface="Anek Gujarat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A2B9"/>
        </a:solidFill>
      </p:bgPr>
    </p:bg>
    <p:spTree>
      <p:nvGrpSpPr>
        <p:cNvPr id="606" name="Shape 606"/>
        <p:cNvGrpSpPr/>
        <p:nvPr/>
      </p:nvGrpSpPr>
      <p:grpSpPr>
        <a:xfrm>
          <a:off x="0" y="0"/>
          <a:ext cx="0" cy="0"/>
          <a:chOff x="0" y="0"/>
          <a:chExt cx="0" cy="0"/>
        </a:xfrm>
      </p:grpSpPr>
      <p:pic>
        <p:nvPicPr>
          <p:cNvPr id="607" name="Google Shape;607;p37"/>
          <p:cNvPicPr preferRelativeResize="0"/>
          <p:nvPr/>
        </p:nvPicPr>
        <p:blipFill rotWithShape="1">
          <a:blip r:embed="rId3">
            <a:alphaModFix amt="11000"/>
          </a:blip>
          <a:srcRect b="6981" l="0" r="6985" t="14403"/>
          <a:stretch/>
        </p:blipFill>
        <p:spPr>
          <a:xfrm>
            <a:off x="0" y="0"/>
            <a:ext cx="9143997" cy="5143499"/>
          </a:xfrm>
          <a:prstGeom prst="rect">
            <a:avLst/>
          </a:prstGeom>
          <a:noFill/>
          <a:ln>
            <a:noFill/>
          </a:ln>
        </p:spPr>
      </p:pic>
      <p:sp>
        <p:nvSpPr>
          <p:cNvPr id="608" name="Google Shape;608;p37"/>
          <p:cNvSpPr txBox="1"/>
          <p:nvPr>
            <p:ph type="title"/>
          </p:nvPr>
        </p:nvSpPr>
        <p:spPr>
          <a:xfrm>
            <a:off x="720000" y="703025"/>
            <a:ext cx="5963100" cy="2562600"/>
          </a:xfrm>
          <a:prstGeom prst="rect">
            <a:avLst/>
          </a:prstGeom>
          <a:solidFill>
            <a:srgbClr val="087182"/>
          </a:solidFill>
          <a:ln>
            <a:noFill/>
          </a:ln>
        </p:spPr>
        <p:txBody>
          <a:bodyPr anchorCtr="0" anchor="ctr" bIns="91425" lIns="91425" spcFirstLastPara="1" rIns="91425" wrap="square" tIns="91425">
            <a:noAutofit/>
          </a:bodyPr>
          <a:lstStyle/>
          <a:p>
            <a:pPr indent="0" lvl="0" marL="182880" marR="182880" rtl="0" algn="l">
              <a:lnSpc>
                <a:spcPct val="80000"/>
              </a:lnSpc>
              <a:spcBef>
                <a:spcPts val="0"/>
              </a:spcBef>
              <a:spcAft>
                <a:spcPts val="0"/>
              </a:spcAft>
              <a:buNone/>
            </a:pPr>
            <a:r>
              <a:rPr b="1" lang="en" sz="3100">
                <a:latin typeface="Barlow Condensed"/>
                <a:ea typeface="Barlow Condensed"/>
                <a:cs typeface="Barlow Condensed"/>
                <a:sym typeface="Barlow Condensed"/>
              </a:rPr>
              <a:t>Tornamos seu negócio mais </a:t>
            </a:r>
            <a:r>
              <a:rPr b="1" lang="en" sz="3100">
                <a:latin typeface="Barlow Condensed"/>
                <a:ea typeface="Barlow Condensed"/>
                <a:cs typeface="Barlow Condensed"/>
                <a:sym typeface="Barlow Condensed"/>
              </a:rPr>
              <a:t>ágil</a:t>
            </a:r>
            <a:r>
              <a:rPr b="1" lang="en" sz="3100">
                <a:latin typeface="Barlow Condensed"/>
                <a:ea typeface="Barlow Condensed"/>
                <a:cs typeface="Barlow Condensed"/>
                <a:sym typeface="Barlow Condensed"/>
              </a:rPr>
              <a:t> e </a:t>
            </a:r>
            <a:r>
              <a:rPr b="1" lang="en" sz="3100">
                <a:latin typeface="Barlow Condensed"/>
                <a:ea typeface="Barlow Condensed"/>
                <a:cs typeface="Barlow Condensed"/>
                <a:sym typeface="Barlow Condensed"/>
              </a:rPr>
              <a:t>eficaz</a:t>
            </a:r>
            <a:r>
              <a:rPr b="1" lang="en" sz="3100">
                <a:latin typeface="Barlow Condensed"/>
                <a:ea typeface="Barlow Condensed"/>
                <a:cs typeface="Barlow Condensed"/>
                <a:sym typeface="Barlow Condensed"/>
              </a:rPr>
              <a:t> na hora de realizar transações com sua cadeia de fornecimento, com uma plataforma para Gestão de Fornecedores 100% online.</a:t>
            </a:r>
            <a:endParaRPr b="1" sz="3100">
              <a:latin typeface="Barlow Condensed"/>
              <a:ea typeface="Barlow Condensed"/>
              <a:cs typeface="Barlow Condensed"/>
              <a:sym typeface="Barlow Condensed"/>
            </a:endParaRPr>
          </a:p>
        </p:txBody>
      </p:sp>
      <p:sp>
        <p:nvSpPr>
          <p:cNvPr id="609" name="Google Shape;609;p37"/>
          <p:cNvSpPr/>
          <p:nvPr/>
        </p:nvSpPr>
        <p:spPr>
          <a:xfrm>
            <a:off x="6348787" y="2492213"/>
            <a:ext cx="620100" cy="620100"/>
          </a:xfrm>
          <a:prstGeom prst="star12">
            <a:avLst>
              <a:gd fmla="val 37500" name="adj"/>
            </a:avLst>
          </a:prstGeom>
          <a:solidFill>
            <a:srgbClr val="52A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0" name="Google Shape;610;p37"/>
          <p:cNvGrpSpPr/>
          <p:nvPr/>
        </p:nvGrpSpPr>
        <p:grpSpPr>
          <a:xfrm>
            <a:off x="6493596" y="2637024"/>
            <a:ext cx="330448" cy="330510"/>
            <a:chOff x="3601725" y="3116375"/>
            <a:chExt cx="253275" cy="253400"/>
          </a:xfrm>
        </p:grpSpPr>
        <p:sp>
          <p:nvSpPr>
            <p:cNvPr id="611" name="Google Shape;611;p37"/>
            <p:cNvSpPr/>
            <p:nvPr/>
          </p:nvSpPr>
          <p:spPr>
            <a:xfrm>
              <a:off x="3601725" y="3116650"/>
              <a:ext cx="251900" cy="252200"/>
            </a:xfrm>
            <a:custGeom>
              <a:rect b="b" l="l" r="r" t="t"/>
              <a:pathLst>
                <a:path extrusionOk="0" h="10088" w="10076">
                  <a:moveTo>
                    <a:pt x="5044" y="1"/>
                  </a:moveTo>
                  <a:cubicBezTo>
                    <a:pt x="2259" y="1"/>
                    <a:pt x="0" y="2259"/>
                    <a:pt x="0" y="5044"/>
                  </a:cubicBezTo>
                  <a:cubicBezTo>
                    <a:pt x="0" y="7829"/>
                    <a:pt x="2259" y="10088"/>
                    <a:pt x="5044" y="10088"/>
                  </a:cubicBezTo>
                  <a:cubicBezTo>
                    <a:pt x="7817" y="10088"/>
                    <a:pt x="10076" y="7829"/>
                    <a:pt x="10076" y="5044"/>
                  </a:cubicBezTo>
                  <a:cubicBezTo>
                    <a:pt x="10076" y="2259"/>
                    <a:pt x="7817" y="1"/>
                    <a:pt x="5044" y="1"/>
                  </a:cubicBezTo>
                  <a:close/>
                </a:path>
              </a:pathLst>
            </a:custGeom>
            <a:solidFill>
              <a:srgbClr val="0BA2B9"/>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37"/>
            <p:cNvSpPr/>
            <p:nvPr/>
          </p:nvSpPr>
          <p:spPr>
            <a:xfrm>
              <a:off x="3623650" y="3116400"/>
              <a:ext cx="105275" cy="252200"/>
            </a:xfrm>
            <a:custGeom>
              <a:rect b="b" l="l" r="r" t="t"/>
              <a:pathLst>
                <a:path extrusionOk="0" h="10088" w="4211">
                  <a:moveTo>
                    <a:pt x="4046" y="0"/>
                  </a:moveTo>
                  <a:cubicBezTo>
                    <a:pt x="3180" y="88"/>
                    <a:pt x="2368" y="406"/>
                    <a:pt x="1721" y="976"/>
                  </a:cubicBezTo>
                  <a:cubicBezTo>
                    <a:pt x="1184" y="1448"/>
                    <a:pt x="768" y="2050"/>
                    <a:pt x="493" y="2708"/>
                  </a:cubicBezTo>
                  <a:cubicBezTo>
                    <a:pt x="77" y="3706"/>
                    <a:pt x="0" y="4813"/>
                    <a:pt x="164" y="5877"/>
                  </a:cubicBezTo>
                  <a:cubicBezTo>
                    <a:pt x="329" y="6886"/>
                    <a:pt x="691" y="7872"/>
                    <a:pt x="1348" y="8662"/>
                  </a:cubicBezTo>
                  <a:cubicBezTo>
                    <a:pt x="1962" y="9407"/>
                    <a:pt x="2839" y="9956"/>
                    <a:pt x="3804" y="10065"/>
                  </a:cubicBezTo>
                  <a:cubicBezTo>
                    <a:pt x="3925" y="10087"/>
                    <a:pt x="4046" y="10087"/>
                    <a:pt x="4167" y="10087"/>
                  </a:cubicBezTo>
                  <a:cubicBezTo>
                    <a:pt x="4210" y="10087"/>
                    <a:pt x="4210" y="10010"/>
                    <a:pt x="4167" y="10010"/>
                  </a:cubicBezTo>
                  <a:cubicBezTo>
                    <a:pt x="3202" y="9999"/>
                    <a:pt x="2291" y="9539"/>
                    <a:pt x="1623" y="8859"/>
                  </a:cubicBezTo>
                  <a:cubicBezTo>
                    <a:pt x="932" y="8136"/>
                    <a:pt x="515" y="7181"/>
                    <a:pt x="307" y="6206"/>
                  </a:cubicBezTo>
                  <a:cubicBezTo>
                    <a:pt x="99" y="5186"/>
                    <a:pt x="110" y="4111"/>
                    <a:pt x="427" y="3114"/>
                  </a:cubicBezTo>
                  <a:cubicBezTo>
                    <a:pt x="658" y="2423"/>
                    <a:pt x="1041" y="1765"/>
                    <a:pt x="1557" y="1239"/>
                  </a:cubicBezTo>
                  <a:cubicBezTo>
                    <a:pt x="2127" y="658"/>
                    <a:pt x="2873" y="274"/>
                    <a:pt x="3673" y="132"/>
                  </a:cubicBezTo>
                  <a:cubicBezTo>
                    <a:pt x="3794" y="110"/>
                    <a:pt x="3925" y="99"/>
                    <a:pt x="4046" y="88"/>
                  </a:cubicBezTo>
                  <a:cubicBezTo>
                    <a:pt x="4101" y="77"/>
                    <a:pt x="4101" y="0"/>
                    <a:pt x="4046" y="0"/>
                  </a:cubicBezTo>
                  <a:close/>
                </a:path>
              </a:pathLst>
            </a:custGeom>
            <a:solidFill>
              <a:srgbClr val="0BA2B9"/>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37"/>
            <p:cNvSpPr/>
            <p:nvPr/>
          </p:nvSpPr>
          <p:spPr>
            <a:xfrm>
              <a:off x="3665575" y="3116475"/>
              <a:ext cx="64850" cy="253300"/>
            </a:xfrm>
            <a:custGeom>
              <a:rect b="b" l="l" r="r" t="t"/>
              <a:pathLst>
                <a:path extrusionOk="0" h="10132" w="2594">
                  <a:moveTo>
                    <a:pt x="2369" y="0"/>
                  </a:moveTo>
                  <a:cubicBezTo>
                    <a:pt x="2362" y="0"/>
                    <a:pt x="2354" y="2"/>
                    <a:pt x="2347" y="8"/>
                  </a:cubicBezTo>
                  <a:cubicBezTo>
                    <a:pt x="1733" y="359"/>
                    <a:pt x="1240" y="940"/>
                    <a:pt x="856" y="1543"/>
                  </a:cubicBezTo>
                  <a:cubicBezTo>
                    <a:pt x="670" y="1839"/>
                    <a:pt x="505" y="2157"/>
                    <a:pt x="385" y="2486"/>
                  </a:cubicBezTo>
                  <a:cubicBezTo>
                    <a:pt x="242" y="2880"/>
                    <a:pt x="165" y="3297"/>
                    <a:pt x="110" y="3703"/>
                  </a:cubicBezTo>
                  <a:cubicBezTo>
                    <a:pt x="0" y="4580"/>
                    <a:pt x="22" y="5479"/>
                    <a:pt x="99" y="6356"/>
                  </a:cubicBezTo>
                  <a:cubicBezTo>
                    <a:pt x="143" y="6784"/>
                    <a:pt x="209" y="7212"/>
                    <a:pt x="307" y="7639"/>
                  </a:cubicBezTo>
                  <a:cubicBezTo>
                    <a:pt x="406" y="8012"/>
                    <a:pt x="527" y="8406"/>
                    <a:pt x="735" y="8747"/>
                  </a:cubicBezTo>
                  <a:cubicBezTo>
                    <a:pt x="1141" y="9415"/>
                    <a:pt x="1810" y="9853"/>
                    <a:pt x="2533" y="10128"/>
                  </a:cubicBezTo>
                  <a:cubicBezTo>
                    <a:pt x="2539" y="10131"/>
                    <a:pt x="2544" y="10132"/>
                    <a:pt x="2548" y="10132"/>
                  </a:cubicBezTo>
                  <a:cubicBezTo>
                    <a:pt x="2582" y="10132"/>
                    <a:pt x="2594" y="10070"/>
                    <a:pt x="2555" y="10051"/>
                  </a:cubicBezTo>
                  <a:cubicBezTo>
                    <a:pt x="1919" y="9810"/>
                    <a:pt x="1305" y="9426"/>
                    <a:pt x="911" y="8867"/>
                  </a:cubicBezTo>
                  <a:cubicBezTo>
                    <a:pt x="691" y="8549"/>
                    <a:pt x="560" y="8198"/>
                    <a:pt x="450" y="7848"/>
                  </a:cubicBezTo>
                  <a:cubicBezTo>
                    <a:pt x="329" y="7441"/>
                    <a:pt x="253" y="7014"/>
                    <a:pt x="209" y="6598"/>
                  </a:cubicBezTo>
                  <a:cubicBezTo>
                    <a:pt x="110" y="5764"/>
                    <a:pt x="88" y="4898"/>
                    <a:pt x="154" y="4054"/>
                  </a:cubicBezTo>
                  <a:cubicBezTo>
                    <a:pt x="187" y="3615"/>
                    <a:pt x="263" y="3187"/>
                    <a:pt x="373" y="2771"/>
                  </a:cubicBezTo>
                  <a:cubicBezTo>
                    <a:pt x="472" y="2442"/>
                    <a:pt x="614" y="2124"/>
                    <a:pt x="779" y="1817"/>
                  </a:cubicBezTo>
                  <a:cubicBezTo>
                    <a:pt x="987" y="1467"/>
                    <a:pt x="1228" y="1126"/>
                    <a:pt x="1503" y="819"/>
                  </a:cubicBezTo>
                  <a:cubicBezTo>
                    <a:pt x="1755" y="534"/>
                    <a:pt x="2051" y="271"/>
                    <a:pt x="2390" y="74"/>
                  </a:cubicBezTo>
                  <a:cubicBezTo>
                    <a:pt x="2427" y="56"/>
                    <a:pt x="2403" y="0"/>
                    <a:pt x="2369" y="0"/>
                  </a:cubicBezTo>
                  <a:close/>
                </a:path>
              </a:pathLst>
            </a:custGeom>
            <a:solidFill>
              <a:srgbClr val="0BA2B9"/>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37"/>
            <p:cNvSpPr/>
            <p:nvPr/>
          </p:nvSpPr>
          <p:spPr>
            <a:xfrm>
              <a:off x="3721225" y="3116450"/>
              <a:ext cx="8925" cy="252125"/>
            </a:xfrm>
            <a:custGeom>
              <a:rect b="b" l="l" r="r" t="t"/>
              <a:pathLst>
                <a:path extrusionOk="0" h="10085" w="357">
                  <a:moveTo>
                    <a:pt x="143" y="1"/>
                  </a:moveTo>
                  <a:cubicBezTo>
                    <a:pt x="121" y="1"/>
                    <a:pt x="99" y="15"/>
                    <a:pt x="99" y="42"/>
                  </a:cubicBezTo>
                  <a:cubicBezTo>
                    <a:pt x="33" y="1336"/>
                    <a:pt x="0" y="2640"/>
                    <a:pt x="0" y="3934"/>
                  </a:cubicBezTo>
                  <a:cubicBezTo>
                    <a:pt x="0" y="5250"/>
                    <a:pt x="33" y="6565"/>
                    <a:pt x="110" y="7881"/>
                  </a:cubicBezTo>
                  <a:cubicBezTo>
                    <a:pt x="154" y="8605"/>
                    <a:pt x="208" y="9328"/>
                    <a:pt x="274" y="10052"/>
                  </a:cubicBezTo>
                  <a:cubicBezTo>
                    <a:pt x="274" y="10074"/>
                    <a:pt x="296" y="10085"/>
                    <a:pt x="317" y="10085"/>
                  </a:cubicBezTo>
                  <a:cubicBezTo>
                    <a:pt x="337" y="10085"/>
                    <a:pt x="357" y="10074"/>
                    <a:pt x="351" y="10052"/>
                  </a:cubicBezTo>
                  <a:cubicBezTo>
                    <a:pt x="230" y="8758"/>
                    <a:pt x="154" y="7464"/>
                    <a:pt x="110" y="6160"/>
                  </a:cubicBezTo>
                  <a:cubicBezTo>
                    <a:pt x="77" y="4844"/>
                    <a:pt x="77" y="3529"/>
                    <a:pt x="99" y="2213"/>
                  </a:cubicBezTo>
                  <a:cubicBezTo>
                    <a:pt x="121" y="1489"/>
                    <a:pt x="143" y="766"/>
                    <a:pt x="186" y="42"/>
                  </a:cubicBezTo>
                  <a:cubicBezTo>
                    <a:pt x="186" y="15"/>
                    <a:pt x="164" y="1"/>
                    <a:pt x="143" y="1"/>
                  </a:cubicBezTo>
                  <a:close/>
                </a:path>
              </a:pathLst>
            </a:custGeom>
            <a:solidFill>
              <a:srgbClr val="0BA2B9"/>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37"/>
            <p:cNvSpPr/>
            <p:nvPr/>
          </p:nvSpPr>
          <p:spPr>
            <a:xfrm>
              <a:off x="3724325" y="3116375"/>
              <a:ext cx="72025" cy="253275"/>
            </a:xfrm>
            <a:custGeom>
              <a:rect b="b" l="l" r="r" t="t"/>
              <a:pathLst>
                <a:path extrusionOk="0" h="10131" w="2881">
                  <a:moveTo>
                    <a:pt x="63" y="0"/>
                  </a:moveTo>
                  <a:cubicBezTo>
                    <a:pt x="16" y="0"/>
                    <a:pt x="0" y="69"/>
                    <a:pt x="52" y="89"/>
                  </a:cubicBezTo>
                  <a:cubicBezTo>
                    <a:pt x="688" y="352"/>
                    <a:pt x="1246" y="791"/>
                    <a:pt x="1653" y="1350"/>
                  </a:cubicBezTo>
                  <a:cubicBezTo>
                    <a:pt x="2080" y="1931"/>
                    <a:pt x="2354" y="2599"/>
                    <a:pt x="2530" y="3291"/>
                  </a:cubicBezTo>
                  <a:cubicBezTo>
                    <a:pt x="2716" y="4069"/>
                    <a:pt x="2793" y="4902"/>
                    <a:pt x="2716" y="5691"/>
                  </a:cubicBezTo>
                  <a:cubicBezTo>
                    <a:pt x="2650" y="6503"/>
                    <a:pt x="2387" y="7281"/>
                    <a:pt x="1981" y="7994"/>
                  </a:cubicBezTo>
                  <a:cubicBezTo>
                    <a:pt x="1521" y="8794"/>
                    <a:pt x="896" y="9496"/>
                    <a:pt x="161" y="10066"/>
                  </a:cubicBezTo>
                  <a:cubicBezTo>
                    <a:pt x="127" y="10092"/>
                    <a:pt x="160" y="10131"/>
                    <a:pt x="191" y="10131"/>
                  </a:cubicBezTo>
                  <a:cubicBezTo>
                    <a:pt x="200" y="10131"/>
                    <a:pt x="209" y="10128"/>
                    <a:pt x="216" y="10121"/>
                  </a:cubicBezTo>
                  <a:cubicBezTo>
                    <a:pt x="874" y="9606"/>
                    <a:pt x="1455" y="8980"/>
                    <a:pt x="1904" y="8279"/>
                  </a:cubicBezTo>
                  <a:cubicBezTo>
                    <a:pt x="2343" y="7577"/>
                    <a:pt x="2650" y="6788"/>
                    <a:pt x="2771" y="5966"/>
                  </a:cubicBezTo>
                  <a:cubicBezTo>
                    <a:pt x="2881" y="5165"/>
                    <a:pt x="2825" y="4310"/>
                    <a:pt x="2661" y="3520"/>
                  </a:cubicBezTo>
                  <a:cubicBezTo>
                    <a:pt x="2508" y="2797"/>
                    <a:pt x="2255" y="2085"/>
                    <a:pt x="1839" y="1471"/>
                  </a:cubicBezTo>
                  <a:cubicBezTo>
                    <a:pt x="1455" y="900"/>
                    <a:pt x="929" y="418"/>
                    <a:pt x="304" y="111"/>
                  </a:cubicBezTo>
                  <a:cubicBezTo>
                    <a:pt x="227" y="78"/>
                    <a:pt x="150" y="34"/>
                    <a:pt x="74" y="1"/>
                  </a:cubicBezTo>
                  <a:cubicBezTo>
                    <a:pt x="70" y="1"/>
                    <a:pt x="66" y="0"/>
                    <a:pt x="63" y="0"/>
                  </a:cubicBezTo>
                  <a:close/>
                </a:path>
              </a:pathLst>
            </a:custGeom>
            <a:solidFill>
              <a:srgbClr val="0BA2B9"/>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37"/>
            <p:cNvSpPr/>
            <p:nvPr/>
          </p:nvSpPr>
          <p:spPr>
            <a:xfrm>
              <a:off x="3724500" y="3116400"/>
              <a:ext cx="107475" cy="253300"/>
            </a:xfrm>
            <a:custGeom>
              <a:rect b="b" l="l" r="r" t="t"/>
              <a:pathLst>
                <a:path extrusionOk="0" h="10132" w="4299">
                  <a:moveTo>
                    <a:pt x="55" y="0"/>
                  </a:moveTo>
                  <a:cubicBezTo>
                    <a:pt x="1" y="0"/>
                    <a:pt x="1" y="88"/>
                    <a:pt x="55" y="88"/>
                  </a:cubicBezTo>
                  <a:cubicBezTo>
                    <a:pt x="440" y="88"/>
                    <a:pt x="823" y="186"/>
                    <a:pt x="1174" y="329"/>
                  </a:cubicBezTo>
                  <a:cubicBezTo>
                    <a:pt x="1580" y="483"/>
                    <a:pt x="1974" y="702"/>
                    <a:pt x="2325" y="954"/>
                  </a:cubicBezTo>
                  <a:cubicBezTo>
                    <a:pt x="2665" y="1185"/>
                    <a:pt x="2994" y="1470"/>
                    <a:pt x="3257" y="1787"/>
                  </a:cubicBezTo>
                  <a:cubicBezTo>
                    <a:pt x="3542" y="2138"/>
                    <a:pt x="3739" y="2555"/>
                    <a:pt x="3871" y="2983"/>
                  </a:cubicBezTo>
                  <a:cubicBezTo>
                    <a:pt x="4189" y="3947"/>
                    <a:pt x="4200" y="5010"/>
                    <a:pt x="4024" y="6009"/>
                  </a:cubicBezTo>
                  <a:cubicBezTo>
                    <a:pt x="3860" y="6962"/>
                    <a:pt x="3498" y="7960"/>
                    <a:pt x="2840" y="8684"/>
                  </a:cubicBezTo>
                  <a:cubicBezTo>
                    <a:pt x="2238" y="9352"/>
                    <a:pt x="1382" y="9824"/>
                    <a:pt x="505" y="10010"/>
                  </a:cubicBezTo>
                  <a:cubicBezTo>
                    <a:pt x="396" y="10021"/>
                    <a:pt x="297" y="10043"/>
                    <a:pt x="187" y="10054"/>
                  </a:cubicBezTo>
                  <a:cubicBezTo>
                    <a:pt x="136" y="10054"/>
                    <a:pt x="133" y="10132"/>
                    <a:pt x="178" y="10132"/>
                  </a:cubicBezTo>
                  <a:cubicBezTo>
                    <a:pt x="181" y="10132"/>
                    <a:pt x="184" y="10132"/>
                    <a:pt x="187" y="10131"/>
                  </a:cubicBezTo>
                  <a:cubicBezTo>
                    <a:pt x="1086" y="10043"/>
                    <a:pt x="1985" y="9605"/>
                    <a:pt x="2654" y="8991"/>
                  </a:cubicBezTo>
                  <a:cubicBezTo>
                    <a:pt x="3388" y="8322"/>
                    <a:pt x="3805" y="7357"/>
                    <a:pt x="4024" y="6403"/>
                  </a:cubicBezTo>
                  <a:cubicBezTo>
                    <a:pt x="4255" y="5405"/>
                    <a:pt x="4299" y="4331"/>
                    <a:pt x="4058" y="3322"/>
                  </a:cubicBezTo>
                  <a:cubicBezTo>
                    <a:pt x="3937" y="2851"/>
                    <a:pt x="3761" y="2369"/>
                    <a:pt x="3487" y="1974"/>
                  </a:cubicBezTo>
                  <a:cubicBezTo>
                    <a:pt x="3257" y="1634"/>
                    <a:pt x="2961" y="1338"/>
                    <a:pt x="2643" y="1085"/>
                  </a:cubicBezTo>
                  <a:cubicBezTo>
                    <a:pt x="2292" y="812"/>
                    <a:pt x="1909" y="571"/>
                    <a:pt x="1503" y="373"/>
                  </a:cubicBezTo>
                  <a:cubicBezTo>
                    <a:pt x="1130" y="208"/>
                    <a:pt x="735" y="66"/>
                    <a:pt x="330" y="22"/>
                  </a:cubicBezTo>
                  <a:cubicBezTo>
                    <a:pt x="231" y="11"/>
                    <a:pt x="143" y="0"/>
                    <a:pt x="55" y="0"/>
                  </a:cubicBezTo>
                  <a:close/>
                </a:path>
              </a:pathLst>
            </a:custGeom>
            <a:solidFill>
              <a:srgbClr val="0BA2B9"/>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37"/>
            <p:cNvSpPr/>
            <p:nvPr/>
          </p:nvSpPr>
          <p:spPr>
            <a:xfrm>
              <a:off x="3601975" y="3246875"/>
              <a:ext cx="253025" cy="1925"/>
            </a:xfrm>
            <a:custGeom>
              <a:rect b="b" l="l" r="r" t="t"/>
              <a:pathLst>
                <a:path extrusionOk="0" h="77" w="10121">
                  <a:moveTo>
                    <a:pt x="45" y="0"/>
                  </a:moveTo>
                  <a:cubicBezTo>
                    <a:pt x="1" y="0"/>
                    <a:pt x="1" y="77"/>
                    <a:pt x="45" y="77"/>
                  </a:cubicBezTo>
                  <a:lnTo>
                    <a:pt x="10066" y="77"/>
                  </a:lnTo>
                  <a:cubicBezTo>
                    <a:pt x="10121" y="77"/>
                    <a:pt x="10121" y="0"/>
                    <a:pt x="10066" y="0"/>
                  </a:cubicBezTo>
                  <a:close/>
                </a:path>
              </a:pathLst>
            </a:custGeom>
            <a:solidFill>
              <a:srgbClr val="0BA2B9"/>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37"/>
            <p:cNvSpPr/>
            <p:nvPr/>
          </p:nvSpPr>
          <p:spPr>
            <a:xfrm>
              <a:off x="3621175" y="3175750"/>
              <a:ext cx="212450" cy="2175"/>
            </a:xfrm>
            <a:custGeom>
              <a:rect b="b" l="l" r="r" t="t"/>
              <a:pathLst>
                <a:path extrusionOk="0" h="87" w="8498">
                  <a:moveTo>
                    <a:pt x="176" y="0"/>
                  </a:moveTo>
                  <a:cubicBezTo>
                    <a:pt x="139" y="0"/>
                    <a:pt x="103" y="2"/>
                    <a:pt x="66" y="5"/>
                  </a:cubicBezTo>
                  <a:lnTo>
                    <a:pt x="55" y="5"/>
                  </a:lnTo>
                  <a:cubicBezTo>
                    <a:pt x="0" y="5"/>
                    <a:pt x="0" y="82"/>
                    <a:pt x="55" y="82"/>
                  </a:cubicBezTo>
                  <a:lnTo>
                    <a:pt x="8103" y="82"/>
                  </a:lnTo>
                  <a:cubicBezTo>
                    <a:pt x="8176" y="82"/>
                    <a:pt x="8249" y="87"/>
                    <a:pt x="8322" y="87"/>
                  </a:cubicBezTo>
                  <a:cubicBezTo>
                    <a:pt x="8359" y="87"/>
                    <a:pt x="8395" y="86"/>
                    <a:pt x="8432" y="82"/>
                  </a:cubicBezTo>
                  <a:lnTo>
                    <a:pt x="8442" y="82"/>
                  </a:lnTo>
                  <a:cubicBezTo>
                    <a:pt x="8498" y="82"/>
                    <a:pt x="8498" y="5"/>
                    <a:pt x="8442" y="5"/>
                  </a:cubicBezTo>
                  <a:lnTo>
                    <a:pt x="395" y="5"/>
                  </a:lnTo>
                  <a:cubicBezTo>
                    <a:pt x="322" y="5"/>
                    <a:pt x="249" y="0"/>
                    <a:pt x="176" y="0"/>
                  </a:cubicBezTo>
                  <a:close/>
                </a:path>
              </a:pathLst>
            </a:custGeom>
            <a:solidFill>
              <a:srgbClr val="0BA2B9"/>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37"/>
            <p:cNvSpPr/>
            <p:nvPr/>
          </p:nvSpPr>
          <p:spPr>
            <a:xfrm>
              <a:off x="3629675" y="3317850"/>
              <a:ext cx="196275" cy="2225"/>
            </a:xfrm>
            <a:custGeom>
              <a:rect b="b" l="l" r="r" t="t"/>
              <a:pathLst>
                <a:path extrusionOk="0" h="89" w="7851">
                  <a:moveTo>
                    <a:pt x="44" y="0"/>
                  </a:moveTo>
                  <a:cubicBezTo>
                    <a:pt x="1" y="0"/>
                    <a:pt x="1" y="88"/>
                    <a:pt x="44" y="88"/>
                  </a:cubicBezTo>
                  <a:lnTo>
                    <a:pt x="7795" y="88"/>
                  </a:lnTo>
                  <a:cubicBezTo>
                    <a:pt x="7851" y="88"/>
                    <a:pt x="7851" y="0"/>
                    <a:pt x="7795" y="0"/>
                  </a:cubicBezTo>
                  <a:close/>
                </a:path>
              </a:pathLst>
            </a:custGeom>
            <a:solidFill>
              <a:srgbClr val="0BA2B9"/>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620" name="Google Shape;620;p37"/>
          <p:cNvPicPr preferRelativeResize="0"/>
          <p:nvPr/>
        </p:nvPicPr>
        <p:blipFill>
          <a:blip r:embed="rId4">
            <a:alphaModFix/>
          </a:blip>
          <a:stretch>
            <a:fillRect/>
          </a:stretch>
        </p:blipFill>
        <p:spPr>
          <a:xfrm>
            <a:off x="8463575" y="4529700"/>
            <a:ext cx="439350" cy="398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A2B9"/>
        </a:solidFill>
      </p:bgPr>
    </p:bg>
    <p:spTree>
      <p:nvGrpSpPr>
        <p:cNvPr id="624" name="Shape 624"/>
        <p:cNvGrpSpPr/>
        <p:nvPr/>
      </p:nvGrpSpPr>
      <p:grpSpPr>
        <a:xfrm>
          <a:off x="0" y="0"/>
          <a:ext cx="0" cy="0"/>
          <a:chOff x="0" y="0"/>
          <a:chExt cx="0" cy="0"/>
        </a:xfrm>
      </p:grpSpPr>
      <p:pic>
        <p:nvPicPr>
          <p:cNvPr id="625" name="Google Shape;625;p38" title="10869.jpg"/>
          <p:cNvPicPr preferRelativeResize="0"/>
          <p:nvPr/>
        </p:nvPicPr>
        <p:blipFill rotWithShape="1">
          <a:blip r:embed="rId3">
            <a:alphaModFix/>
          </a:blip>
          <a:srcRect b="0" l="38434" r="13959" t="0"/>
          <a:stretch/>
        </p:blipFill>
        <p:spPr>
          <a:xfrm>
            <a:off x="0" y="0"/>
            <a:ext cx="3673925" cy="5143500"/>
          </a:xfrm>
          <a:prstGeom prst="rect">
            <a:avLst/>
          </a:prstGeom>
          <a:noFill/>
          <a:ln>
            <a:noFill/>
          </a:ln>
        </p:spPr>
      </p:pic>
      <p:sp>
        <p:nvSpPr>
          <p:cNvPr id="626" name="Google Shape;626;p38"/>
          <p:cNvSpPr txBox="1"/>
          <p:nvPr>
            <p:ph idx="4294967295" type="subTitle"/>
          </p:nvPr>
        </p:nvSpPr>
        <p:spPr>
          <a:xfrm>
            <a:off x="4772751" y="820688"/>
            <a:ext cx="3176100" cy="2452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sz="4300">
                <a:solidFill>
                  <a:schemeClr val="lt1"/>
                </a:solidFill>
                <a:latin typeface="Barlow Condensed"/>
                <a:ea typeface="Barlow Condensed"/>
                <a:cs typeface="Barlow Condensed"/>
                <a:sym typeface="Barlow Condensed"/>
              </a:rPr>
              <a:t>Ficou alguma dúvida?</a:t>
            </a:r>
            <a:endParaRPr b="1" sz="4300">
              <a:solidFill>
                <a:schemeClr val="lt1"/>
              </a:solidFill>
              <a:latin typeface="Barlow Condensed"/>
              <a:ea typeface="Barlow Condensed"/>
              <a:cs typeface="Barlow Condensed"/>
              <a:sym typeface="Barlow Condensed"/>
            </a:endParaRPr>
          </a:p>
          <a:p>
            <a:pPr indent="0" lvl="0" marL="0" rtl="0" algn="l">
              <a:lnSpc>
                <a:spcPct val="100000"/>
              </a:lnSpc>
              <a:spcBef>
                <a:spcPts val="1600"/>
              </a:spcBef>
              <a:spcAft>
                <a:spcPts val="0"/>
              </a:spcAft>
              <a:buNone/>
            </a:pPr>
            <a:r>
              <a:rPr lang="en" sz="1600">
                <a:solidFill>
                  <a:schemeClr val="lt1"/>
                </a:solidFill>
                <a:latin typeface="Barlow Condensed"/>
                <a:ea typeface="Barlow Condensed"/>
                <a:cs typeface="Barlow Condensed"/>
                <a:sym typeface="Barlow Condensed"/>
              </a:rPr>
              <a:t>E-mail </a:t>
            </a:r>
            <a:r>
              <a:rPr lang="en" sz="1600" u="sng">
                <a:solidFill>
                  <a:schemeClr val="hlink"/>
                </a:solidFill>
                <a:latin typeface="Barlow Condensed"/>
                <a:ea typeface="Barlow Condensed"/>
                <a:cs typeface="Barlow Condensed"/>
                <a:sym typeface="Barlow Condensed"/>
                <a:hlinkClick r:id="rId4"/>
              </a:rPr>
              <a:t>marielle.cuellar@efcaz.com.br</a:t>
            </a:r>
            <a:endParaRPr sz="1600">
              <a:solidFill>
                <a:schemeClr val="accent6"/>
              </a:solidFill>
              <a:latin typeface="Barlow Condensed"/>
              <a:ea typeface="Barlow Condensed"/>
              <a:cs typeface="Barlow Condensed"/>
              <a:sym typeface="Barlow Condensed"/>
            </a:endParaRPr>
          </a:p>
          <a:p>
            <a:pPr indent="0" lvl="0" marL="0" rtl="0" algn="l">
              <a:lnSpc>
                <a:spcPct val="100000"/>
              </a:lnSpc>
              <a:spcBef>
                <a:spcPts val="0"/>
              </a:spcBef>
              <a:spcAft>
                <a:spcPts val="0"/>
              </a:spcAft>
              <a:buNone/>
            </a:pPr>
            <a:r>
              <a:rPr lang="en" sz="1600">
                <a:solidFill>
                  <a:schemeClr val="lt1"/>
                </a:solidFill>
                <a:latin typeface="Barlow Condensed"/>
                <a:ea typeface="Barlow Condensed"/>
                <a:cs typeface="Barlow Condensed"/>
                <a:sym typeface="Barlow Condensed"/>
              </a:rPr>
              <a:t>(11) 4850-9405</a:t>
            </a:r>
            <a:endParaRPr sz="1600">
              <a:solidFill>
                <a:schemeClr val="lt1"/>
              </a:solidFill>
              <a:latin typeface="Barlow Condensed"/>
              <a:ea typeface="Barlow Condensed"/>
              <a:cs typeface="Barlow Condensed"/>
              <a:sym typeface="Barlow Condensed"/>
            </a:endParaRPr>
          </a:p>
          <a:p>
            <a:pPr indent="0" lvl="0" marL="0" rtl="0" algn="l">
              <a:lnSpc>
                <a:spcPct val="100000"/>
              </a:lnSpc>
              <a:spcBef>
                <a:spcPts val="0"/>
              </a:spcBef>
              <a:spcAft>
                <a:spcPts val="0"/>
              </a:spcAft>
              <a:buNone/>
            </a:pPr>
            <a:r>
              <a:rPr lang="en" sz="1600">
                <a:solidFill>
                  <a:schemeClr val="lt1"/>
                </a:solidFill>
                <a:latin typeface="Barlow Condensed"/>
                <a:ea typeface="Barlow Condensed"/>
                <a:cs typeface="Barlow Condensed"/>
                <a:sym typeface="Barlow Condensed"/>
              </a:rPr>
              <a:t>Whatsapp (67) 3303-2719 </a:t>
            </a:r>
            <a:endParaRPr b="1" sz="1600">
              <a:solidFill>
                <a:schemeClr val="accent6"/>
              </a:solidFill>
              <a:latin typeface="Barlow Condensed"/>
              <a:ea typeface="Barlow Condensed"/>
              <a:cs typeface="Barlow Condensed"/>
              <a:sym typeface="Barlow Condensed"/>
            </a:endParaRPr>
          </a:p>
        </p:txBody>
      </p:sp>
      <p:pic>
        <p:nvPicPr>
          <p:cNvPr id="627" name="Google Shape;627;p38" title="Logo Efcaz branca png.png"/>
          <p:cNvPicPr preferRelativeResize="0"/>
          <p:nvPr/>
        </p:nvPicPr>
        <p:blipFill>
          <a:blip r:embed="rId5">
            <a:alphaModFix/>
          </a:blip>
          <a:stretch>
            <a:fillRect/>
          </a:stretch>
        </p:blipFill>
        <p:spPr>
          <a:xfrm>
            <a:off x="4857700" y="3607404"/>
            <a:ext cx="1034350" cy="334400"/>
          </a:xfrm>
          <a:prstGeom prst="rect">
            <a:avLst/>
          </a:prstGeom>
          <a:noFill/>
          <a:ln>
            <a:noFill/>
          </a:ln>
        </p:spPr>
      </p:pic>
      <p:sp>
        <p:nvSpPr>
          <p:cNvPr id="628" name="Google Shape;628;p38"/>
          <p:cNvSpPr txBox="1"/>
          <p:nvPr/>
        </p:nvSpPr>
        <p:spPr>
          <a:xfrm>
            <a:off x="4772750" y="3926900"/>
            <a:ext cx="3000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accent6"/>
                </a:solidFill>
                <a:uFill>
                  <a:noFill/>
                </a:uFill>
                <a:latin typeface="Barlow Condensed"/>
                <a:ea typeface="Barlow Condensed"/>
                <a:cs typeface="Barlow Condensed"/>
                <a:sym typeface="Barlow Condensed"/>
                <a:hlinkClick r:id="rId6">
                  <a:extLst>
                    <a:ext uri="{A12FA001-AC4F-418D-AE19-62706E023703}">
                      <ahyp:hlinkClr val="tx"/>
                    </a:ext>
                  </a:extLst>
                </a:hlinkClick>
              </a:rPr>
              <a:t>www.efcaz.com.br</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s Brokerage Company Profile by Slidesgo">
  <a:themeElements>
    <a:clrScheme name="Simple Light">
      <a:dk1>
        <a:srgbClr val="221F4A"/>
      </a:dk1>
      <a:lt1>
        <a:srgbClr val="EEEEEE"/>
      </a:lt1>
      <a:dk2>
        <a:srgbClr val="D9DFF2"/>
      </a:dk2>
      <a:lt2>
        <a:srgbClr val="A1B5E5"/>
      </a:lt2>
      <a:accent1>
        <a:srgbClr val="3F91E3"/>
      </a:accent1>
      <a:accent2>
        <a:srgbClr val="3751E5"/>
      </a:accent2>
      <a:accent3>
        <a:srgbClr val="FEB15F"/>
      </a:accent3>
      <a:accent4>
        <a:srgbClr val="FE8A0D"/>
      </a:accent4>
      <a:accent5>
        <a:srgbClr val="EF6856"/>
      </a:accent5>
      <a:accent6>
        <a:srgbClr val="FFFFFF"/>
      </a:accent6>
      <a:hlink>
        <a:srgbClr val="221F4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