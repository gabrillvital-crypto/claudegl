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</p:sldIdLst>
  <p:sldSz cy="5143500" cx="9144000"/>
  <p:notesSz cx="6858000" cy="9144000"/>
  <p:embeddedFontLst>
    <p:embeddedFont>
      <p:font typeface="Bakbak One"/>
      <p:regular r:id="rId6"/>
    </p:embeddedFont>
    <p:embeddedFont>
      <p:font typeface="Bebas Neue"/>
      <p:regular r:id="rId7"/>
    </p:embeddedFont>
    <p:embeddedFont>
      <p:font typeface="Anek Gujarati"/>
      <p:regular r:id="rId8"/>
      <p:bold r:id="rId9"/>
    </p:embeddedFont>
    <p:embeddedFont>
      <p:font typeface="Barlow"/>
      <p:regular r:id="rId10"/>
      <p:bold r:id="rId11"/>
      <p:italic r:id="rId12"/>
      <p:boldItalic r:id="rId13"/>
    </p:embeddedFont>
    <p:embeddedFont>
      <p:font typeface="Barlow Black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nekGujarati-bold.fntdata"/><Relationship Id="rId5" Type="http://schemas.openxmlformats.org/officeDocument/2006/relationships/slide" Target="slides/slide1.xml"/><Relationship Id="rId6" Type="http://schemas.openxmlformats.org/officeDocument/2006/relationships/font" Target="fonts/BakbakOne-regular.fntdata"/><Relationship Id="rId7" Type="http://schemas.openxmlformats.org/officeDocument/2006/relationships/font" Target="fonts/BebasNeue-regular.fntdata"/><Relationship Id="rId8" Type="http://schemas.openxmlformats.org/officeDocument/2006/relationships/font" Target="fonts/AnekGujarati-regular.fntdata"/><Relationship Id="rId11" Type="http://schemas.openxmlformats.org/officeDocument/2006/relationships/font" Target="fonts/Barlow-bold.fntdata"/><Relationship Id="rId10" Type="http://schemas.openxmlformats.org/officeDocument/2006/relationships/font" Target="fonts/Barlow-regular.fntdata"/><Relationship Id="rId13" Type="http://schemas.openxmlformats.org/officeDocument/2006/relationships/font" Target="fonts/Barlow-boldItalic.fntdata"/><Relationship Id="rId12" Type="http://schemas.openxmlformats.org/officeDocument/2006/relationships/font" Target="fonts/Barlow-italic.fntdata"/><Relationship Id="rId15" Type="http://schemas.openxmlformats.org/officeDocument/2006/relationships/font" Target="fonts/BarlowBlack-boldItalic.fntdata"/><Relationship Id="rId14" Type="http://schemas.openxmlformats.org/officeDocument/2006/relationships/font" Target="fonts/Barlow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5f3dd071f2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5f3dd071f2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074000" y="-2888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" name="Google Shape;10;p2"/>
          <p:cNvSpPr/>
          <p:nvPr/>
        </p:nvSpPr>
        <p:spPr>
          <a:xfrm>
            <a:off x="-442575" y="944975"/>
            <a:ext cx="620025" cy="1124375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1" name="Google Shape;11;p2"/>
          <p:cNvSpPr/>
          <p:nvPr/>
        </p:nvSpPr>
        <p:spPr>
          <a:xfrm rot="-2397370">
            <a:off x="3545248" y="-584398"/>
            <a:ext cx="1010520" cy="997374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2" name="Google Shape;12;p2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713214" y="985900"/>
            <a:ext cx="4147800" cy="250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713214" y="3681825"/>
            <a:ext cx="4147800" cy="47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 flipH="1" rot="-10799680">
            <a:off x="7987179" y="31990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2411400" y="3154200"/>
            <a:ext cx="4321200" cy="497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4385200" y="-35875"/>
            <a:ext cx="4758900" cy="5213100"/>
          </a:xfrm>
          <a:prstGeom prst="rect">
            <a:avLst/>
          </a:prstGeom>
          <a:solidFill>
            <a:srgbClr val="7BB930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4525925" y="2175900"/>
            <a:ext cx="3904800" cy="13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7059475" y="1154500"/>
            <a:ext cx="13713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/>
          <p:nvPr/>
        </p:nvSpPr>
        <p:spPr>
          <a:xfrm rot="7802080">
            <a:off x="5238753" y="3521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2" name="Google Shape;22;p3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" name="Google Shape;23;p3"/>
          <p:cNvSpPr/>
          <p:nvPr/>
        </p:nvSpPr>
        <p:spPr>
          <a:xfrm rot="-4238987">
            <a:off x="4532162" y="-506466"/>
            <a:ext cx="1119366" cy="1104804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24" name="Google Shape;24;p3"/>
          <p:cNvGrpSpPr/>
          <p:nvPr/>
        </p:nvGrpSpPr>
        <p:grpSpPr>
          <a:xfrm rot="5400000">
            <a:off x="6674224" y="-129862"/>
            <a:ext cx="416587" cy="977813"/>
            <a:chOff x="8555949" y="425163"/>
            <a:chExt cx="416587" cy="977813"/>
          </a:xfrm>
        </p:grpSpPr>
        <p:sp>
          <p:nvSpPr>
            <p:cNvPr id="25" name="Google Shape;25;p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" name="Google Shape;29;p3"/>
          <p:cNvGrpSpPr/>
          <p:nvPr/>
        </p:nvGrpSpPr>
        <p:grpSpPr>
          <a:xfrm rot="5400000">
            <a:off x="8139343" y="4220094"/>
            <a:ext cx="1238412" cy="385925"/>
            <a:chOff x="8251149" y="734000"/>
            <a:chExt cx="1238412" cy="385925"/>
          </a:xfrm>
        </p:grpSpPr>
        <p:sp>
          <p:nvSpPr>
            <p:cNvPr id="30" name="Google Shape;30;p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3"/>
          <p:cNvSpPr/>
          <p:nvPr/>
        </p:nvSpPr>
        <p:spPr>
          <a:xfrm flipH="1" rot="-10799680">
            <a:off x="193005" y="39365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5" name="Google Shape;35;p3"/>
          <p:cNvSpPr/>
          <p:nvPr/>
        </p:nvSpPr>
        <p:spPr>
          <a:xfrm flipH="1">
            <a:off x="-493158" y="-1649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36" name="Google Shape;36;p3"/>
          <p:cNvGrpSpPr/>
          <p:nvPr/>
        </p:nvGrpSpPr>
        <p:grpSpPr>
          <a:xfrm rot="5400000">
            <a:off x="137099" y="469700"/>
            <a:ext cx="568987" cy="596813"/>
            <a:chOff x="8555949" y="806163"/>
            <a:chExt cx="568987" cy="596813"/>
          </a:xfrm>
        </p:grpSpPr>
        <p:sp>
          <p:nvSpPr>
            <p:cNvPr id="37" name="Google Shape;37;p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 cap="flat" cmpd="sng" w="9525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rgbClr val="7BB930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>
            <p:ph idx="2" type="pic"/>
          </p:nvPr>
        </p:nvSpPr>
        <p:spPr>
          <a:xfrm>
            <a:off x="5813325" y="-75687"/>
            <a:ext cx="4107300" cy="5295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4"/>
          <p:cNvSpPr/>
          <p:nvPr/>
        </p:nvSpPr>
        <p:spPr>
          <a:xfrm>
            <a:off x="-71775" y="-35875"/>
            <a:ext cx="5885100" cy="5213100"/>
          </a:xfrm>
          <a:prstGeom prst="rect">
            <a:avLst/>
          </a:prstGeom>
          <a:solidFill>
            <a:srgbClr val="52AFC8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 rot="10799680">
            <a:off x="-574246" y="43206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5" name="Google Shape;45;p4"/>
          <p:cNvSpPr/>
          <p:nvPr/>
        </p:nvSpPr>
        <p:spPr>
          <a:xfrm rot="-2700226">
            <a:off x="-373517" y="-1266334"/>
            <a:ext cx="4195301" cy="2007164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" name="Google Shape;46;p4"/>
          <p:cNvSpPr/>
          <p:nvPr/>
        </p:nvSpPr>
        <p:spPr>
          <a:xfrm>
            <a:off x="5119550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7" name="Google Shape;47;p4">
            <a:hlinkClick action="ppaction://hlinkshowjump?jump=nextslide"/>
          </p:cNvPr>
          <p:cNvSpPr/>
          <p:nvPr/>
        </p:nvSpPr>
        <p:spPr>
          <a:xfrm>
            <a:off x="265001" y="4781610"/>
            <a:ext cx="210596" cy="210596"/>
          </a:xfrm>
          <a:prstGeom prst="ellipse">
            <a:avLst/>
          </a:prstGeom>
          <a:solidFill>
            <a:srgbClr val="52AFC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297108" y="4836218"/>
            <a:ext cx="146350" cy="101353"/>
            <a:chOff x="-797260" y="3184175"/>
            <a:chExt cx="502500" cy="348000"/>
          </a:xfrm>
        </p:grpSpPr>
        <p:cxnSp>
          <p:nvCxnSpPr>
            <p:cNvPr id="49" name="Google Shape;49;p4"/>
            <p:cNvCxnSpPr/>
            <p:nvPr/>
          </p:nvCxnSpPr>
          <p:spPr>
            <a:xfrm>
              <a:off x="-797260" y="3361225"/>
              <a:ext cx="5025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4"/>
            <p:cNvCxnSpPr/>
            <p:nvPr/>
          </p:nvCxnSpPr>
          <p:spPr>
            <a:xfrm>
              <a:off x="-471875" y="3184175"/>
              <a:ext cx="174000" cy="17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4"/>
            <p:cNvCxnSpPr/>
            <p:nvPr/>
          </p:nvCxnSpPr>
          <p:spPr>
            <a:xfrm flipH="1" rot="10800000">
              <a:off x="-471875" y="3358175"/>
              <a:ext cx="174000" cy="17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2" name="Google Shape;52;p4"/>
          <p:cNvGrpSpPr/>
          <p:nvPr/>
        </p:nvGrpSpPr>
        <p:grpSpPr>
          <a:xfrm rot="5400000">
            <a:off x="4847243" y="3991494"/>
            <a:ext cx="1238412" cy="385925"/>
            <a:chOff x="8251149" y="734000"/>
            <a:chExt cx="1238412" cy="385925"/>
          </a:xfrm>
        </p:grpSpPr>
        <p:sp>
          <p:nvSpPr>
            <p:cNvPr id="53" name="Google Shape;53;p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4"/>
          <p:cNvSpPr txBox="1"/>
          <p:nvPr>
            <p:ph type="title"/>
          </p:nvPr>
        </p:nvSpPr>
        <p:spPr>
          <a:xfrm>
            <a:off x="720000" y="445025"/>
            <a:ext cx="44835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" type="body"/>
          </p:nvPr>
        </p:nvSpPr>
        <p:spPr>
          <a:xfrm>
            <a:off x="720000" y="1997600"/>
            <a:ext cx="4124400" cy="26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AutoNum type="arabicPeriod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" type="subTitle"/>
          </p:nvPr>
        </p:nvSpPr>
        <p:spPr>
          <a:xfrm>
            <a:off x="5064212" y="3025999"/>
            <a:ext cx="3046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subTitle"/>
          </p:nvPr>
        </p:nvSpPr>
        <p:spPr>
          <a:xfrm>
            <a:off x="1033587" y="3025999"/>
            <a:ext cx="3046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3" type="subTitle"/>
          </p:nvPr>
        </p:nvSpPr>
        <p:spPr>
          <a:xfrm>
            <a:off x="1033587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4" type="subTitle"/>
          </p:nvPr>
        </p:nvSpPr>
        <p:spPr>
          <a:xfrm>
            <a:off x="5064213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" name="Google Shape;65;p5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6" name="Google Shape;66;p5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" name="Google Shape;67;p5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8" name="Google Shape;68;p5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9" name="Google Shape;69;p5"/>
          <p:cNvSpPr/>
          <p:nvPr/>
        </p:nvSpPr>
        <p:spPr>
          <a:xfrm rot="-2499097">
            <a:off x="-630975" y="-879433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0" name="Google Shape;70;p5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214107" y="4542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2350782" y="1268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8464807" y="3242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2441007" y="48161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-364043" y="24292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8555949" y="806163"/>
            <a:ext cx="416587" cy="596813"/>
            <a:chOff x="8555949" y="806163"/>
            <a:chExt cx="416587" cy="596813"/>
          </a:xfrm>
        </p:grpSpPr>
        <p:sp>
          <p:nvSpPr>
            <p:cNvPr id="78" name="Google Shape;78;p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" name="Google Shape;82;p5"/>
          <p:cNvGrpSpPr/>
          <p:nvPr/>
        </p:nvGrpSpPr>
        <p:grpSpPr>
          <a:xfrm rot="5400000">
            <a:off x="137099" y="3885763"/>
            <a:ext cx="568987" cy="596813"/>
            <a:chOff x="8555949" y="806163"/>
            <a:chExt cx="568987" cy="596813"/>
          </a:xfrm>
        </p:grpSpPr>
        <p:sp>
          <p:nvSpPr>
            <p:cNvPr id="83" name="Google Shape;83;p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6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0" name="Google Shape;90;p6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" name="Google Shape;91;p6"/>
          <p:cNvSpPr/>
          <p:nvPr/>
        </p:nvSpPr>
        <p:spPr>
          <a:xfrm>
            <a:off x="-299350" y="-370825"/>
            <a:ext cx="1019350" cy="1339700"/>
          </a:xfrm>
          <a:custGeom>
            <a:rect b="b" l="l" r="r" t="t"/>
            <a:pathLst>
              <a:path extrusionOk="0" h="53588" w="40774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2" name="Google Shape;92;p6"/>
          <p:cNvSpPr/>
          <p:nvPr/>
        </p:nvSpPr>
        <p:spPr>
          <a:xfrm rot="10061061">
            <a:off x="8561918" y="4386800"/>
            <a:ext cx="1019363" cy="1339717"/>
          </a:xfrm>
          <a:custGeom>
            <a:rect b="b" l="l" r="r" t="t"/>
            <a:pathLst>
              <a:path extrusionOk="0" h="53588" w="40774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93" name="Google Shape;93;p6"/>
          <p:cNvGrpSpPr/>
          <p:nvPr/>
        </p:nvGrpSpPr>
        <p:grpSpPr>
          <a:xfrm>
            <a:off x="8402289" y="308647"/>
            <a:ext cx="461594" cy="461695"/>
            <a:chOff x="3601725" y="3116375"/>
            <a:chExt cx="253275" cy="253400"/>
          </a:xfrm>
        </p:grpSpPr>
        <p:sp>
          <p:nvSpPr>
            <p:cNvPr id="94" name="Google Shape;94;p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" name="Google Shape;103;p6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104" name="Google Shape;104;p6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52AF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5" name="Google Shape;105;p6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106" name="Google Shape;106;p6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6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6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rgbClr val="7BB93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 flipH="1" rot="-8387282">
            <a:off x="-19816" y="3600341"/>
            <a:ext cx="4195327" cy="200719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11" name="Google Shape;111;p7"/>
          <p:cNvSpPr/>
          <p:nvPr/>
        </p:nvSpPr>
        <p:spPr>
          <a:xfrm>
            <a:off x="1303950" y="-14209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112" name="Google Shape;112;p7"/>
          <p:cNvGrpSpPr/>
          <p:nvPr/>
        </p:nvGrpSpPr>
        <p:grpSpPr>
          <a:xfrm>
            <a:off x="140920" y="285789"/>
            <a:ext cx="305816" cy="438180"/>
            <a:chOff x="8555949" y="806163"/>
            <a:chExt cx="416587" cy="596813"/>
          </a:xfrm>
        </p:grpSpPr>
        <p:sp>
          <p:nvSpPr>
            <p:cNvPr id="113" name="Google Shape;113;p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7"/>
          <p:cNvGrpSpPr/>
          <p:nvPr/>
        </p:nvGrpSpPr>
        <p:grpSpPr>
          <a:xfrm rot="5400000">
            <a:off x="428737" y="4305600"/>
            <a:ext cx="568987" cy="596813"/>
            <a:chOff x="8555949" y="806163"/>
            <a:chExt cx="568987" cy="596813"/>
          </a:xfrm>
        </p:grpSpPr>
        <p:sp>
          <p:nvSpPr>
            <p:cNvPr id="118" name="Google Shape;118;p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7"/>
          <p:cNvSpPr txBox="1"/>
          <p:nvPr>
            <p:ph type="title"/>
          </p:nvPr>
        </p:nvSpPr>
        <p:spPr>
          <a:xfrm>
            <a:off x="720000" y="445025"/>
            <a:ext cx="429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7"/>
          <p:cNvSpPr txBox="1"/>
          <p:nvPr>
            <p:ph idx="1" type="subTitle"/>
          </p:nvPr>
        </p:nvSpPr>
        <p:spPr>
          <a:xfrm>
            <a:off x="720000" y="1543050"/>
            <a:ext cx="4294800" cy="28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7"/>
          <p:cNvSpPr/>
          <p:nvPr/>
        </p:nvSpPr>
        <p:spPr>
          <a:xfrm>
            <a:off x="5203425" y="-35875"/>
            <a:ext cx="3940500" cy="5213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 rot="10799680">
            <a:off x="5203429" y="22632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26" name="Google Shape;126;p7"/>
          <p:cNvSpPr/>
          <p:nvPr/>
        </p:nvSpPr>
        <p:spPr>
          <a:xfrm>
            <a:off x="6154900" y="-1649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type="title"/>
          </p:nvPr>
        </p:nvSpPr>
        <p:spPr>
          <a:xfrm>
            <a:off x="720000" y="539500"/>
            <a:ext cx="4508100" cy="13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7BB93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/>
          <p:nvPr/>
        </p:nvSpPr>
        <p:spPr>
          <a:xfrm rot="7802080">
            <a:off x="5238753" y="36136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6" name="Google Shape;136;p11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7" name="Google Shape;137;p11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8" name="Google Shape;138;p11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9" name="Google Shape;139;p11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140" name="Google Shape;140;p11"/>
          <p:cNvGrpSpPr/>
          <p:nvPr/>
        </p:nvGrpSpPr>
        <p:grpSpPr>
          <a:xfrm>
            <a:off x="8144346" y="4178365"/>
            <a:ext cx="572857" cy="573064"/>
            <a:chOff x="3601725" y="3116375"/>
            <a:chExt cx="253275" cy="253400"/>
          </a:xfrm>
        </p:grpSpPr>
        <p:sp>
          <p:nvSpPr>
            <p:cNvPr id="141" name="Google Shape;141;p11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11"/>
          <p:cNvGrpSpPr/>
          <p:nvPr/>
        </p:nvGrpSpPr>
        <p:grpSpPr>
          <a:xfrm rot="5400000">
            <a:off x="870474" y="-54062"/>
            <a:ext cx="416587" cy="977813"/>
            <a:chOff x="8555949" y="425163"/>
            <a:chExt cx="416587" cy="977813"/>
          </a:xfrm>
        </p:grpSpPr>
        <p:sp>
          <p:nvSpPr>
            <p:cNvPr id="151" name="Google Shape;151;p1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1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156" name="Google Shape;156;p1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1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60" name="Google Shape;160;p11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143862" y="168937"/>
            <a:ext cx="4856277" cy="480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"/>
          <p:cNvSpPr txBox="1"/>
          <p:nvPr>
            <p:ph hasCustomPrompt="1" type="title"/>
          </p:nvPr>
        </p:nvSpPr>
        <p:spPr>
          <a:xfrm>
            <a:off x="998550" y="1492198"/>
            <a:ext cx="7146900" cy="16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hasCustomPrompt="1" idx="2" type="title"/>
          </p:nvPr>
        </p:nvSpPr>
        <p:spPr>
          <a:xfrm>
            <a:off x="72000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/>
          <p:nvPr>
            <p:ph hasCustomPrompt="1" idx="3" type="title"/>
          </p:nvPr>
        </p:nvSpPr>
        <p:spPr>
          <a:xfrm>
            <a:off x="72000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/>
          <p:nvPr>
            <p:ph hasCustomPrompt="1" idx="4" type="title"/>
          </p:nvPr>
        </p:nvSpPr>
        <p:spPr>
          <a:xfrm>
            <a:off x="341925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/>
          <p:nvPr>
            <p:ph hasCustomPrompt="1" idx="5" type="title"/>
          </p:nvPr>
        </p:nvSpPr>
        <p:spPr>
          <a:xfrm>
            <a:off x="341925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/>
          <p:nvPr>
            <p:ph hasCustomPrompt="1" idx="6" type="title"/>
          </p:nvPr>
        </p:nvSpPr>
        <p:spPr>
          <a:xfrm>
            <a:off x="611850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/>
          <p:nvPr>
            <p:ph hasCustomPrompt="1" idx="7" type="title"/>
          </p:nvPr>
        </p:nvSpPr>
        <p:spPr>
          <a:xfrm>
            <a:off x="611850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/>
          <p:nvPr>
            <p:ph idx="1" type="subTitle"/>
          </p:nvPr>
        </p:nvSpPr>
        <p:spPr>
          <a:xfrm>
            <a:off x="72000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2" name="Google Shape;172;p13"/>
          <p:cNvSpPr txBox="1"/>
          <p:nvPr>
            <p:ph idx="8" type="subTitle"/>
          </p:nvPr>
        </p:nvSpPr>
        <p:spPr>
          <a:xfrm>
            <a:off x="341925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9" type="subTitle"/>
          </p:nvPr>
        </p:nvSpPr>
        <p:spPr>
          <a:xfrm>
            <a:off x="611850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13" type="subTitle"/>
          </p:nvPr>
        </p:nvSpPr>
        <p:spPr>
          <a:xfrm>
            <a:off x="72000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14" type="subTitle"/>
          </p:nvPr>
        </p:nvSpPr>
        <p:spPr>
          <a:xfrm>
            <a:off x="341925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15" type="subTitle"/>
          </p:nvPr>
        </p:nvSpPr>
        <p:spPr>
          <a:xfrm>
            <a:off x="611850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" name="Google Shape;177;p13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78" name="Google Shape;178;p13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79" name="Google Shape;179;p13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80" name="Google Shape;180;p13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81" name="Google Shape;181;p13"/>
          <p:cNvSpPr/>
          <p:nvPr/>
        </p:nvSpPr>
        <p:spPr>
          <a:xfrm rot="-2499097">
            <a:off x="-356375" y="-879421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82" name="Google Shape;182;p13"/>
          <p:cNvSpPr/>
          <p:nvPr/>
        </p:nvSpPr>
        <p:spPr>
          <a:xfrm>
            <a:off x="8569919" y="7920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-247631" y="13284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"/>
          <p:cNvSpPr/>
          <p:nvPr/>
        </p:nvSpPr>
        <p:spPr>
          <a:xfrm>
            <a:off x="6970800" y="4870899"/>
            <a:ext cx="679178" cy="17022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13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186" name="Google Shape;186;p13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188" name="Google Shape;188;p13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" name="Google Shape;189;p13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13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91" name="Google Shape;191;p13"/>
          <p:cNvGrpSpPr/>
          <p:nvPr/>
        </p:nvGrpSpPr>
        <p:grpSpPr>
          <a:xfrm rot="5400000">
            <a:off x="8079424" y="104713"/>
            <a:ext cx="568987" cy="596813"/>
            <a:chOff x="8555949" y="806163"/>
            <a:chExt cx="568987" cy="596813"/>
          </a:xfrm>
        </p:grpSpPr>
        <p:sp>
          <p:nvSpPr>
            <p:cNvPr id="192" name="Google Shape;192;p1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13"/>
          <p:cNvGrpSpPr/>
          <p:nvPr/>
        </p:nvGrpSpPr>
        <p:grpSpPr>
          <a:xfrm rot="5400000">
            <a:off x="-273432" y="3251019"/>
            <a:ext cx="1238412" cy="385925"/>
            <a:chOff x="8251149" y="734000"/>
            <a:chExt cx="1238412" cy="385925"/>
          </a:xfrm>
        </p:grpSpPr>
        <p:sp>
          <p:nvSpPr>
            <p:cNvPr id="197" name="Google Shape;197;p1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>
            <p:ph type="title"/>
          </p:nvPr>
        </p:nvSpPr>
        <p:spPr>
          <a:xfrm>
            <a:off x="3557400" y="3100288"/>
            <a:ext cx="4360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3" name="Google Shape;203;p14"/>
          <p:cNvSpPr txBox="1"/>
          <p:nvPr>
            <p:ph idx="1" type="subTitle"/>
          </p:nvPr>
        </p:nvSpPr>
        <p:spPr>
          <a:xfrm>
            <a:off x="1226400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bg>
      <p:bgPr>
        <a:solidFill>
          <a:schemeClr val="accent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>
            <p:ph type="title"/>
          </p:nvPr>
        </p:nvSpPr>
        <p:spPr>
          <a:xfrm>
            <a:off x="6198475" y="2398350"/>
            <a:ext cx="2232300" cy="11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6" name="Google Shape;206;p15"/>
          <p:cNvSpPr txBox="1"/>
          <p:nvPr>
            <p:ph idx="1" type="subTitle"/>
          </p:nvPr>
        </p:nvSpPr>
        <p:spPr>
          <a:xfrm>
            <a:off x="6198475" y="3582000"/>
            <a:ext cx="22323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15"/>
          <p:cNvSpPr/>
          <p:nvPr/>
        </p:nvSpPr>
        <p:spPr>
          <a:xfrm rot="10799680">
            <a:off x="-385046" y="4604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08" name="Google Shape;208;p15"/>
          <p:cNvSpPr/>
          <p:nvPr/>
        </p:nvSpPr>
        <p:spPr>
          <a:xfrm>
            <a:off x="8299225" y="-1067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09" name="Google Shape;209;p15"/>
          <p:cNvSpPr/>
          <p:nvPr/>
        </p:nvSpPr>
        <p:spPr>
          <a:xfrm rot="10799680">
            <a:off x="5421629" y="-106514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10" name="Google Shape;210;p15"/>
          <p:cNvSpPr/>
          <p:nvPr/>
        </p:nvSpPr>
        <p:spPr>
          <a:xfrm rot="7850356">
            <a:off x="7845757" y="3364383"/>
            <a:ext cx="4195605" cy="2007424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11" name="Google Shape;211;p15"/>
          <p:cNvSpPr/>
          <p:nvPr/>
        </p:nvSpPr>
        <p:spPr>
          <a:xfrm flipH="1">
            <a:off x="8794254" y="21245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"/>
          <p:cNvSpPr/>
          <p:nvPr/>
        </p:nvSpPr>
        <p:spPr>
          <a:xfrm flipH="1">
            <a:off x="3222248" y="50391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"/>
          <p:cNvSpPr/>
          <p:nvPr/>
        </p:nvSpPr>
        <p:spPr>
          <a:xfrm flipH="1">
            <a:off x="7224936" y="23371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 txBox="1"/>
          <p:nvPr>
            <p:ph type="title"/>
          </p:nvPr>
        </p:nvSpPr>
        <p:spPr>
          <a:xfrm>
            <a:off x="720000" y="445025"/>
            <a:ext cx="4294800" cy="11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6" name="Google Shape;216;p16"/>
          <p:cNvSpPr txBox="1"/>
          <p:nvPr>
            <p:ph idx="1" type="subTitle"/>
          </p:nvPr>
        </p:nvSpPr>
        <p:spPr>
          <a:xfrm>
            <a:off x="720000" y="1690350"/>
            <a:ext cx="4294800" cy="29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217" name="Google Shape;217;p16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 flipH="1" rot="-1095117">
            <a:off x="-125595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19" name="Google Shape;219;p16"/>
          <p:cNvSpPr/>
          <p:nvPr/>
        </p:nvSpPr>
        <p:spPr>
          <a:xfrm flipH="1">
            <a:off x="-156566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20" name="Google Shape;220;p16"/>
          <p:cNvSpPr/>
          <p:nvPr/>
        </p:nvSpPr>
        <p:spPr>
          <a:xfrm flipH="1">
            <a:off x="-203741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 flipH="1">
            <a:off x="230498" y="3600388"/>
            <a:ext cx="416587" cy="596813"/>
            <a:chOff x="8555949" y="806163"/>
            <a:chExt cx="416587" cy="596813"/>
          </a:xfrm>
        </p:grpSpPr>
        <p:sp>
          <p:nvSpPr>
            <p:cNvPr id="222" name="Google Shape;222;p1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16"/>
          <p:cNvSpPr/>
          <p:nvPr/>
        </p:nvSpPr>
        <p:spPr>
          <a:xfrm rot="10799680">
            <a:off x="-156571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idx="1" type="body"/>
          </p:nvPr>
        </p:nvSpPr>
        <p:spPr>
          <a:xfrm>
            <a:off x="720000" y="1457197"/>
            <a:ext cx="3675000" cy="31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229" name="Google Shape;22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0" name="Google Shape;230;p17"/>
          <p:cNvSpPr txBox="1"/>
          <p:nvPr>
            <p:ph idx="2" type="body"/>
          </p:nvPr>
        </p:nvSpPr>
        <p:spPr>
          <a:xfrm>
            <a:off x="4749000" y="1457197"/>
            <a:ext cx="3675000" cy="31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231" name="Google Shape;231;p17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2" name="Google Shape;232;p17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3" name="Google Shape;233;p17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4" name="Google Shape;234;p17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5" name="Google Shape;235;p17"/>
          <p:cNvSpPr/>
          <p:nvPr/>
        </p:nvSpPr>
        <p:spPr>
          <a:xfrm rot="-2499097">
            <a:off x="-356375" y="-879421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6" name="Google Shape;236;p17"/>
          <p:cNvSpPr/>
          <p:nvPr/>
        </p:nvSpPr>
        <p:spPr>
          <a:xfrm>
            <a:off x="8569919" y="7920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-247631" y="13284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6970800" y="4870899"/>
            <a:ext cx="679178" cy="17022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9" name="Google Shape;239;p17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240" name="Google Shape;240;p17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1" name="Google Shape;241;p17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242" name="Google Shape;242;p17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" name="Google Shape;243;p17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" name="Google Shape;244;p17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45" name="Google Shape;245;p17"/>
          <p:cNvGrpSpPr/>
          <p:nvPr/>
        </p:nvGrpSpPr>
        <p:grpSpPr>
          <a:xfrm rot="5400000">
            <a:off x="8079424" y="104713"/>
            <a:ext cx="568987" cy="596813"/>
            <a:chOff x="8555949" y="806163"/>
            <a:chExt cx="568987" cy="596813"/>
          </a:xfrm>
        </p:grpSpPr>
        <p:sp>
          <p:nvSpPr>
            <p:cNvPr id="246" name="Google Shape;246;p1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17"/>
          <p:cNvGrpSpPr/>
          <p:nvPr/>
        </p:nvGrpSpPr>
        <p:grpSpPr>
          <a:xfrm rot="5400000">
            <a:off x="-273432" y="3251019"/>
            <a:ext cx="1238412" cy="385925"/>
            <a:chOff x="8251149" y="734000"/>
            <a:chExt cx="1238412" cy="385925"/>
          </a:xfrm>
        </p:grpSpPr>
        <p:sp>
          <p:nvSpPr>
            <p:cNvPr id="251" name="Google Shape;251;p1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7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7" name="Google Shape;257;p18"/>
          <p:cNvSpPr txBox="1"/>
          <p:nvPr>
            <p:ph idx="1" type="subTitle"/>
          </p:nvPr>
        </p:nvSpPr>
        <p:spPr>
          <a:xfrm>
            <a:off x="937625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58" name="Google Shape;258;p18"/>
          <p:cNvSpPr txBox="1"/>
          <p:nvPr>
            <p:ph idx="2" type="subTitle"/>
          </p:nvPr>
        </p:nvSpPr>
        <p:spPr>
          <a:xfrm>
            <a:off x="3484350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59" name="Google Shape;259;p18"/>
          <p:cNvSpPr txBox="1"/>
          <p:nvPr>
            <p:ph idx="3" type="subTitle"/>
          </p:nvPr>
        </p:nvSpPr>
        <p:spPr>
          <a:xfrm>
            <a:off x="6031075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18"/>
          <p:cNvSpPr txBox="1"/>
          <p:nvPr>
            <p:ph idx="4" type="subTitle"/>
          </p:nvPr>
        </p:nvSpPr>
        <p:spPr>
          <a:xfrm>
            <a:off x="937625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1" name="Google Shape;261;p18"/>
          <p:cNvSpPr txBox="1"/>
          <p:nvPr>
            <p:ph idx="5" type="subTitle"/>
          </p:nvPr>
        </p:nvSpPr>
        <p:spPr>
          <a:xfrm>
            <a:off x="3484350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2" name="Google Shape;262;p18"/>
          <p:cNvSpPr txBox="1"/>
          <p:nvPr>
            <p:ph idx="6" type="subTitle"/>
          </p:nvPr>
        </p:nvSpPr>
        <p:spPr>
          <a:xfrm>
            <a:off x="6031075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3" name="Google Shape;263;p18"/>
          <p:cNvSpPr/>
          <p:nvPr/>
        </p:nvSpPr>
        <p:spPr>
          <a:xfrm rot="-1526559">
            <a:off x="3115925" y="-1002837"/>
            <a:ext cx="3899407" cy="1865967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64" name="Google Shape;264;p18"/>
          <p:cNvSpPr/>
          <p:nvPr/>
        </p:nvSpPr>
        <p:spPr>
          <a:xfrm rot="3010588">
            <a:off x="8512253" y="153467"/>
            <a:ext cx="1841616" cy="181766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65" name="Google Shape;265;p18"/>
          <p:cNvSpPr/>
          <p:nvPr/>
        </p:nvSpPr>
        <p:spPr>
          <a:xfrm>
            <a:off x="8571825" y="2421349"/>
            <a:ext cx="416576" cy="104389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" name="Google Shape;266;p18"/>
          <p:cNvGrpSpPr/>
          <p:nvPr/>
        </p:nvGrpSpPr>
        <p:grpSpPr>
          <a:xfrm>
            <a:off x="107343" y="3811438"/>
            <a:ext cx="416587" cy="596813"/>
            <a:chOff x="8555949" y="806163"/>
            <a:chExt cx="416587" cy="596813"/>
          </a:xfrm>
        </p:grpSpPr>
        <p:sp>
          <p:nvSpPr>
            <p:cNvPr id="267" name="Google Shape;267;p1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" name="Google Shape;271;p18"/>
          <p:cNvSpPr/>
          <p:nvPr/>
        </p:nvSpPr>
        <p:spPr>
          <a:xfrm>
            <a:off x="8845851" y="34279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-365762" y="20204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 flipH="1" rot="-8100000">
            <a:off x="-524684" y="4314302"/>
            <a:ext cx="2405868" cy="237457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74" name="Google Shape;274;p18"/>
          <p:cNvSpPr/>
          <p:nvPr/>
        </p:nvSpPr>
        <p:spPr>
          <a:xfrm flipH="1" rot="1461625">
            <a:off x="-1229109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75" name="Google Shape;275;p18"/>
          <p:cNvSpPr/>
          <p:nvPr/>
        </p:nvSpPr>
        <p:spPr>
          <a:xfrm>
            <a:off x="2368413" y="48183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 flipH="1">
            <a:off x="5508603" y="4674573"/>
            <a:ext cx="4114800" cy="1414225"/>
          </a:xfrm>
          <a:custGeom>
            <a:rect b="b" l="l" r="r" t="t"/>
            <a:pathLst>
              <a:path extrusionOk="0" h="56569" w="164592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sp>
      <p:grpSp>
        <p:nvGrpSpPr>
          <p:cNvPr id="277" name="Google Shape;277;p18"/>
          <p:cNvGrpSpPr/>
          <p:nvPr/>
        </p:nvGrpSpPr>
        <p:grpSpPr>
          <a:xfrm>
            <a:off x="8429268" y="103300"/>
            <a:ext cx="400212" cy="418950"/>
            <a:chOff x="8555949" y="984025"/>
            <a:chExt cx="400212" cy="418950"/>
          </a:xfrm>
        </p:grpSpPr>
        <p:sp>
          <p:nvSpPr>
            <p:cNvPr id="278" name="Google Shape;278;p1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1" name="Google Shape;281;p18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5" name="Google Shape;285;p19"/>
          <p:cNvSpPr txBox="1"/>
          <p:nvPr>
            <p:ph idx="1" type="subTitle"/>
          </p:nvPr>
        </p:nvSpPr>
        <p:spPr>
          <a:xfrm>
            <a:off x="715200" y="186045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19"/>
          <p:cNvSpPr txBox="1"/>
          <p:nvPr>
            <p:ph idx="2" type="subTitle"/>
          </p:nvPr>
        </p:nvSpPr>
        <p:spPr>
          <a:xfrm>
            <a:off x="5916249" y="186045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7" name="Google Shape;287;p19"/>
          <p:cNvSpPr txBox="1"/>
          <p:nvPr>
            <p:ph idx="3" type="subTitle"/>
          </p:nvPr>
        </p:nvSpPr>
        <p:spPr>
          <a:xfrm>
            <a:off x="715200" y="367220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8" name="Google Shape;288;p19"/>
          <p:cNvSpPr txBox="1"/>
          <p:nvPr>
            <p:ph idx="4" type="subTitle"/>
          </p:nvPr>
        </p:nvSpPr>
        <p:spPr>
          <a:xfrm>
            <a:off x="5916249" y="367220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9" name="Google Shape;289;p19"/>
          <p:cNvSpPr txBox="1"/>
          <p:nvPr>
            <p:ph idx="5" type="subTitle"/>
          </p:nvPr>
        </p:nvSpPr>
        <p:spPr>
          <a:xfrm>
            <a:off x="715200" y="1332750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0" name="Google Shape;290;p19"/>
          <p:cNvSpPr txBox="1"/>
          <p:nvPr>
            <p:ph idx="6" type="subTitle"/>
          </p:nvPr>
        </p:nvSpPr>
        <p:spPr>
          <a:xfrm>
            <a:off x="715200" y="3144501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1" name="Google Shape;291;p19"/>
          <p:cNvSpPr txBox="1"/>
          <p:nvPr>
            <p:ph idx="7" type="subTitle"/>
          </p:nvPr>
        </p:nvSpPr>
        <p:spPr>
          <a:xfrm>
            <a:off x="5916225" y="1332750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2" name="Google Shape;292;p19"/>
          <p:cNvSpPr txBox="1"/>
          <p:nvPr>
            <p:ph idx="8" type="subTitle"/>
          </p:nvPr>
        </p:nvSpPr>
        <p:spPr>
          <a:xfrm>
            <a:off x="5916225" y="3144501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3" name="Google Shape;293;p19"/>
          <p:cNvSpPr/>
          <p:nvPr/>
        </p:nvSpPr>
        <p:spPr>
          <a:xfrm flipH="1">
            <a:off x="-1356975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94" name="Google Shape;294;p19"/>
          <p:cNvSpPr/>
          <p:nvPr/>
        </p:nvSpPr>
        <p:spPr>
          <a:xfrm flipH="1">
            <a:off x="8616488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95" name="Google Shape;295;p19"/>
          <p:cNvSpPr/>
          <p:nvPr/>
        </p:nvSpPr>
        <p:spPr>
          <a:xfrm flipH="1" rot="2700000">
            <a:off x="5495848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96" name="Google Shape;296;p19"/>
          <p:cNvSpPr/>
          <p:nvPr/>
        </p:nvSpPr>
        <p:spPr>
          <a:xfrm flipH="1" rot="-10799680">
            <a:off x="5118351" y="4587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297" name="Google Shape;297;p19"/>
          <p:cNvGrpSpPr/>
          <p:nvPr/>
        </p:nvGrpSpPr>
        <p:grpSpPr>
          <a:xfrm>
            <a:off x="8458541" y="2362275"/>
            <a:ext cx="400212" cy="418950"/>
            <a:chOff x="8555949" y="984025"/>
            <a:chExt cx="400212" cy="418950"/>
          </a:xfrm>
        </p:grpSpPr>
        <p:sp>
          <p:nvSpPr>
            <p:cNvPr id="298" name="Google Shape;298;p1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" name="Google Shape;301;p19"/>
          <p:cNvGrpSpPr/>
          <p:nvPr/>
        </p:nvGrpSpPr>
        <p:grpSpPr>
          <a:xfrm>
            <a:off x="135941" y="4198750"/>
            <a:ext cx="416587" cy="596813"/>
            <a:chOff x="8555949" y="806163"/>
            <a:chExt cx="416587" cy="596813"/>
          </a:xfrm>
        </p:grpSpPr>
        <p:sp>
          <p:nvSpPr>
            <p:cNvPr id="302" name="Google Shape;302;p1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" name="Google Shape;306;p19"/>
          <p:cNvSpPr/>
          <p:nvPr/>
        </p:nvSpPr>
        <p:spPr>
          <a:xfrm flipH="1" rot="-7199939">
            <a:off x="1064415" y="4455831"/>
            <a:ext cx="2895074" cy="2857413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9" name="Google Shape;309;p20"/>
          <p:cNvSpPr txBox="1"/>
          <p:nvPr>
            <p:ph idx="1" type="subTitle"/>
          </p:nvPr>
        </p:nvSpPr>
        <p:spPr>
          <a:xfrm>
            <a:off x="725575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0" name="Google Shape;310;p20"/>
          <p:cNvSpPr txBox="1"/>
          <p:nvPr>
            <p:ph idx="2" type="subTitle"/>
          </p:nvPr>
        </p:nvSpPr>
        <p:spPr>
          <a:xfrm>
            <a:off x="3394825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1" name="Google Shape;311;p20"/>
          <p:cNvSpPr txBox="1"/>
          <p:nvPr>
            <p:ph idx="3" type="subTitle"/>
          </p:nvPr>
        </p:nvSpPr>
        <p:spPr>
          <a:xfrm>
            <a:off x="725575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2" name="Google Shape;312;p20"/>
          <p:cNvSpPr txBox="1"/>
          <p:nvPr>
            <p:ph idx="4" type="subTitle"/>
          </p:nvPr>
        </p:nvSpPr>
        <p:spPr>
          <a:xfrm>
            <a:off x="3394825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3" name="Google Shape;313;p20"/>
          <p:cNvSpPr txBox="1"/>
          <p:nvPr>
            <p:ph idx="5" type="subTitle"/>
          </p:nvPr>
        </p:nvSpPr>
        <p:spPr>
          <a:xfrm>
            <a:off x="6065271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4" name="Google Shape;314;p20"/>
          <p:cNvSpPr txBox="1"/>
          <p:nvPr>
            <p:ph idx="6" type="subTitle"/>
          </p:nvPr>
        </p:nvSpPr>
        <p:spPr>
          <a:xfrm>
            <a:off x="6065271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5" name="Google Shape;315;p20"/>
          <p:cNvSpPr txBox="1"/>
          <p:nvPr>
            <p:ph idx="7" type="subTitle"/>
          </p:nvPr>
        </p:nvSpPr>
        <p:spPr>
          <a:xfrm>
            <a:off x="72557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6" name="Google Shape;316;p20"/>
          <p:cNvSpPr txBox="1"/>
          <p:nvPr>
            <p:ph idx="8" type="subTitle"/>
          </p:nvPr>
        </p:nvSpPr>
        <p:spPr>
          <a:xfrm>
            <a:off x="339482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7" name="Google Shape;317;p20"/>
          <p:cNvSpPr txBox="1"/>
          <p:nvPr>
            <p:ph idx="9" type="subTitle"/>
          </p:nvPr>
        </p:nvSpPr>
        <p:spPr>
          <a:xfrm>
            <a:off x="6065271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8" name="Google Shape;318;p20"/>
          <p:cNvSpPr txBox="1"/>
          <p:nvPr>
            <p:ph idx="13" type="subTitle"/>
          </p:nvPr>
        </p:nvSpPr>
        <p:spPr>
          <a:xfrm>
            <a:off x="72557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9" name="Google Shape;319;p20"/>
          <p:cNvSpPr txBox="1"/>
          <p:nvPr>
            <p:ph idx="14" type="subTitle"/>
          </p:nvPr>
        </p:nvSpPr>
        <p:spPr>
          <a:xfrm>
            <a:off x="339482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0" name="Google Shape;320;p20"/>
          <p:cNvSpPr txBox="1"/>
          <p:nvPr>
            <p:ph idx="15" type="subTitle"/>
          </p:nvPr>
        </p:nvSpPr>
        <p:spPr>
          <a:xfrm>
            <a:off x="6065271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1" name="Google Shape;321;p20"/>
          <p:cNvSpPr/>
          <p:nvPr/>
        </p:nvSpPr>
        <p:spPr>
          <a:xfrm rot="1095117">
            <a:off x="655092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22" name="Google Shape;322;p20"/>
          <p:cNvSpPr/>
          <p:nvPr/>
        </p:nvSpPr>
        <p:spPr>
          <a:xfrm>
            <a:off x="8657284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23" name="Google Shape;323;p20"/>
          <p:cNvSpPr/>
          <p:nvPr/>
        </p:nvSpPr>
        <p:spPr>
          <a:xfrm>
            <a:off x="8719040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4" name="Google Shape;324;p20"/>
          <p:cNvGrpSpPr/>
          <p:nvPr/>
        </p:nvGrpSpPr>
        <p:grpSpPr>
          <a:xfrm>
            <a:off x="8547408" y="3600388"/>
            <a:ext cx="416587" cy="596813"/>
            <a:chOff x="8555949" y="806163"/>
            <a:chExt cx="416587" cy="596813"/>
          </a:xfrm>
        </p:grpSpPr>
        <p:sp>
          <p:nvSpPr>
            <p:cNvPr id="325" name="Google Shape;325;p2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20"/>
          <p:cNvSpPr/>
          <p:nvPr/>
        </p:nvSpPr>
        <p:spPr>
          <a:xfrm>
            <a:off x="-412710" y="19713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"/>
          <p:cNvSpPr/>
          <p:nvPr/>
        </p:nvSpPr>
        <p:spPr>
          <a:xfrm>
            <a:off x="1580765" y="1773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 flipH="1" rot="-5400000">
            <a:off x="-140983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32" name="Google Shape;332;p20"/>
          <p:cNvSpPr/>
          <p:nvPr/>
        </p:nvSpPr>
        <p:spPr>
          <a:xfrm flipH="1" rot="-10799680">
            <a:off x="5155618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33" name="Google Shape;333;p20"/>
          <p:cNvSpPr/>
          <p:nvPr/>
        </p:nvSpPr>
        <p:spPr>
          <a:xfrm flipH="1" rot="1461625">
            <a:off x="-1143644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334" name="Google Shape;334;p20"/>
          <p:cNvGrpSpPr/>
          <p:nvPr/>
        </p:nvGrpSpPr>
        <p:grpSpPr>
          <a:xfrm>
            <a:off x="68984" y="2716038"/>
            <a:ext cx="342461" cy="901613"/>
            <a:chOff x="8630075" y="806163"/>
            <a:chExt cx="342461" cy="901613"/>
          </a:xfrm>
        </p:grpSpPr>
        <p:sp>
          <p:nvSpPr>
            <p:cNvPr id="335" name="Google Shape;335;p2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8862861" y="16144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8708349" y="13436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20"/>
          <p:cNvSpPr/>
          <p:nvPr/>
        </p:nvSpPr>
        <p:spPr>
          <a:xfrm>
            <a:off x="3484190" y="50175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7349528" y="4543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"/>
          <p:cNvSpPr txBox="1"/>
          <p:nvPr>
            <p:ph hasCustomPrompt="1" type="title"/>
          </p:nvPr>
        </p:nvSpPr>
        <p:spPr>
          <a:xfrm>
            <a:off x="798388" y="255170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5" name="Google Shape;345;p21"/>
          <p:cNvSpPr txBox="1"/>
          <p:nvPr>
            <p:ph idx="1" type="subTitle"/>
          </p:nvPr>
        </p:nvSpPr>
        <p:spPr>
          <a:xfrm>
            <a:off x="798388" y="3509223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6" name="Google Shape;346;p21"/>
          <p:cNvSpPr txBox="1"/>
          <p:nvPr>
            <p:ph hasCustomPrompt="1" idx="2" type="title"/>
          </p:nvPr>
        </p:nvSpPr>
        <p:spPr>
          <a:xfrm>
            <a:off x="2825700" y="840714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7" name="Google Shape;347;p21"/>
          <p:cNvSpPr txBox="1"/>
          <p:nvPr>
            <p:ph idx="3" type="subTitle"/>
          </p:nvPr>
        </p:nvSpPr>
        <p:spPr>
          <a:xfrm>
            <a:off x="2825700" y="1615651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8" name="Google Shape;348;p21"/>
          <p:cNvSpPr txBox="1"/>
          <p:nvPr>
            <p:ph hasCustomPrompt="1" idx="4" type="title"/>
          </p:nvPr>
        </p:nvSpPr>
        <p:spPr>
          <a:xfrm>
            <a:off x="4853013" y="255170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9" name="Google Shape;349;p21"/>
          <p:cNvSpPr txBox="1"/>
          <p:nvPr>
            <p:ph idx="5" type="subTitle"/>
          </p:nvPr>
        </p:nvSpPr>
        <p:spPr>
          <a:xfrm>
            <a:off x="4853013" y="3509223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2" name="Google Shape;352;p22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2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 flipH="1" rot="-1095117">
            <a:off x="-125595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55" name="Google Shape;355;p22"/>
          <p:cNvSpPr/>
          <p:nvPr/>
        </p:nvSpPr>
        <p:spPr>
          <a:xfrm flipH="1">
            <a:off x="-156566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56" name="Google Shape;356;p22"/>
          <p:cNvSpPr/>
          <p:nvPr/>
        </p:nvSpPr>
        <p:spPr>
          <a:xfrm flipH="1">
            <a:off x="-203741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7" name="Google Shape;357;p22"/>
          <p:cNvGrpSpPr/>
          <p:nvPr/>
        </p:nvGrpSpPr>
        <p:grpSpPr>
          <a:xfrm flipH="1">
            <a:off x="154298" y="3600388"/>
            <a:ext cx="416587" cy="596813"/>
            <a:chOff x="8555949" y="806163"/>
            <a:chExt cx="416587" cy="596813"/>
          </a:xfrm>
        </p:grpSpPr>
        <p:sp>
          <p:nvSpPr>
            <p:cNvPr id="358" name="Google Shape;358;p2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22"/>
          <p:cNvSpPr/>
          <p:nvPr/>
        </p:nvSpPr>
        <p:spPr>
          <a:xfrm flipH="1">
            <a:off x="8585109" y="11874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2"/>
          <p:cNvSpPr/>
          <p:nvPr/>
        </p:nvSpPr>
        <p:spPr>
          <a:xfrm flipH="1">
            <a:off x="6934534" y="1773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65" name="Google Shape;365;p22"/>
          <p:cNvSpPr/>
          <p:nvPr/>
        </p:nvSpPr>
        <p:spPr>
          <a:xfrm rot="10799680">
            <a:off x="-156571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66" name="Google Shape;366;p22"/>
          <p:cNvSpPr/>
          <p:nvPr/>
        </p:nvSpPr>
        <p:spPr>
          <a:xfrm rot="-1461625">
            <a:off x="7932232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367" name="Google Shape;367;p22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368" name="Google Shape;368;p2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22"/>
          <p:cNvSpPr/>
          <p:nvPr/>
        </p:nvSpPr>
        <p:spPr>
          <a:xfrm flipH="1">
            <a:off x="5031109" y="50175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5" name="Google Shape;375;p23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6" name="Google Shape;376;p23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7" name="Google Shape;377;p23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8" name="Google Shape;378;p23"/>
          <p:cNvSpPr/>
          <p:nvPr/>
        </p:nvSpPr>
        <p:spPr>
          <a:xfrm rot="10799680">
            <a:off x="-175496" y="4587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9" name="Google Shape;379;p23"/>
          <p:cNvSpPr/>
          <p:nvPr/>
        </p:nvSpPr>
        <p:spPr>
          <a:xfrm>
            <a:off x="1254027" y="2265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8743477" y="2621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3"/>
          <p:cNvSpPr/>
          <p:nvPr/>
        </p:nvSpPr>
        <p:spPr>
          <a:xfrm>
            <a:off x="6286757" y="2151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3747677" y="49961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-175498" y="3254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4" name="Google Shape;384;p23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385" name="Google Shape;385;p2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3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23"/>
          <p:cNvGrpSpPr/>
          <p:nvPr/>
        </p:nvGrpSpPr>
        <p:grpSpPr>
          <a:xfrm flipH="1">
            <a:off x="279548" y="2362275"/>
            <a:ext cx="400212" cy="418950"/>
            <a:chOff x="8555949" y="984025"/>
            <a:chExt cx="400212" cy="418950"/>
          </a:xfrm>
        </p:grpSpPr>
        <p:sp>
          <p:nvSpPr>
            <p:cNvPr id="390" name="Google Shape;390;p2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23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394" name="Google Shape;394;p2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3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23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0" name="Google Shape;400;p23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401" name="Google Shape;401;p23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3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3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3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3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3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3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0" name="Google Shape;410;p23"/>
          <p:cNvSpPr/>
          <p:nvPr/>
        </p:nvSpPr>
        <p:spPr>
          <a:xfrm rot="7199939">
            <a:off x="5178812" y="4455831"/>
            <a:ext cx="2895074" cy="2857413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3" name="Google Shape;413;p24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4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4"/>
          <p:cNvSpPr/>
          <p:nvPr/>
        </p:nvSpPr>
        <p:spPr>
          <a:xfrm flipH="1" rot="1526559">
            <a:off x="2093696" y="-1002837"/>
            <a:ext cx="3899407" cy="1865967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16" name="Google Shape;416;p24"/>
          <p:cNvSpPr/>
          <p:nvPr/>
        </p:nvSpPr>
        <p:spPr>
          <a:xfrm flipH="1" rot="-3010588">
            <a:off x="-1244841" y="153467"/>
            <a:ext cx="1841616" cy="181766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17" name="Google Shape;417;p24"/>
          <p:cNvSpPr/>
          <p:nvPr/>
        </p:nvSpPr>
        <p:spPr>
          <a:xfrm flipH="1">
            <a:off x="120627" y="2421349"/>
            <a:ext cx="416576" cy="104389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8" name="Google Shape;418;p24"/>
          <p:cNvGrpSpPr/>
          <p:nvPr/>
        </p:nvGrpSpPr>
        <p:grpSpPr>
          <a:xfrm flipH="1">
            <a:off x="8585098" y="3811438"/>
            <a:ext cx="416587" cy="596813"/>
            <a:chOff x="8555949" y="806163"/>
            <a:chExt cx="416587" cy="596813"/>
          </a:xfrm>
        </p:grpSpPr>
        <p:sp>
          <p:nvSpPr>
            <p:cNvPr id="419" name="Google Shape;419;p2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4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3" name="Google Shape;423;p24"/>
          <p:cNvSpPr/>
          <p:nvPr/>
        </p:nvSpPr>
        <p:spPr>
          <a:xfrm flipH="1">
            <a:off x="-416016" y="34279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 flipH="1">
            <a:off x="8795596" y="20204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 rot="8100000">
            <a:off x="7227843" y="4314302"/>
            <a:ext cx="2405868" cy="237457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26" name="Google Shape;426;p24"/>
          <p:cNvSpPr/>
          <p:nvPr/>
        </p:nvSpPr>
        <p:spPr>
          <a:xfrm rot="-1461625">
            <a:off x="7932232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27" name="Google Shape;427;p24"/>
          <p:cNvSpPr/>
          <p:nvPr/>
        </p:nvSpPr>
        <p:spPr>
          <a:xfrm flipH="1">
            <a:off x="6061421" y="48183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-514375" y="4674573"/>
            <a:ext cx="4114800" cy="1414225"/>
          </a:xfrm>
          <a:custGeom>
            <a:rect b="b" l="l" r="r" t="t"/>
            <a:pathLst>
              <a:path extrusionOk="0" h="56569" w="164592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sp>
      <p:grpSp>
        <p:nvGrpSpPr>
          <p:cNvPr id="429" name="Google Shape;429;p24"/>
          <p:cNvGrpSpPr/>
          <p:nvPr/>
        </p:nvGrpSpPr>
        <p:grpSpPr>
          <a:xfrm flipH="1">
            <a:off x="279548" y="103300"/>
            <a:ext cx="400212" cy="418950"/>
            <a:chOff x="8555949" y="984025"/>
            <a:chExt cx="400212" cy="418950"/>
          </a:xfrm>
        </p:grpSpPr>
        <p:sp>
          <p:nvSpPr>
            <p:cNvPr id="430" name="Google Shape;430;p2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"/>
          <p:cNvSpPr/>
          <p:nvPr/>
        </p:nvSpPr>
        <p:spPr>
          <a:xfrm>
            <a:off x="4404281" y="-35875"/>
            <a:ext cx="4761300" cy="5213100"/>
          </a:xfrm>
          <a:prstGeom prst="rect">
            <a:avLst/>
          </a:prstGeom>
          <a:solidFill>
            <a:srgbClr val="52AFC8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5"/>
          <p:cNvSpPr/>
          <p:nvPr/>
        </p:nvSpPr>
        <p:spPr>
          <a:xfrm>
            <a:off x="7671375" y="-358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36" name="Google Shape;436;p25"/>
          <p:cNvSpPr txBox="1"/>
          <p:nvPr>
            <p:ph type="title"/>
          </p:nvPr>
        </p:nvSpPr>
        <p:spPr>
          <a:xfrm>
            <a:off x="4531325" y="616225"/>
            <a:ext cx="38994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7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7" name="Google Shape;437;p25"/>
          <p:cNvSpPr txBox="1"/>
          <p:nvPr>
            <p:ph idx="1" type="subTitle"/>
          </p:nvPr>
        </p:nvSpPr>
        <p:spPr>
          <a:xfrm>
            <a:off x="4531331" y="1654884"/>
            <a:ext cx="3899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pic>
        <p:nvPicPr>
          <p:cNvPr id="438" name="Google Shape;438;p25"/>
          <p:cNvPicPr preferRelativeResize="0"/>
          <p:nvPr/>
        </p:nvPicPr>
        <p:blipFill rotWithShape="1">
          <a:blip r:embed="rId2">
            <a:alphaModFix/>
          </a:blip>
          <a:srcRect b="0" l="29442" r="8860" t="0"/>
          <a:stretch/>
        </p:blipFill>
        <p:spPr>
          <a:xfrm>
            <a:off x="-492000" y="-69600"/>
            <a:ext cx="4896276" cy="528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5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440" name="Google Shape;440;p25"/>
          <p:cNvGrpSpPr/>
          <p:nvPr/>
        </p:nvGrpSpPr>
        <p:grpSpPr>
          <a:xfrm flipH="1">
            <a:off x="593473" y="330025"/>
            <a:ext cx="400212" cy="418950"/>
            <a:chOff x="8555949" y="984025"/>
            <a:chExt cx="400212" cy="418950"/>
          </a:xfrm>
        </p:grpSpPr>
        <p:sp>
          <p:nvSpPr>
            <p:cNvPr id="441" name="Google Shape;441;p2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52AF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52AF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52AF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25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45" name="Google Shape;445;p25"/>
          <p:cNvSpPr/>
          <p:nvPr/>
        </p:nvSpPr>
        <p:spPr>
          <a:xfrm rot="10799680">
            <a:off x="-326646" y="44369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46" name="Google Shape;446;p25"/>
          <p:cNvSpPr/>
          <p:nvPr/>
        </p:nvSpPr>
        <p:spPr>
          <a:xfrm rot="10799680">
            <a:off x="4078479" y="44369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26"/>
          <p:cNvGrpSpPr/>
          <p:nvPr/>
        </p:nvGrpSpPr>
        <p:grpSpPr>
          <a:xfrm>
            <a:off x="2701389" y="736487"/>
            <a:ext cx="3741328" cy="3742870"/>
            <a:chOff x="3601725" y="3116375"/>
            <a:chExt cx="253275" cy="253400"/>
          </a:xfrm>
        </p:grpSpPr>
        <p:sp>
          <p:nvSpPr>
            <p:cNvPr id="449" name="Google Shape;449;p2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D9DFF2">
                <a:alpha val="34520"/>
              </a:srgbClr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8" name="Google Shape;458;p26"/>
          <p:cNvSpPr/>
          <p:nvPr/>
        </p:nvSpPr>
        <p:spPr>
          <a:xfrm rot="7802080">
            <a:off x="5238753" y="3308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59" name="Google Shape;459;p26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0" name="Google Shape;460;p26"/>
          <p:cNvSpPr/>
          <p:nvPr/>
        </p:nvSpPr>
        <p:spPr>
          <a:xfrm>
            <a:off x="-551050" y="627750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1" name="Google Shape;461;p26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2" name="Google Shape;462;p26"/>
          <p:cNvSpPr/>
          <p:nvPr/>
        </p:nvSpPr>
        <p:spPr>
          <a:xfrm rot="10799680">
            <a:off x="-130646" y="46314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3" name="Google Shape;463;p26"/>
          <p:cNvSpPr/>
          <p:nvPr/>
        </p:nvSpPr>
        <p:spPr>
          <a:xfrm>
            <a:off x="1039702" y="1056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8865552" y="26368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6442732" y="320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7369552" y="447886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-175498" y="3254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8" name="Google Shape;468;p26"/>
          <p:cNvGrpSpPr/>
          <p:nvPr/>
        </p:nvGrpSpPr>
        <p:grpSpPr>
          <a:xfrm flipH="1">
            <a:off x="8622323" y="1203763"/>
            <a:ext cx="416587" cy="596813"/>
            <a:chOff x="8555949" y="806163"/>
            <a:chExt cx="416587" cy="596813"/>
          </a:xfrm>
        </p:grpSpPr>
        <p:sp>
          <p:nvSpPr>
            <p:cNvPr id="469" name="Google Shape;469;p2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26"/>
          <p:cNvGrpSpPr/>
          <p:nvPr/>
        </p:nvGrpSpPr>
        <p:grpSpPr>
          <a:xfrm flipH="1">
            <a:off x="413323" y="1758575"/>
            <a:ext cx="400212" cy="418950"/>
            <a:chOff x="8555949" y="984025"/>
            <a:chExt cx="400212" cy="418950"/>
          </a:xfrm>
        </p:grpSpPr>
        <p:sp>
          <p:nvSpPr>
            <p:cNvPr id="474" name="Google Shape;474;p2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7" name="Google Shape;477;p26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478" name="Google Shape;478;p2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26"/>
          <p:cNvGrpSpPr/>
          <p:nvPr/>
        </p:nvGrpSpPr>
        <p:grpSpPr>
          <a:xfrm>
            <a:off x="280239" y="308647"/>
            <a:ext cx="461594" cy="461695"/>
            <a:chOff x="3601725" y="3116375"/>
            <a:chExt cx="253275" cy="253400"/>
          </a:xfrm>
        </p:grpSpPr>
        <p:sp>
          <p:nvSpPr>
            <p:cNvPr id="488" name="Google Shape;488;p2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7" name="Google Shape;497;p26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6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accent2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7"/>
          <p:cNvSpPr/>
          <p:nvPr/>
        </p:nvSpPr>
        <p:spPr>
          <a:xfrm flipH="1" rot="-7802080">
            <a:off x="-219857" y="3308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1" name="Google Shape;501;p27"/>
          <p:cNvSpPr/>
          <p:nvPr/>
        </p:nvSpPr>
        <p:spPr>
          <a:xfrm flipH="1">
            <a:off x="-1280775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2" name="Google Shape;502;p27"/>
          <p:cNvSpPr/>
          <p:nvPr/>
        </p:nvSpPr>
        <p:spPr>
          <a:xfrm flipH="1">
            <a:off x="8692688" y="13642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3" name="Google Shape;503;p27"/>
          <p:cNvSpPr/>
          <p:nvPr/>
        </p:nvSpPr>
        <p:spPr>
          <a:xfrm flipH="1" rot="2700000">
            <a:off x="5107948" y="-1450221"/>
            <a:ext cx="2219058" cy="219019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4" name="Google Shape;504;p27"/>
          <p:cNvSpPr/>
          <p:nvPr/>
        </p:nvSpPr>
        <p:spPr>
          <a:xfrm flipH="1" rot="-10799680">
            <a:off x="6889388" y="3493524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5" name="Google Shape;505;p27"/>
          <p:cNvSpPr/>
          <p:nvPr/>
        </p:nvSpPr>
        <p:spPr>
          <a:xfrm flipH="1">
            <a:off x="7585969" y="1056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 flipH="1">
            <a:off x="-239881" y="26368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7"/>
          <p:cNvSpPr/>
          <p:nvPr/>
        </p:nvSpPr>
        <p:spPr>
          <a:xfrm flipH="1">
            <a:off x="2092575" y="320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 flipH="1">
            <a:off x="875119" y="447886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7"/>
          <p:cNvSpPr/>
          <p:nvPr/>
        </p:nvSpPr>
        <p:spPr>
          <a:xfrm flipH="1">
            <a:off x="8199281" y="394369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0" name="Google Shape;510;p27"/>
          <p:cNvGrpSpPr/>
          <p:nvPr/>
        </p:nvGrpSpPr>
        <p:grpSpPr>
          <a:xfrm flipH="1" rot="-5400000">
            <a:off x="7927439" y="-54062"/>
            <a:ext cx="416587" cy="977813"/>
            <a:chOff x="8555949" y="425163"/>
            <a:chExt cx="416587" cy="977813"/>
          </a:xfrm>
        </p:grpSpPr>
        <p:sp>
          <p:nvSpPr>
            <p:cNvPr id="511" name="Google Shape;511;p2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7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5" name="Google Shape;515;p27"/>
          <p:cNvGrpSpPr/>
          <p:nvPr/>
        </p:nvGrpSpPr>
        <p:grpSpPr>
          <a:xfrm flipH="1" rot="-5400000">
            <a:off x="-214005" y="4060144"/>
            <a:ext cx="1238412" cy="385925"/>
            <a:chOff x="8251149" y="734000"/>
            <a:chExt cx="1238412" cy="385925"/>
          </a:xfrm>
        </p:grpSpPr>
        <p:sp>
          <p:nvSpPr>
            <p:cNvPr id="516" name="Google Shape;516;p2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7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0" name="Google Shape;520;p27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7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7"/>
          <p:cNvSpPr/>
          <p:nvPr/>
        </p:nvSpPr>
        <p:spPr>
          <a:xfrm flipH="1">
            <a:off x="598169" y="803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5" name="Google Shape;525;p2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6" name="Google Shape;526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7" name="Google Shape;527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8" name="Google Shape;528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TITLE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1" name="Google Shape;531;p29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32" name="Google Shape;532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3" name="Google Shape;533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4" name="Google Shape;534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0"/>
          <p:cNvSpPr txBox="1"/>
          <p:nvPr>
            <p:ph type="title"/>
          </p:nvPr>
        </p:nvSpPr>
        <p:spPr>
          <a:xfrm>
            <a:off x="831350" y="14025"/>
            <a:ext cx="7280100" cy="8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3300">
                <a:solidFill>
                  <a:srgbClr val="52AFC8"/>
                </a:solidFill>
                <a:latin typeface="Barlow Black"/>
                <a:ea typeface="Barlow Black"/>
                <a:cs typeface="Barlow Black"/>
                <a:sym typeface="Barlow Black"/>
              </a:rPr>
              <a:t>Busca de Certidões Automática</a:t>
            </a:r>
            <a:endParaRPr sz="3300">
              <a:solidFill>
                <a:srgbClr val="52AFC8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pic>
        <p:nvPicPr>
          <p:cNvPr id="540" name="Google Shape;540;p30" title="organograma novo tes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612" y="503750"/>
            <a:ext cx="8169574" cy="45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0"/>
          <p:cNvSpPr/>
          <p:nvPr/>
        </p:nvSpPr>
        <p:spPr>
          <a:xfrm>
            <a:off x="7574075" y="503750"/>
            <a:ext cx="1524000" cy="1000800"/>
          </a:xfrm>
          <a:prstGeom prst="roundRect">
            <a:avLst>
              <a:gd fmla="val 3030" name="adj"/>
            </a:avLst>
          </a:prstGeom>
          <a:solidFill>
            <a:srgbClr val="4293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Due Diligence</a:t>
            </a:r>
            <a:br>
              <a:rPr b="1" lang="en" sz="13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b="1" lang="en" sz="13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Inclusas do 1 ao 3 </a:t>
            </a:r>
            <a:br>
              <a:rPr b="1" lang="en" sz="13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b="1" lang="en"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2 buscas Premium </a:t>
            </a:r>
            <a:endParaRPr b="1" sz="1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s Brokerage Company Profile by Slidesgo">
  <a:themeElements>
    <a:clrScheme name="Simple Light">
      <a:dk1>
        <a:srgbClr val="221F4A"/>
      </a:dk1>
      <a:lt1>
        <a:srgbClr val="EEEEEE"/>
      </a:lt1>
      <a:dk2>
        <a:srgbClr val="D9DFF2"/>
      </a:dk2>
      <a:lt2>
        <a:srgbClr val="A1B5E5"/>
      </a:lt2>
      <a:accent1>
        <a:srgbClr val="3F91E3"/>
      </a:accent1>
      <a:accent2>
        <a:srgbClr val="3751E5"/>
      </a:accent2>
      <a:accent3>
        <a:srgbClr val="FEB15F"/>
      </a:accent3>
      <a:accent4>
        <a:srgbClr val="FE8A0D"/>
      </a:accent4>
      <a:accent5>
        <a:srgbClr val="EF6856"/>
      </a:accent5>
      <a:accent6>
        <a:srgbClr val="FFFFFF"/>
      </a:accent6>
      <a:hlink>
        <a:srgbClr val="221F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