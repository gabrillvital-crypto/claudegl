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8" r:id="rId3"/>
    <p:sldMasterId id="214748370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Bakbak One"/>
      <p:regular r:id="rId13"/>
    </p:embeddedFont>
    <p:embeddedFont>
      <p:font typeface="Bebas Neue"/>
      <p:regular r:id="rId14"/>
    </p:embeddedFont>
    <p:embeddedFont>
      <p:font typeface="Barlow Condensed"/>
      <p:regular r:id="rId15"/>
      <p:bold r:id="rId16"/>
      <p:italic r:id="rId17"/>
      <p:boldItalic r:id="rId18"/>
    </p:embeddedFont>
    <p:embeddedFont>
      <p:font typeface="Anek Gujarati"/>
      <p:regular r:id="rId19"/>
      <p:bold r:id="rId20"/>
    </p:embeddedFont>
    <p:embeddedFont>
      <p:font typeface="Barlow"/>
      <p:regular r:id="rId21"/>
      <p:bold r:id="rId22"/>
      <p:italic r:id="rId23"/>
      <p:boldItalic r:id="rId24"/>
    </p:embeddedFont>
    <p:embeddedFont>
      <p:font typeface="Barlow Black"/>
      <p:bold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nekGujarati-bold.fntdata"/><Relationship Id="rId22" Type="http://schemas.openxmlformats.org/officeDocument/2006/relationships/font" Target="fonts/Barlow-bold.fntdata"/><Relationship Id="rId21" Type="http://schemas.openxmlformats.org/officeDocument/2006/relationships/font" Target="fonts/Barlow-regular.fntdata"/><Relationship Id="rId24" Type="http://schemas.openxmlformats.org/officeDocument/2006/relationships/font" Target="fonts/Barlow-boldItalic.fntdata"/><Relationship Id="rId23" Type="http://schemas.openxmlformats.org/officeDocument/2006/relationships/font" Target="fonts/Barlow-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26" Type="http://schemas.openxmlformats.org/officeDocument/2006/relationships/font" Target="fonts/BarlowBlack-boldItalic.fntdata"/><Relationship Id="rId25" Type="http://schemas.openxmlformats.org/officeDocument/2006/relationships/font" Target="fonts/BarlowBlack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BakbakOne-regular.fntdata"/><Relationship Id="rId12" Type="http://schemas.openxmlformats.org/officeDocument/2006/relationships/slide" Target="slides/slide7.xml"/><Relationship Id="rId15" Type="http://schemas.openxmlformats.org/officeDocument/2006/relationships/font" Target="fonts/BarlowCondensed-regular.fntdata"/><Relationship Id="rId14" Type="http://schemas.openxmlformats.org/officeDocument/2006/relationships/font" Target="fonts/BebasNeue-regular.fntdata"/><Relationship Id="rId17" Type="http://schemas.openxmlformats.org/officeDocument/2006/relationships/font" Target="fonts/BarlowCondensed-italic.fntdata"/><Relationship Id="rId16" Type="http://schemas.openxmlformats.org/officeDocument/2006/relationships/font" Target="fonts/BarlowCondensed-bold.fntdata"/><Relationship Id="rId19" Type="http://schemas.openxmlformats.org/officeDocument/2006/relationships/font" Target="fonts/AnekGujarati-regular.fntdata"/><Relationship Id="rId18" Type="http://schemas.openxmlformats.org/officeDocument/2006/relationships/font" Target="fonts/BarlowCondensed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3" name="Shape 1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" name="Google Shape;1084;g3d402a7deff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5" name="Google Shape;1085;g3d402a7deff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5" name="Shape 1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Google Shape;1096;g3e0b436a267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7" name="Google Shape;1097;g3e0b436a267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8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Google Shape;1109;g3e0b436a267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0" name="Google Shape;1110;g3e0b436a267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6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Google Shape;1127;g3e0b436a267_0_3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8" name="Google Shape;1128;g3e0b436a267_0_3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5" name="Shape 1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" name="Google Shape;1146;g3e0b436a267_0_3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7" name="Google Shape;1147;g3e0b436a267_0_3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1" name="Shape 1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Google Shape;1162;g3d402a7deff_3_32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3" name="Google Shape;1163;g3d402a7deff_3_3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2" name="Shape 1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3" name="Google Shape;1193;g3d402a7deff_3_2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4" name="Google Shape;1194;g3d402a7deff_3_2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jp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6074000" y="-288800"/>
            <a:ext cx="3899475" cy="1866000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rgbClr val="52AFC8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10" name="Google Shape;10;p2"/>
          <p:cNvSpPr/>
          <p:nvPr/>
        </p:nvSpPr>
        <p:spPr>
          <a:xfrm>
            <a:off x="-442575" y="944975"/>
            <a:ext cx="620025" cy="1124375"/>
          </a:xfrm>
          <a:custGeom>
            <a:rect b="b" l="l" r="r" t="t"/>
            <a:pathLst>
              <a:path extrusionOk="0" h="44975" w="24801">
                <a:moveTo>
                  <a:pt x="0" y="0"/>
                </a:moveTo>
                <a:cubicBezTo>
                  <a:pt x="9939" y="2840"/>
                  <a:pt x="22701" y="8942"/>
                  <a:pt x="24402" y="19138"/>
                </a:cubicBezTo>
                <a:cubicBezTo>
                  <a:pt x="25999" y="28707"/>
                  <a:pt x="19683" y="40640"/>
                  <a:pt x="11004" y="44975"/>
                </a:cubicBezTo>
              </a:path>
            </a:pathLst>
          </a:custGeom>
          <a:noFill/>
          <a:ln cap="flat" cmpd="sng" w="9525">
            <a:solidFill>
              <a:srgbClr val="52AFC8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11" name="Google Shape;11;p2"/>
          <p:cNvSpPr/>
          <p:nvPr/>
        </p:nvSpPr>
        <p:spPr>
          <a:xfrm rot="-2397370">
            <a:off x="3545248" y="-584398"/>
            <a:ext cx="1010520" cy="997374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rgbClr val="52AFC8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12" name="Google Shape;12;p2"/>
          <p:cNvSpPr/>
          <p:nvPr/>
        </p:nvSpPr>
        <p:spPr>
          <a:xfrm rot="10799680">
            <a:off x="-130646" y="4479036"/>
            <a:ext cx="4195445" cy="2007256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rgbClr val="52AFC8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13" name="Google Shape;13;p2"/>
          <p:cNvSpPr txBox="1"/>
          <p:nvPr>
            <p:ph type="ctrTitle"/>
          </p:nvPr>
        </p:nvSpPr>
        <p:spPr>
          <a:xfrm>
            <a:off x="713214" y="985900"/>
            <a:ext cx="4147800" cy="250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800">
                <a:latin typeface="Bakbak One"/>
                <a:ea typeface="Bakbak One"/>
                <a:cs typeface="Bakbak One"/>
                <a:sym typeface="Bakbak On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713214" y="3681825"/>
            <a:ext cx="4147800" cy="4758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lt1"/>
                </a:solidFill>
                <a:latin typeface="Anek Gujarati"/>
                <a:ea typeface="Anek Gujarati"/>
                <a:cs typeface="Anek Gujarati"/>
                <a:sym typeface="Anek Gujarati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5" name="Google Shape;15;p2"/>
          <p:cNvSpPr/>
          <p:nvPr/>
        </p:nvSpPr>
        <p:spPr>
          <a:xfrm flipH="1" rot="-10799680">
            <a:off x="7987179" y="3199061"/>
            <a:ext cx="4195445" cy="2007256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rgbClr val="52AFC8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16" name="Google Shape;16;p2"/>
          <p:cNvSpPr txBox="1"/>
          <p:nvPr>
            <p:ph idx="2" type="subTitle"/>
          </p:nvPr>
        </p:nvSpPr>
        <p:spPr>
          <a:xfrm>
            <a:off x="2411400" y="3154200"/>
            <a:ext cx="4321200" cy="4971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/>
          <p:nvPr/>
        </p:nvSpPr>
        <p:spPr>
          <a:xfrm>
            <a:off x="4385200" y="-35875"/>
            <a:ext cx="4758900" cy="5213100"/>
          </a:xfrm>
          <a:prstGeom prst="rect">
            <a:avLst/>
          </a:prstGeom>
          <a:solidFill>
            <a:srgbClr val="7BB930"/>
          </a:solidFill>
          <a:ln>
            <a:noFill/>
          </a:ln>
          <a:effectLst>
            <a:outerShdw blurRad="57150" rotWithShape="0" algn="bl" dir="4200000" dist="114300">
              <a:schemeClr val="dk1">
                <a:alpha val="1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 txBox="1"/>
          <p:nvPr>
            <p:ph type="title"/>
          </p:nvPr>
        </p:nvSpPr>
        <p:spPr>
          <a:xfrm>
            <a:off x="4525925" y="2175900"/>
            <a:ext cx="3904800" cy="131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5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0" name="Google Shape;20;p3"/>
          <p:cNvSpPr txBox="1"/>
          <p:nvPr>
            <p:ph hasCustomPrompt="1" idx="2" type="title"/>
          </p:nvPr>
        </p:nvSpPr>
        <p:spPr>
          <a:xfrm>
            <a:off x="7059475" y="1154500"/>
            <a:ext cx="1371300" cy="841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72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1" name="Google Shape;21;p3"/>
          <p:cNvSpPr/>
          <p:nvPr/>
        </p:nvSpPr>
        <p:spPr>
          <a:xfrm rot="7802080">
            <a:off x="5238753" y="3521846"/>
            <a:ext cx="4195605" cy="2007300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1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22" name="Google Shape;22;p3"/>
          <p:cNvSpPr/>
          <p:nvPr/>
        </p:nvSpPr>
        <p:spPr>
          <a:xfrm>
            <a:off x="6595800" y="-501775"/>
            <a:ext cx="3899475" cy="1866000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1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23" name="Google Shape;23;p3"/>
          <p:cNvSpPr/>
          <p:nvPr/>
        </p:nvSpPr>
        <p:spPr>
          <a:xfrm rot="-4238987">
            <a:off x="4532162" y="-506466"/>
            <a:ext cx="1119366" cy="1104804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1"/>
            </a:solidFill>
            <a:prstDash val="lgDash"/>
            <a:round/>
            <a:headEnd len="med" w="med" type="none"/>
            <a:tailEnd len="med" w="med" type="none"/>
          </a:ln>
        </p:spPr>
      </p:sp>
      <p:grpSp>
        <p:nvGrpSpPr>
          <p:cNvPr id="24" name="Google Shape;24;p3"/>
          <p:cNvGrpSpPr/>
          <p:nvPr/>
        </p:nvGrpSpPr>
        <p:grpSpPr>
          <a:xfrm rot="5400000">
            <a:off x="6674224" y="-129862"/>
            <a:ext cx="416587" cy="977813"/>
            <a:chOff x="8555949" y="425163"/>
            <a:chExt cx="416587" cy="977813"/>
          </a:xfrm>
        </p:grpSpPr>
        <p:sp>
          <p:nvSpPr>
            <p:cNvPr id="25" name="Google Shape;25;p3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>
              <a:off x="8879236" y="425163"/>
              <a:ext cx="93300" cy="93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" name="Google Shape;29;p3"/>
          <p:cNvGrpSpPr/>
          <p:nvPr/>
        </p:nvGrpSpPr>
        <p:grpSpPr>
          <a:xfrm rot="5400000">
            <a:off x="8139343" y="4220094"/>
            <a:ext cx="1238412" cy="385925"/>
            <a:chOff x="8251149" y="734000"/>
            <a:chExt cx="1238412" cy="385925"/>
          </a:xfrm>
        </p:grpSpPr>
        <p:sp>
          <p:nvSpPr>
            <p:cNvPr id="30" name="Google Shape;30;p3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>
              <a:off x="9396261" y="928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>
              <a:off x="9031636" y="806163"/>
              <a:ext cx="93300" cy="93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>
              <a:off x="8251149" y="734000"/>
              <a:ext cx="54900" cy="54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3"/>
          <p:cNvSpPr/>
          <p:nvPr/>
        </p:nvSpPr>
        <p:spPr>
          <a:xfrm flipH="1" rot="-10799680">
            <a:off x="193005" y="3936561"/>
            <a:ext cx="4195445" cy="2007256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rgbClr val="7BB930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35" name="Google Shape;35;p3"/>
          <p:cNvSpPr/>
          <p:nvPr/>
        </p:nvSpPr>
        <p:spPr>
          <a:xfrm flipH="1">
            <a:off x="-493158" y="-164900"/>
            <a:ext cx="3899475" cy="1866000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rgbClr val="7BB930"/>
            </a:solidFill>
            <a:prstDash val="lgDash"/>
            <a:round/>
            <a:headEnd len="med" w="med" type="none"/>
            <a:tailEnd len="med" w="med" type="none"/>
          </a:ln>
        </p:spPr>
      </p:sp>
      <p:grpSp>
        <p:nvGrpSpPr>
          <p:cNvPr id="36" name="Google Shape;36;p3"/>
          <p:cNvGrpSpPr/>
          <p:nvPr/>
        </p:nvGrpSpPr>
        <p:grpSpPr>
          <a:xfrm rot="5400000">
            <a:off x="137099" y="469700"/>
            <a:ext cx="568987" cy="596813"/>
            <a:chOff x="8555949" y="806163"/>
            <a:chExt cx="568987" cy="596813"/>
          </a:xfrm>
        </p:grpSpPr>
        <p:sp>
          <p:nvSpPr>
            <p:cNvPr id="37" name="Google Shape;37;p3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2"/>
            </a:solidFill>
            <a:ln cap="flat" cmpd="sng" w="9525">
              <a:solidFill>
                <a:srgbClr val="7BB93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highlight>
                  <a:srgbClr val="7BB930"/>
                </a:highlight>
              </a:endParaRPr>
            </a:p>
          </p:txBody>
        </p:sp>
        <p:sp>
          <p:nvSpPr>
            <p:cNvPr id="38" name="Google Shape;38;p3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rgbClr val="7BB93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highlight>
                  <a:srgbClr val="7BB930"/>
                </a:highlight>
              </a:endParaRPr>
            </a:p>
          </p:txBody>
        </p:sp>
        <p:sp>
          <p:nvSpPr>
            <p:cNvPr id="39" name="Google Shape;39;p3"/>
            <p:cNvSpPr/>
            <p:nvPr/>
          </p:nvSpPr>
          <p:spPr>
            <a:xfrm>
              <a:off x="9031636" y="806163"/>
              <a:ext cx="93300" cy="93300"/>
            </a:xfrm>
            <a:prstGeom prst="ellipse">
              <a:avLst/>
            </a:prstGeom>
            <a:solidFill>
              <a:srgbClr val="7BB930"/>
            </a:solidFill>
            <a:ln cap="flat" cmpd="sng" w="19050">
              <a:solidFill>
                <a:srgbClr val="7BB93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highlight>
                  <a:srgbClr val="7BB930"/>
                </a:highlight>
              </a:endParaRPr>
            </a:p>
          </p:txBody>
        </p:sp>
        <p:sp>
          <p:nvSpPr>
            <p:cNvPr id="40" name="Google Shape;40;p3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7BB93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highlight>
                  <a:srgbClr val="7BB930"/>
                </a:highlight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"/>
          <p:cNvSpPr/>
          <p:nvPr>
            <p:ph idx="2" type="pic"/>
          </p:nvPr>
        </p:nvSpPr>
        <p:spPr>
          <a:xfrm>
            <a:off x="5813325" y="-75687"/>
            <a:ext cx="4107300" cy="5295000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p4"/>
          <p:cNvSpPr/>
          <p:nvPr/>
        </p:nvSpPr>
        <p:spPr>
          <a:xfrm>
            <a:off x="-71775" y="-35875"/>
            <a:ext cx="5885100" cy="5213100"/>
          </a:xfrm>
          <a:prstGeom prst="rect">
            <a:avLst/>
          </a:prstGeom>
          <a:solidFill>
            <a:srgbClr val="52AFC8"/>
          </a:solidFill>
          <a:ln>
            <a:noFill/>
          </a:ln>
          <a:effectLst>
            <a:outerShdw blurRad="57150" rotWithShape="0" algn="bl" dir="4200000" dist="114300">
              <a:schemeClr val="dk1">
                <a:alpha val="1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"/>
          <p:cNvSpPr/>
          <p:nvPr/>
        </p:nvSpPr>
        <p:spPr>
          <a:xfrm rot="10799680">
            <a:off x="-574246" y="4320611"/>
            <a:ext cx="4195445" cy="2007256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1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45" name="Google Shape;45;p4"/>
          <p:cNvSpPr/>
          <p:nvPr/>
        </p:nvSpPr>
        <p:spPr>
          <a:xfrm rot="-2700226">
            <a:off x="-373517" y="-1266334"/>
            <a:ext cx="4195301" cy="2007164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1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46" name="Google Shape;46;p4"/>
          <p:cNvSpPr/>
          <p:nvPr/>
        </p:nvSpPr>
        <p:spPr>
          <a:xfrm>
            <a:off x="5119550" y="-288800"/>
            <a:ext cx="693775" cy="684750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1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47" name="Google Shape;47;p4">
            <a:hlinkClick action="ppaction://hlinkshowjump?jump=nextslide"/>
          </p:cNvPr>
          <p:cNvSpPr/>
          <p:nvPr/>
        </p:nvSpPr>
        <p:spPr>
          <a:xfrm>
            <a:off x="265001" y="4781610"/>
            <a:ext cx="210596" cy="210596"/>
          </a:xfrm>
          <a:prstGeom prst="ellipse">
            <a:avLst/>
          </a:prstGeom>
          <a:solidFill>
            <a:srgbClr val="52AFC8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8" name="Google Shape;48;p4"/>
          <p:cNvGrpSpPr/>
          <p:nvPr/>
        </p:nvGrpSpPr>
        <p:grpSpPr>
          <a:xfrm>
            <a:off x="297108" y="4836218"/>
            <a:ext cx="146350" cy="101353"/>
            <a:chOff x="-797260" y="3184175"/>
            <a:chExt cx="502500" cy="348000"/>
          </a:xfrm>
        </p:grpSpPr>
        <p:cxnSp>
          <p:nvCxnSpPr>
            <p:cNvPr id="49" name="Google Shape;49;p4"/>
            <p:cNvCxnSpPr/>
            <p:nvPr/>
          </p:nvCxnSpPr>
          <p:spPr>
            <a:xfrm>
              <a:off x="-797260" y="3361225"/>
              <a:ext cx="5025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" name="Google Shape;50;p4"/>
            <p:cNvCxnSpPr/>
            <p:nvPr/>
          </p:nvCxnSpPr>
          <p:spPr>
            <a:xfrm>
              <a:off x="-471875" y="3184175"/>
              <a:ext cx="174000" cy="1740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" name="Google Shape;51;p4"/>
            <p:cNvCxnSpPr/>
            <p:nvPr/>
          </p:nvCxnSpPr>
          <p:spPr>
            <a:xfrm flipH="1" rot="10800000">
              <a:off x="-471875" y="3358175"/>
              <a:ext cx="174000" cy="1740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52" name="Google Shape;52;p4"/>
          <p:cNvGrpSpPr/>
          <p:nvPr/>
        </p:nvGrpSpPr>
        <p:grpSpPr>
          <a:xfrm rot="5400000">
            <a:off x="4847243" y="3991494"/>
            <a:ext cx="1238412" cy="385925"/>
            <a:chOff x="8251149" y="734000"/>
            <a:chExt cx="1238412" cy="385925"/>
          </a:xfrm>
        </p:grpSpPr>
        <p:sp>
          <p:nvSpPr>
            <p:cNvPr id="53" name="Google Shape;53;p4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4"/>
            <p:cNvSpPr/>
            <p:nvPr/>
          </p:nvSpPr>
          <p:spPr>
            <a:xfrm>
              <a:off x="9396261" y="928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4"/>
            <p:cNvSpPr/>
            <p:nvPr/>
          </p:nvSpPr>
          <p:spPr>
            <a:xfrm>
              <a:off x="9031636" y="806163"/>
              <a:ext cx="93300" cy="93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4"/>
            <p:cNvSpPr/>
            <p:nvPr/>
          </p:nvSpPr>
          <p:spPr>
            <a:xfrm>
              <a:off x="8251149" y="734000"/>
              <a:ext cx="54900" cy="54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4"/>
          <p:cNvSpPr txBox="1"/>
          <p:nvPr>
            <p:ph type="title"/>
          </p:nvPr>
        </p:nvSpPr>
        <p:spPr>
          <a:xfrm>
            <a:off x="720000" y="445025"/>
            <a:ext cx="4483500" cy="121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8" name="Google Shape;58;p4"/>
          <p:cNvSpPr txBox="1"/>
          <p:nvPr>
            <p:ph idx="1" type="body"/>
          </p:nvPr>
        </p:nvSpPr>
        <p:spPr>
          <a:xfrm>
            <a:off x="720000" y="1997600"/>
            <a:ext cx="4124400" cy="263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KoHo SemiBold"/>
              <a:buAutoNum type="arabicPeriod"/>
              <a:defRPr/>
            </a:lvl1pPr>
            <a:lvl2pPr indent="-317500" lvl="1" marL="9144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Darker Grotesque SemiBold"/>
              <a:buAutoNum type="alphaLcPeriod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AutoNum type="romanLcPeriod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AutoNum type="arabicPeriod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AutoNum type="alphaLcPeriod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AutoNum type="romanLcPeriod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AutoNum type="arabicPeriod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AutoNum type="alphaLcPeriod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AutoNum type="romanLcPeriod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1" name="Google Shape;61;p5"/>
          <p:cNvSpPr txBox="1"/>
          <p:nvPr>
            <p:ph idx="1" type="subTitle"/>
          </p:nvPr>
        </p:nvSpPr>
        <p:spPr>
          <a:xfrm>
            <a:off x="5064212" y="3025999"/>
            <a:ext cx="3046200" cy="15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subTitle"/>
          </p:nvPr>
        </p:nvSpPr>
        <p:spPr>
          <a:xfrm>
            <a:off x="1033587" y="3025999"/>
            <a:ext cx="3046200" cy="15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3" type="subTitle"/>
          </p:nvPr>
        </p:nvSpPr>
        <p:spPr>
          <a:xfrm>
            <a:off x="1033587" y="2498300"/>
            <a:ext cx="30462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4" name="Google Shape;64;p5"/>
          <p:cNvSpPr txBox="1"/>
          <p:nvPr>
            <p:ph idx="4" type="subTitle"/>
          </p:nvPr>
        </p:nvSpPr>
        <p:spPr>
          <a:xfrm>
            <a:off x="5064213" y="2498300"/>
            <a:ext cx="30462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5" name="Google Shape;65;p5"/>
          <p:cNvSpPr/>
          <p:nvPr/>
        </p:nvSpPr>
        <p:spPr>
          <a:xfrm rot="1095117">
            <a:off x="5801043" y="-393669"/>
            <a:ext cx="3899522" cy="1866023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66" name="Google Shape;66;p5"/>
          <p:cNvSpPr/>
          <p:nvPr/>
        </p:nvSpPr>
        <p:spPr>
          <a:xfrm rot="10799680">
            <a:off x="-130646" y="4479036"/>
            <a:ext cx="4195445" cy="2007256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67" name="Google Shape;67;p5"/>
          <p:cNvSpPr/>
          <p:nvPr/>
        </p:nvSpPr>
        <p:spPr>
          <a:xfrm>
            <a:off x="8562625" y="-288800"/>
            <a:ext cx="693775" cy="684750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68" name="Google Shape;68;p5"/>
          <p:cNvSpPr/>
          <p:nvPr/>
        </p:nvSpPr>
        <p:spPr>
          <a:xfrm rot="5400000">
            <a:off x="8198450" y="3915325"/>
            <a:ext cx="2405873" cy="2374576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69" name="Google Shape;69;p5"/>
          <p:cNvSpPr/>
          <p:nvPr/>
        </p:nvSpPr>
        <p:spPr>
          <a:xfrm rot="-2499097">
            <a:off x="-630975" y="-879433"/>
            <a:ext cx="3899477" cy="1866001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70" name="Google Shape;70;p5"/>
          <p:cNvSpPr/>
          <p:nvPr/>
        </p:nvSpPr>
        <p:spPr>
          <a:xfrm rot="-598330">
            <a:off x="552518" y="782087"/>
            <a:ext cx="152164" cy="190205"/>
          </a:xfrm>
          <a:custGeom>
            <a:rect b="b" l="l" r="r" t="t"/>
            <a:pathLst>
              <a:path extrusionOk="0" h="4276" w="3421">
                <a:moveTo>
                  <a:pt x="1718" y="979"/>
                </a:moveTo>
                <a:cubicBezTo>
                  <a:pt x="2155" y="979"/>
                  <a:pt x="2500" y="1388"/>
                  <a:pt x="2423" y="1864"/>
                </a:cubicBezTo>
                <a:cubicBezTo>
                  <a:pt x="2380" y="2149"/>
                  <a:pt x="2171" y="2380"/>
                  <a:pt x="1908" y="2445"/>
                </a:cubicBezTo>
                <a:cubicBezTo>
                  <a:pt x="1839" y="2466"/>
                  <a:pt x="1772" y="2475"/>
                  <a:pt x="1706" y="2475"/>
                </a:cubicBezTo>
                <a:cubicBezTo>
                  <a:pt x="1275" y="2475"/>
                  <a:pt x="923" y="2066"/>
                  <a:pt x="1009" y="1590"/>
                </a:cubicBezTo>
                <a:cubicBezTo>
                  <a:pt x="1053" y="1305"/>
                  <a:pt x="1261" y="1074"/>
                  <a:pt x="1513" y="1009"/>
                </a:cubicBezTo>
                <a:cubicBezTo>
                  <a:pt x="1583" y="988"/>
                  <a:pt x="1652" y="979"/>
                  <a:pt x="1718" y="979"/>
                </a:cubicBezTo>
                <a:close/>
                <a:moveTo>
                  <a:pt x="1716" y="0"/>
                </a:moveTo>
                <a:cubicBezTo>
                  <a:pt x="1628" y="0"/>
                  <a:pt x="1538" y="7"/>
                  <a:pt x="1447" y="22"/>
                </a:cubicBezTo>
                <a:cubicBezTo>
                  <a:pt x="680" y="143"/>
                  <a:pt x="77" y="823"/>
                  <a:pt x="22" y="1634"/>
                </a:cubicBezTo>
                <a:cubicBezTo>
                  <a:pt x="0" y="2029"/>
                  <a:pt x="99" y="2402"/>
                  <a:pt x="285" y="2697"/>
                </a:cubicBezTo>
                <a:cubicBezTo>
                  <a:pt x="329" y="2774"/>
                  <a:pt x="384" y="2840"/>
                  <a:pt x="439" y="2906"/>
                </a:cubicBezTo>
                <a:lnTo>
                  <a:pt x="1535" y="4144"/>
                </a:lnTo>
                <a:cubicBezTo>
                  <a:pt x="1612" y="4231"/>
                  <a:pt x="1719" y="4275"/>
                  <a:pt x="1828" y="4275"/>
                </a:cubicBezTo>
                <a:cubicBezTo>
                  <a:pt x="1953" y="4275"/>
                  <a:pt x="2078" y="4218"/>
                  <a:pt x="2160" y="4100"/>
                </a:cubicBezTo>
                <a:lnTo>
                  <a:pt x="2840" y="3147"/>
                </a:lnTo>
                <a:cubicBezTo>
                  <a:pt x="2894" y="3048"/>
                  <a:pt x="3016" y="2873"/>
                  <a:pt x="3114" y="2719"/>
                </a:cubicBezTo>
                <a:cubicBezTo>
                  <a:pt x="3311" y="2412"/>
                  <a:pt x="3421" y="2061"/>
                  <a:pt x="3410" y="1700"/>
                </a:cubicBezTo>
                <a:lnTo>
                  <a:pt x="3410" y="1688"/>
                </a:lnTo>
                <a:cubicBezTo>
                  <a:pt x="3370" y="740"/>
                  <a:pt x="2620" y="0"/>
                  <a:pt x="171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"/>
          <p:cNvSpPr/>
          <p:nvPr/>
        </p:nvSpPr>
        <p:spPr>
          <a:xfrm flipH="1" rot="598330">
            <a:off x="8417618" y="4402062"/>
            <a:ext cx="152164" cy="190205"/>
          </a:xfrm>
          <a:custGeom>
            <a:rect b="b" l="l" r="r" t="t"/>
            <a:pathLst>
              <a:path extrusionOk="0" h="4276" w="3421">
                <a:moveTo>
                  <a:pt x="1718" y="979"/>
                </a:moveTo>
                <a:cubicBezTo>
                  <a:pt x="2155" y="979"/>
                  <a:pt x="2500" y="1388"/>
                  <a:pt x="2423" y="1864"/>
                </a:cubicBezTo>
                <a:cubicBezTo>
                  <a:pt x="2380" y="2149"/>
                  <a:pt x="2171" y="2380"/>
                  <a:pt x="1908" y="2445"/>
                </a:cubicBezTo>
                <a:cubicBezTo>
                  <a:pt x="1839" y="2466"/>
                  <a:pt x="1772" y="2475"/>
                  <a:pt x="1706" y="2475"/>
                </a:cubicBezTo>
                <a:cubicBezTo>
                  <a:pt x="1275" y="2475"/>
                  <a:pt x="923" y="2066"/>
                  <a:pt x="1009" y="1590"/>
                </a:cubicBezTo>
                <a:cubicBezTo>
                  <a:pt x="1053" y="1305"/>
                  <a:pt x="1261" y="1074"/>
                  <a:pt x="1513" y="1009"/>
                </a:cubicBezTo>
                <a:cubicBezTo>
                  <a:pt x="1583" y="988"/>
                  <a:pt x="1652" y="979"/>
                  <a:pt x="1718" y="979"/>
                </a:cubicBezTo>
                <a:close/>
                <a:moveTo>
                  <a:pt x="1716" y="0"/>
                </a:moveTo>
                <a:cubicBezTo>
                  <a:pt x="1628" y="0"/>
                  <a:pt x="1538" y="7"/>
                  <a:pt x="1447" y="22"/>
                </a:cubicBezTo>
                <a:cubicBezTo>
                  <a:pt x="680" y="143"/>
                  <a:pt x="77" y="823"/>
                  <a:pt x="22" y="1634"/>
                </a:cubicBezTo>
                <a:cubicBezTo>
                  <a:pt x="0" y="2029"/>
                  <a:pt x="99" y="2402"/>
                  <a:pt x="285" y="2697"/>
                </a:cubicBezTo>
                <a:cubicBezTo>
                  <a:pt x="329" y="2774"/>
                  <a:pt x="384" y="2840"/>
                  <a:pt x="439" y="2906"/>
                </a:cubicBezTo>
                <a:lnTo>
                  <a:pt x="1535" y="4144"/>
                </a:lnTo>
                <a:cubicBezTo>
                  <a:pt x="1612" y="4231"/>
                  <a:pt x="1719" y="4275"/>
                  <a:pt x="1828" y="4275"/>
                </a:cubicBezTo>
                <a:cubicBezTo>
                  <a:pt x="1953" y="4275"/>
                  <a:pt x="2078" y="4218"/>
                  <a:pt x="2160" y="4100"/>
                </a:cubicBezTo>
                <a:lnTo>
                  <a:pt x="2840" y="3147"/>
                </a:lnTo>
                <a:cubicBezTo>
                  <a:pt x="2894" y="3048"/>
                  <a:pt x="3016" y="2873"/>
                  <a:pt x="3114" y="2719"/>
                </a:cubicBezTo>
                <a:cubicBezTo>
                  <a:pt x="3311" y="2412"/>
                  <a:pt x="3421" y="2061"/>
                  <a:pt x="3410" y="1700"/>
                </a:cubicBezTo>
                <a:lnTo>
                  <a:pt x="3410" y="1688"/>
                </a:lnTo>
                <a:cubicBezTo>
                  <a:pt x="3370" y="740"/>
                  <a:pt x="2620" y="0"/>
                  <a:pt x="171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"/>
          <p:cNvSpPr/>
          <p:nvPr/>
        </p:nvSpPr>
        <p:spPr>
          <a:xfrm>
            <a:off x="8214107" y="454246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5"/>
          <p:cNvSpPr/>
          <p:nvPr/>
        </p:nvSpPr>
        <p:spPr>
          <a:xfrm>
            <a:off x="2350782" y="126846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5"/>
          <p:cNvSpPr/>
          <p:nvPr/>
        </p:nvSpPr>
        <p:spPr>
          <a:xfrm>
            <a:off x="8464807" y="3242521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5"/>
          <p:cNvSpPr/>
          <p:nvPr/>
        </p:nvSpPr>
        <p:spPr>
          <a:xfrm>
            <a:off x="2441007" y="4816196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5"/>
          <p:cNvSpPr/>
          <p:nvPr/>
        </p:nvSpPr>
        <p:spPr>
          <a:xfrm>
            <a:off x="-364043" y="2429271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7" name="Google Shape;77;p5"/>
          <p:cNvGrpSpPr/>
          <p:nvPr/>
        </p:nvGrpSpPr>
        <p:grpSpPr>
          <a:xfrm>
            <a:off x="8555949" y="806163"/>
            <a:ext cx="416587" cy="596813"/>
            <a:chOff x="8555949" y="806163"/>
            <a:chExt cx="416587" cy="596813"/>
          </a:xfrm>
        </p:grpSpPr>
        <p:sp>
          <p:nvSpPr>
            <p:cNvPr id="78" name="Google Shape;78;p5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5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5"/>
            <p:cNvSpPr/>
            <p:nvPr/>
          </p:nvSpPr>
          <p:spPr>
            <a:xfrm>
              <a:off x="8879236" y="806163"/>
              <a:ext cx="93300" cy="93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5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2" name="Google Shape;82;p5"/>
          <p:cNvGrpSpPr/>
          <p:nvPr/>
        </p:nvGrpSpPr>
        <p:grpSpPr>
          <a:xfrm rot="5400000">
            <a:off x="137099" y="3885763"/>
            <a:ext cx="568987" cy="596813"/>
            <a:chOff x="8555949" y="806163"/>
            <a:chExt cx="568987" cy="596813"/>
          </a:xfrm>
        </p:grpSpPr>
        <p:sp>
          <p:nvSpPr>
            <p:cNvPr id="83" name="Google Shape;83;p5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5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5"/>
            <p:cNvSpPr/>
            <p:nvPr/>
          </p:nvSpPr>
          <p:spPr>
            <a:xfrm>
              <a:off x="9031636" y="806163"/>
              <a:ext cx="93300" cy="93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5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9" name="Google Shape;89;p6"/>
          <p:cNvSpPr/>
          <p:nvPr/>
        </p:nvSpPr>
        <p:spPr>
          <a:xfrm rot="1095117">
            <a:off x="5801043" y="-393669"/>
            <a:ext cx="3899522" cy="1866023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rgbClr val="52AFC8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90" name="Google Shape;90;p6"/>
          <p:cNvSpPr/>
          <p:nvPr/>
        </p:nvSpPr>
        <p:spPr>
          <a:xfrm rot="10799680">
            <a:off x="-130646" y="4479036"/>
            <a:ext cx="4195445" cy="2007256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rgbClr val="52AFC8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91" name="Google Shape;91;p6"/>
          <p:cNvSpPr/>
          <p:nvPr/>
        </p:nvSpPr>
        <p:spPr>
          <a:xfrm>
            <a:off x="-299350" y="-370825"/>
            <a:ext cx="1019350" cy="1339700"/>
          </a:xfrm>
          <a:custGeom>
            <a:rect b="b" l="l" r="r" t="t"/>
            <a:pathLst>
              <a:path extrusionOk="0" h="53588" w="40774">
                <a:moveTo>
                  <a:pt x="33493" y="0"/>
                </a:moveTo>
                <a:cubicBezTo>
                  <a:pt x="44905" y="5708"/>
                  <a:pt x="41319" y="28589"/>
                  <a:pt x="33014" y="38277"/>
                </a:cubicBezTo>
                <a:cubicBezTo>
                  <a:pt x="25119" y="47487"/>
                  <a:pt x="12131" y="53588"/>
                  <a:pt x="0" y="53588"/>
                </a:cubicBezTo>
              </a:path>
            </a:pathLst>
          </a:custGeom>
          <a:noFill/>
          <a:ln cap="flat" cmpd="sng" w="9525">
            <a:solidFill>
              <a:srgbClr val="52AFC8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92" name="Google Shape;92;p6"/>
          <p:cNvSpPr/>
          <p:nvPr/>
        </p:nvSpPr>
        <p:spPr>
          <a:xfrm rot="10061061">
            <a:off x="8561918" y="4386800"/>
            <a:ext cx="1019363" cy="1339717"/>
          </a:xfrm>
          <a:custGeom>
            <a:rect b="b" l="l" r="r" t="t"/>
            <a:pathLst>
              <a:path extrusionOk="0" h="53588" w="40774">
                <a:moveTo>
                  <a:pt x="33493" y="0"/>
                </a:moveTo>
                <a:cubicBezTo>
                  <a:pt x="44905" y="5708"/>
                  <a:pt x="41319" y="28589"/>
                  <a:pt x="33014" y="38277"/>
                </a:cubicBezTo>
                <a:cubicBezTo>
                  <a:pt x="25119" y="47487"/>
                  <a:pt x="12131" y="53588"/>
                  <a:pt x="0" y="53588"/>
                </a:cubicBezTo>
              </a:path>
            </a:pathLst>
          </a:custGeom>
          <a:noFill/>
          <a:ln cap="flat" cmpd="sng" w="9525">
            <a:solidFill>
              <a:srgbClr val="52AFC8"/>
            </a:solidFill>
            <a:prstDash val="lgDash"/>
            <a:round/>
            <a:headEnd len="med" w="med" type="none"/>
            <a:tailEnd len="med" w="med" type="none"/>
          </a:ln>
        </p:spPr>
      </p:sp>
      <p:grpSp>
        <p:nvGrpSpPr>
          <p:cNvPr id="93" name="Google Shape;93;p6"/>
          <p:cNvGrpSpPr/>
          <p:nvPr/>
        </p:nvGrpSpPr>
        <p:grpSpPr>
          <a:xfrm>
            <a:off x="8402289" y="308647"/>
            <a:ext cx="461594" cy="461695"/>
            <a:chOff x="3601725" y="3116375"/>
            <a:chExt cx="253275" cy="253400"/>
          </a:xfrm>
        </p:grpSpPr>
        <p:sp>
          <p:nvSpPr>
            <p:cNvPr id="94" name="Google Shape;94;p6"/>
            <p:cNvSpPr/>
            <p:nvPr/>
          </p:nvSpPr>
          <p:spPr>
            <a:xfrm>
              <a:off x="3601725" y="3116650"/>
              <a:ext cx="251900" cy="252200"/>
            </a:xfrm>
            <a:custGeom>
              <a:rect b="b" l="l" r="r" t="t"/>
              <a:pathLst>
                <a:path extrusionOk="0" h="10088" w="10076">
                  <a:moveTo>
                    <a:pt x="5044" y="1"/>
                  </a:moveTo>
                  <a:cubicBezTo>
                    <a:pt x="2259" y="1"/>
                    <a:pt x="0" y="2259"/>
                    <a:pt x="0" y="5044"/>
                  </a:cubicBezTo>
                  <a:cubicBezTo>
                    <a:pt x="0" y="7829"/>
                    <a:pt x="2259" y="10088"/>
                    <a:pt x="5044" y="10088"/>
                  </a:cubicBezTo>
                  <a:cubicBezTo>
                    <a:pt x="7817" y="10088"/>
                    <a:pt x="10076" y="7829"/>
                    <a:pt x="10076" y="5044"/>
                  </a:cubicBezTo>
                  <a:cubicBezTo>
                    <a:pt x="10076" y="2259"/>
                    <a:pt x="7817" y="1"/>
                    <a:pt x="5044" y="1"/>
                  </a:cubicBezTo>
                  <a:close/>
                </a:path>
              </a:pathLst>
            </a:custGeom>
            <a:solidFill>
              <a:srgbClr val="52AFC8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6"/>
            <p:cNvSpPr/>
            <p:nvPr/>
          </p:nvSpPr>
          <p:spPr>
            <a:xfrm>
              <a:off x="3623650" y="3116400"/>
              <a:ext cx="105275" cy="252200"/>
            </a:xfrm>
            <a:custGeom>
              <a:rect b="b" l="l" r="r" t="t"/>
              <a:pathLst>
                <a:path extrusionOk="0" h="10088" w="4211">
                  <a:moveTo>
                    <a:pt x="4046" y="0"/>
                  </a:moveTo>
                  <a:cubicBezTo>
                    <a:pt x="3180" y="88"/>
                    <a:pt x="2368" y="406"/>
                    <a:pt x="1721" y="976"/>
                  </a:cubicBezTo>
                  <a:cubicBezTo>
                    <a:pt x="1184" y="1448"/>
                    <a:pt x="768" y="2050"/>
                    <a:pt x="493" y="2708"/>
                  </a:cubicBezTo>
                  <a:cubicBezTo>
                    <a:pt x="77" y="3706"/>
                    <a:pt x="0" y="4813"/>
                    <a:pt x="164" y="5877"/>
                  </a:cubicBezTo>
                  <a:cubicBezTo>
                    <a:pt x="329" y="6886"/>
                    <a:pt x="691" y="7872"/>
                    <a:pt x="1348" y="8662"/>
                  </a:cubicBezTo>
                  <a:cubicBezTo>
                    <a:pt x="1962" y="9407"/>
                    <a:pt x="2839" y="9956"/>
                    <a:pt x="3804" y="10065"/>
                  </a:cubicBezTo>
                  <a:cubicBezTo>
                    <a:pt x="3925" y="10087"/>
                    <a:pt x="4046" y="10087"/>
                    <a:pt x="4167" y="10087"/>
                  </a:cubicBezTo>
                  <a:cubicBezTo>
                    <a:pt x="4210" y="10087"/>
                    <a:pt x="4210" y="10010"/>
                    <a:pt x="4167" y="10010"/>
                  </a:cubicBezTo>
                  <a:cubicBezTo>
                    <a:pt x="3202" y="9999"/>
                    <a:pt x="2291" y="9539"/>
                    <a:pt x="1623" y="8859"/>
                  </a:cubicBezTo>
                  <a:cubicBezTo>
                    <a:pt x="932" y="8136"/>
                    <a:pt x="515" y="7181"/>
                    <a:pt x="307" y="6206"/>
                  </a:cubicBezTo>
                  <a:cubicBezTo>
                    <a:pt x="99" y="5186"/>
                    <a:pt x="110" y="4111"/>
                    <a:pt x="427" y="3114"/>
                  </a:cubicBezTo>
                  <a:cubicBezTo>
                    <a:pt x="658" y="2423"/>
                    <a:pt x="1041" y="1765"/>
                    <a:pt x="1557" y="1239"/>
                  </a:cubicBezTo>
                  <a:cubicBezTo>
                    <a:pt x="2127" y="658"/>
                    <a:pt x="2873" y="274"/>
                    <a:pt x="3673" y="132"/>
                  </a:cubicBezTo>
                  <a:cubicBezTo>
                    <a:pt x="3794" y="110"/>
                    <a:pt x="3925" y="99"/>
                    <a:pt x="4046" y="88"/>
                  </a:cubicBezTo>
                  <a:cubicBezTo>
                    <a:pt x="4101" y="77"/>
                    <a:pt x="4101" y="0"/>
                    <a:pt x="4046" y="0"/>
                  </a:cubicBezTo>
                  <a:close/>
                </a:path>
              </a:pathLst>
            </a:custGeom>
            <a:solidFill>
              <a:srgbClr val="52AFC8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6"/>
            <p:cNvSpPr/>
            <p:nvPr/>
          </p:nvSpPr>
          <p:spPr>
            <a:xfrm>
              <a:off x="3665575" y="3116475"/>
              <a:ext cx="64850" cy="253300"/>
            </a:xfrm>
            <a:custGeom>
              <a:rect b="b" l="l" r="r" t="t"/>
              <a:pathLst>
                <a:path extrusionOk="0" h="10132" w="2594">
                  <a:moveTo>
                    <a:pt x="2369" y="0"/>
                  </a:moveTo>
                  <a:cubicBezTo>
                    <a:pt x="2362" y="0"/>
                    <a:pt x="2354" y="2"/>
                    <a:pt x="2347" y="8"/>
                  </a:cubicBezTo>
                  <a:cubicBezTo>
                    <a:pt x="1733" y="359"/>
                    <a:pt x="1240" y="940"/>
                    <a:pt x="856" y="1543"/>
                  </a:cubicBezTo>
                  <a:cubicBezTo>
                    <a:pt x="670" y="1839"/>
                    <a:pt x="505" y="2157"/>
                    <a:pt x="385" y="2486"/>
                  </a:cubicBezTo>
                  <a:cubicBezTo>
                    <a:pt x="242" y="2880"/>
                    <a:pt x="165" y="3297"/>
                    <a:pt x="110" y="3703"/>
                  </a:cubicBezTo>
                  <a:cubicBezTo>
                    <a:pt x="0" y="4580"/>
                    <a:pt x="22" y="5479"/>
                    <a:pt x="99" y="6356"/>
                  </a:cubicBezTo>
                  <a:cubicBezTo>
                    <a:pt x="143" y="6784"/>
                    <a:pt x="209" y="7212"/>
                    <a:pt x="307" y="7639"/>
                  </a:cubicBezTo>
                  <a:cubicBezTo>
                    <a:pt x="406" y="8012"/>
                    <a:pt x="527" y="8406"/>
                    <a:pt x="735" y="8747"/>
                  </a:cubicBezTo>
                  <a:cubicBezTo>
                    <a:pt x="1141" y="9415"/>
                    <a:pt x="1810" y="9853"/>
                    <a:pt x="2533" y="10128"/>
                  </a:cubicBezTo>
                  <a:cubicBezTo>
                    <a:pt x="2539" y="10131"/>
                    <a:pt x="2544" y="10132"/>
                    <a:pt x="2548" y="10132"/>
                  </a:cubicBezTo>
                  <a:cubicBezTo>
                    <a:pt x="2582" y="10132"/>
                    <a:pt x="2594" y="10070"/>
                    <a:pt x="2555" y="10051"/>
                  </a:cubicBezTo>
                  <a:cubicBezTo>
                    <a:pt x="1919" y="9810"/>
                    <a:pt x="1305" y="9426"/>
                    <a:pt x="911" y="8867"/>
                  </a:cubicBezTo>
                  <a:cubicBezTo>
                    <a:pt x="691" y="8549"/>
                    <a:pt x="560" y="8198"/>
                    <a:pt x="450" y="7848"/>
                  </a:cubicBezTo>
                  <a:cubicBezTo>
                    <a:pt x="329" y="7441"/>
                    <a:pt x="253" y="7014"/>
                    <a:pt x="209" y="6598"/>
                  </a:cubicBezTo>
                  <a:cubicBezTo>
                    <a:pt x="110" y="5764"/>
                    <a:pt x="88" y="4898"/>
                    <a:pt x="154" y="4054"/>
                  </a:cubicBezTo>
                  <a:cubicBezTo>
                    <a:pt x="187" y="3615"/>
                    <a:pt x="263" y="3187"/>
                    <a:pt x="373" y="2771"/>
                  </a:cubicBezTo>
                  <a:cubicBezTo>
                    <a:pt x="472" y="2442"/>
                    <a:pt x="614" y="2124"/>
                    <a:pt x="779" y="1817"/>
                  </a:cubicBezTo>
                  <a:cubicBezTo>
                    <a:pt x="987" y="1467"/>
                    <a:pt x="1228" y="1126"/>
                    <a:pt x="1503" y="819"/>
                  </a:cubicBezTo>
                  <a:cubicBezTo>
                    <a:pt x="1755" y="534"/>
                    <a:pt x="2051" y="271"/>
                    <a:pt x="2390" y="74"/>
                  </a:cubicBezTo>
                  <a:cubicBezTo>
                    <a:pt x="2427" y="56"/>
                    <a:pt x="2403" y="0"/>
                    <a:pt x="2369" y="0"/>
                  </a:cubicBezTo>
                  <a:close/>
                </a:path>
              </a:pathLst>
            </a:custGeom>
            <a:solidFill>
              <a:srgbClr val="52AFC8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6"/>
            <p:cNvSpPr/>
            <p:nvPr/>
          </p:nvSpPr>
          <p:spPr>
            <a:xfrm>
              <a:off x="3721225" y="3116450"/>
              <a:ext cx="8925" cy="252125"/>
            </a:xfrm>
            <a:custGeom>
              <a:rect b="b" l="l" r="r" t="t"/>
              <a:pathLst>
                <a:path extrusionOk="0" h="10085" w="357">
                  <a:moveTo>
                    <a:pt x="143" y="1"/>
                  </a:moveTo>
                  <a:cubicBezTo>
                    <a:pt x="121" y="1"/>
                    <a:pt x="99" y="15"/>
                    <a:pt x="99" y="42"/>
                  </a:cubicBezTo>
                  <a:cubicBezTo>
                    <a:pt x="33" y="1336"/>
                    <a:pt x="0" y="2640"/>
                    <a:pt x="0" y="3934"/>
                  </a:cubicBezTo>
                  <a:cubicBezTo>
                    <a:pt x="0" y="5250"/>
                    <a:pt x="33" y="6565"/>
                    <a:pt x="110" y="7881"/>
                  </a:cubicBezTo>
                  <a:cubicBezTo>
                    <a:pt x="154" y="8605"/>
                    <a:pt x="208" y="9328"/>
                    <a:pt x="274" y="10052"/>
                  </a:cubicBezTo>
                  <a:cubicBezTo>
                    <a:pt x="274" y="10074"/>
                    <a:pt x="296" y="10085"/>
                    <a:pt x="317" y="10085"/>
                  </a:cubicBezTo>
                  <a:cubicBezTo>
                    <a:pt x="337" y="10085"/>
                    <a:pt x="357" y="10074"/>
                    <a:pt x="351" y="10052"/>
                  </a:cubicBezTo>
                  <a:cubicBezTo>
                    <a:pt x="230" y="8758"/>
                    <a:pt x="154" y="7464"/>
                    <a:pt x="110" y="6160"/>
                  </a:cubicBezTo>
                  <a:cubicBezTo>
                    <a:pt x="77" y="4844"/>
                    <a:pt x="77" y="3529"/>
                    <a:pt x="99" y="2213"/>
                  </a:cubicBezTo>
                  <a:cubicBezTo>
                    <a:pt x="121" y="1489"/>
                    <a:pt x="143" y="766"/>
                    <a:pt x="186" y="42"/>
                  </a:cubicBezTo>
                  <a:cubicBezTo>
                    <a:pt x="186" y="15"/>
                    <a:pt x="164" y="1"/>
                    <a:pt x="143" y="1"/>
                  </a:cubicBezTo>
                  <a:close/>
                </a:path>
              </a:pathLst>
            </a:custGeom>
            <a:solidFill>
              <a:srgbClr val="52AFC8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6"/>
            <p:cNvSpPr/>
            <p:nvPr/>
          </p:nvSpPr>
          <p:spPr>
            <a:xfrm>
              <a:off x="3724325" y="3116375"/>
              <a:ext cx="72025" cy="253275"/>
            </a:xfrm>
            <a:custGeom>
              <a:rect b="b" l="l" r="r" t="t"/>
              <a:pathLst>
                <a:path extrusionOk="0" h="10131" w="2881">
                  <a:moveTo>
                    <a:pt x="63" y="0"/>
                  </a:moveTo>
                  <a:cubicBezTo>
                    <a:pt x="16" y="0"/>
                    <a:pt x="0" y="69"/>
                    <a:pt x="52" y="89"/>
                  </a:cubicBezTo>
                  <a:cubicBezTo>
                    <a:pt x="688" y="352"/>
                    <a:pt x="1246" y="791"/>
                    <a:pt x="1653" y="1350"/>
                  </a:cubicBezTo>
                  <a:cubicBezTo>
                    <a:pt x="2080" y="1931"/>
                    <a:pt x="2354" y="2599"/>
                    <a:pt x="2530" y="3291"/>
                  </a:cubicBezTo>
                  <a:cubicBezTo>
                    <a:pt x="2716" y="4069"/>
                    <a:pt x="2793" y="4902"/>
                    <a:pt x="2716" y="5691"/>
                  </a:cubicBezTo>
                  <a:cubicBezTo>
                    <a:pt x="2650" y="6503"/>
                    <a:pt x="2387" y="7281"/>
                    <a:pt x="1981" y="7994"/>
                  </a:cubicBezTo>
                  <a:cubicBezTo>
                    <a:pt x="1521" y="8794"/>
                    <a:pt x="896" y="9496"/>
                    <a:pt x="161" y="10066"/>
                  </a:cubicBezTo>
                  <a:cubicBezTo>
                    <a:pt x="127" y="10092"/>
                    <a:pt x="160" y="10131"/>
                    <a:pt x="191" y="10131"/>
                  </a:cubicBezTo>
                  <a:cubicBezTo>
                    <a:pt x="200" y="10131"/>
                    <a:pt x="209" y="10128"/>
                    <a:pt x="216" y="10121"/>
                  </a:cubicBezTo>
                  <a:cubicBezTo>
                    <a:pt x="874" y="9606"/>
                    <a:pt x="1455" y="8980"/>
                    <a:pt x="1904" y="8279"/>
                  </a:cubicBezTo>
                  <a:cubicBezTo>
                    <a:pt x="2343" y="7577"/>
                    <a:pt x="2650" y="6788"/>
                    <a:pt x="2771" y="5966"/>
                  </a:cubicBezTo>
                  <a:cubicBezTo>
                    <a:pt x="2881" y="5165"/>
                    <a:pt x="2825" y="4310"/>
                    <a:pt x="2661" y="3520"/>
                  </a:cubicBezTo>
                  <a:cubicBezTo>
                    <a:pt x="2508" y="2797"/>
                    <a:pt x="2255" y="2085"/>
                    <a:pt x="1839" y="1471"/>
                  </a:cubicBezTo>
                  <a:cubicBezTo>
                    <a:pt x="1455" y="900"/>
                    <a:pt x="929" y="418"/>
                    <a:pt x="304" y="111"/>
                  </a:cubicBezTo>
                  <a:cubicBezTo>
                    <a:pt x="227" y="78"/>
                    <a:pt x="150" y="34"/>
                    <a:pt x="74" y="1"/>
                  </a:cubicBezTo>
                  <a:cubicBezTo>
                    <a:pt x="70" y="1"/>
                    <a:pt x="66" y="0"/>
                    <a:pt x="63" y="0"/>
                  </a:cubicBezTo>
                  <a:close/>
                </a:path>
              </a:pathLst>
            </a:custGeom>
            <a:solidFill>
              <a:srgbClr val="52AFC8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6"/>
            <p:cNvSpPr/>
            <p:nvPr/>
          </p:nvSpPr>
          <p:spPr>
            <a:xfrm>
              <a:off x="3724500" y="3116400"/>
              <a:ext cx="107475" cy="253300"/>
            </a:xfrm>
            <a:custGeom>
              <a:rect b="b" l="l" r="r" t="t"/>
              <a:pathLst>
                <a:path extrusionOk="0" h="10132" w="4299">
                  <a:moveTo>
                    <a:pt x="55" y="0"/>
                  </a:moveTo>
                  <a:cubicBezTo>
                    <a:pt x="1" y="0"/>
                    <a:pt x="1" y="88"/>
                    <a:pt x="55" y="88"/>
                  </a:cubicBezTo>
                  <a:cubicBezTo>
                    <a:pt x="440" y="88"/>
                    <a:pt x="823" y="186"/>
                    <a:pt x="1174" y="329"/>
                  </a:cubicBezTo>
                  <a:cubicBezTo>
                    <a:pt x="1580" y="483"/>
                    <a:pt x="1974" y="702"/>
                    <a:pt x="2325" y="954"/>
                  </a:cubicBezTo>
                  <a:cubicBezTo>
                    <a:pt x="2665" y="1185"/>
                    <a:pt x="2994" y="1470"/>
                    <a:pt x="3257" y="1787"/>
                  </a:cubicBezTo>
                  <a:cubicBezTo>
                    <a:pt x="3542" y="2138"/>
                    <a:pt x="3739" y="2555"/>
                    <a:pt x="3871" y="2983"/>
                  </a:cubicBezTo>
                  <a:cubicBezTo>
                    <a:pt x="4189" y="3947"/>
                    <a:pt x="4200" y="5010"/>
                    <a:pt x="4024" y="6009"/>
                  </a:cubicBezTo>
                  <a:cubicBezTo>
                    <a:pt x="3860" y="6962"/>
                    <a:pt x="3498" y="7960"/>
                    <a:pt x="2840" y="8684"/>
                  </a:cubicBezTo>
                  <a:cubicBezTo>
                    <a:pt x="2238" y="9352"/>
                    <a:pt x="1382" y="9824"/>
                    <a:pt x="505" y="10010"/>
                  </a:cubicBezTo>
                  <a:cubicBezTo>
                    <a:pt x="396" y="10021"/>
                    <a:pt x="297" y="10043"/>
                    <a:pt x="187" y="10054"/>
                  </a:cubicBezTo>
                  <a:cubicBezTo>
                    <a:pt x="136" y="10054"/>
                    <a:pt x="133" y="10132"/>
                    <a:pt x="178" y="10132"/>
                  </a:cubicBezTo>
                  <a:cubicBezTo>
                    <a:pt x="181" y="10132"/>
                    <a:pt x="184" y="10132"/>
                    <a:pt x="187" y="10131"/>
                  </a:cubicBezTo>
                  <a:cubicBezTo>
                    <a:pt x="1086" y="10043"/>
                    <a:pt x="1985" y="9605"/>
                    <a:pt x="2654" y="8991"/>
                  </a:cubicBezTo>
                  <a:cubicBezTo>
                    <a:pt x="3388" y="8322"/>
                    <a:pt x="3805" y="7357"/>
                    <a:pt x="4024" y="6403"/>
                  </a:cubicBezTo>
                  <a:cubicBezTo>
                    <a:pt x="4255" y="5405"/>
                    <a:pt x="4299" y="4331"/>
                    <a:pt x="4058" y="3322"/>
                  </a:cubicBezTo>
                  <a:cubicBezTo>
                    <a:pt x="3937" y="2851"/>
                    <a:pt x="3761" y="2369"/>
                    <a:pt x="3487" y="1974"/>
                  </a:cubicBezTo>
                  <a:cubicBezTo>
                    <a:pt x="3257" y="1634"/>
                    <a:pt x="2961" y="1338"/>
                    <a:pt x="2643" y="1085"/>
                  </a:cubicBezTo>
                  <a:cubicBezTo>
                    <a:pt x="2292" y="812"/>
                    <a:pt x="1909" y="571"/>
                    <a:pt x="1503" y="373"/>
                  </a:cubicBezTo>
                  <a:cubicBezTo>
                    <a:pt x="1130" y="208"/>
                    <a:pt x="735" y="66"/>
                    <a:pt x="330" y="22"/>
                  </a:cubicBezTo>
                  <a:cubicBezTo>
                    <a:pt x="231" y="11"/>
                    <a:pt x="143" y="0"/>
                    <a:pt x="55" y="0"/>
                  </a:cubicBezTo>
                  <a:close/>
                </a:path>
              </a:pathLst>
            </a:custGeom>
            <a:solidFill>
              <a:srgbClr val="52AFC8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6"/>
            <p:cNvSpPr/>
            <p:nvPr/>
          </p:nvSpPr>
          <p:spPr>
            <a:xfrm>
              <a:off x="3601975" y="3246875"/>
              <a:ext cx="253025" cy="1925"/>
            </a:xfrm>
            <a:custGeom>
              <a:rect b="b" l="l" r="r" t="t"/>
              <a:pathLst>
                <a:path extrusionOk="0" h="77" w="10121">
                  <a:moveTo>
                    <a:pt x="45" y="0"/>
                  </a:moveTo>
                  <a:cubicBezTo>
                    <a:pt x="1" y="0"/>
                    <a:pt x="1" y="77"/>
                    <a:pt x="45" y="77"/>
                  </a:cubicBezTo>
                  <a:lnTo>
                    <a:pt x="10066" y="77"/>
                  </a:lnTo>
                  <a:cubicBezTo>
                    <a:pt x="10121" y="77"/>
                    <a:pt x="10121" y="0"/>
                    <a:pt x="10066" y="0"/>
                  </a:cubicBezTo>
                  <a:close/>
                </a:path>
              </a:pathLst>
            </a:custGeom>
            <a:solidFill>
              <a:srgbClr val="52AFC8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6"/>
            <p:cNvSpPr/>
            <p:nvPr/>
          </p:nvSpPr>
          <p:spPr>
            <a:xfrm>
              <a:off x="3621175" y="3175750"/>
              <a:ext cx="212450" cy="2175"/>
            </a:xfrm>
            <a:custGeom>
              <a:rect b="b" l="l" r="r" t="t"/>
              <a:pathLst>
                <a:path extrusionOk="0" h="87" w="8498">
                  <a:moveTo>
                    <a:pt x="176" y="0"/>
                  </a:moveTo>
                  <a:cubicBezTo>
                    <a:pt x="139" y="0"/>
                    <a:pt x="103" y="2"/>
                    <a:pt x="66" y="5"/>
                  </a:cubicBezTo>
                  <a:lnTo>
                    <a:pt x="55" y="5"/>
                  </a:lnTo>
                  <a:cubicBezTo>
                    <a:pt x="0" y="5"/>
                    <a:pt x="0" y="82"/>
                    <a:pt x="55" y="82"/>
                  </a:cubicBezTo>
                  <a:lnTo>
                    <a:pt x="8103" y="82"/>
                  </a:lnTo>
                  <a:cubicBezTo>
                    <a:pt x="8176" y="82"/>
                    <a:pt x="8249" y="87"/>
                    <a:pt x="8322" y="87"/>
                  </a:cubicBezTo>
                  <a:cubicBezTo>
                    <a:pt x="8359" y="87"/>
                    <a:pt x="8395" y="86"/>
                    <a:pt x="8432" y="82"/>
                  </a:cubicBezTo>
                  <a:lnTo>
                    <a:pt x="8442" y="82"/>
                  </a:lnTo>
                  <a:cubicBezTo>
                    <a:pt x="8498" y="82"/>
                    <a:pt x="8498" y="5"/>
                    <a:pt x="8442" y="5"/>
                  </a:cubicBezTo>
                  <a:lnTo>
                    <a:pt x="395" y="5"/>
                  </a:lnTo>
                  <a:cubicBezTo>
                    <a:pt x="322" y="5"/>
                    <a:pt x="249" y="0"/>
                    <a:pt x="176" y="0"/>
                  </a:cubicBezTo>
                  <a:close/>
                </a:path>
              </a:pathLst>
            </a:custGeom>
            <a:solidFill>
              <a:srgbClr val="52AFC8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>
              <a:off x="3629675" y="3317850"/>
              <a:ext cx="196275" cy="2225"/>
            </a:xfrm>
            <a:custGeom>
              <a:rect b="b" l="l" r="r" t="t"/>
              <a:pathLst>
                <a:path extrusionOk="0" h="89" w="7851">
                  <a:moveTo>
                    <a:pt x="44" y="0"/>
                  </a:moveTo>
                  <a:cubicBezTo>
                    <a:pt x="1" y="0"/>
                    <a:pt x="1" y="88"/>
                    <a:pt x="44" y="88"/>
                  </a:cubicBezTo>
                  <a:lnTo>
                    <a:pt x="7795" y="88"/>
                  </a:lnTo>
                  <a:cubicBezTo>
                    <a:pt x="7851" y="88"/>
                    <a:pt x="7851" y="0"/>
                    <a:pt x="7795" y="0"/>
                  </a:cubicBezTo>
                  <a:close/>
                </a:path>
              </a:pathLst>
            </a:custGeom>
            <a:solidFill>
              <a:srgbClr val="52AFC8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3" name="Google Shape;103;p6"/>
          <p:cNvGrpSpPr/>
          <p:nvPr/>
        </p:nvGrpSpPr>
        <p:grpSpPr>
          <a:xfrm>
            <a:off x="265001" y="4781610"/>
            <a:ext cx="210596" cy="210596"/>
            <a:chOff x="777346" y="3496226"/>
            <a:chExt cx="356700" cy="356700"/>
          </a:xfrm>
        </p:grpSpPr>
        <p:sp>
          <p:nvSpPr>
            <p:cNvPr id="104" name="Google Shape;104;p6">
              <a:hlinkClick action="ppaction://hlinkshowjump?jump=nextslide"/>
            </p:cNvPr>
            <p:cNvSpPr/>
            <p:nvPr/>
          </p:nvSpPr>
          <p:spPr>
            <a:xfrm>
              <a:off x="777346" y="3496226"/>
              <a:ext cx="356700" cy="3567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rgbClr val="52AFC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5" name="Google Shape;105;p6"/>
            <p:cNvGrpSpPr/>
            <p:nvPr/>
          </p:nvGrpSpPr>
          <p:grpSpPr>
            <a:xfrm>
              <a:off x="831727" y="3588720"/>
              <a:ext cx="247883" cy="171668"/>
              <a:chOff x="-797260" y="3184175"/>
              <a:chExt cx="502500" cy="348000"/>
            </a:xfrm>
          </p:grpSpPr>
          <p:cxnSp>
            <p:nvCxnSpPr>
              <p:cNvPr id="106" name="Google Shape;106;p6"/>
              <p:cNvCxnSpPr/>
              <p:nvPr/>
            </p:nvCxnSpPr>
            <p:spPr>
              <a:xfrm>
                <a:off x="-797260" y="3361225"/>
                <a:ext cx="502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52AFC8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7" name="Google Shape;107;p6"/>
              <p:cNvCxnSpPr/>
              <p:nvPr/>
            </p:nvCxnSpPr>
            <p:spPr>
              <a:xfrm>
                <a:off x="-471875" y="3184175"/>
                <a:ext cx="174000" cy="174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52AFC8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8" name="Google Shape;108;p6"/>
              <p:cNvCxnSpPr/>
              <p:nvPr/>
            </p:nvCxnSpPr>
            <p:spPr>
              <a:xfrm flipH="1" rot="10800000">
                <a:off x="-471875" y="3358175"/>
                <a:ext cx="174000" cy="174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52AFC8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rgbClr val="7BB930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7"/>
          <p:cNvSpPr/>
          <p:nvPr/>
        </p:nvSpPr>
        <p:spPr>
          <a:xfrm flipH="1" rot="-8387282">
            <a:off x="-19816" y="3600341"/>
            <a:ext cx="4195327" cy="2007190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accent6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111" name="Google Shape;111;p7"/>
          <p:cNvSpPr/>
          <p:nvPr/>
        </p:nvSpPr>
        <p:spPr>
          <a:xfrm>
            <a:off x="1303950" y="-1420975"/>
            <a:ext cx="3899475" cy="1866000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accent6"/>
            </a:solidFill>
            <a:prstDash val="lgDash"/>
            <a:round/>
            <a:headEnd len="med" w="med" type="none"/>
            <a:tailEnd len="med" w="med" type="none"/>
          </a:ln>
        </p:spPr>
      </p:sp>
      <p:grpSp>
        <p:nvGrpSpPr>
          <p:cNvPr id="112" name="Google Shape;112;p7"/>
          <p:cNvGrpSpPr/>
          <p:nvPr/>
        </p:nvGrpSpPr>
        <p:grpSpPr>
          <a:xfrm>
            <a:off x="140920" y="285789"/>
            <a:ext cx="305816" cy="438180"/>
            <a:chOff x="8555949" y="806163"/>
            <a:chExt cx="416587" cy="596813"/>
          </a:xfrm>
        </p:grpSpPr>
        <p:sp>
          <p:nvSpPr>
            <p:cNvPr id="113" name="Google Shape;113;p7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7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7"/>
            <p:cNvSpPr/>
            <p:nvPr/>
          </p:nvSpPr>
          <p:spPr>
            <a:xfrm>
              <a:off x="8879236" y="806163"/>
              <a:ext cx="93300" cy="93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7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7" name="Google Shape;117;p7"/>
          <p:cNvGrpSpPr/>
          <p:nvPr/>
        </p:nvGrpSpPr>
        <p:grpSpPr>
          <a:xfrm rot="5400000">
            <a:off x="428737" y="4305600"/>
            <a:ext cx="568987" cy="596813"/>
            <a:chOff x="8555949" y="806163"/>
            <a:chExt cx="568987" cy="596813"/>
          </a:xfrm>
        </p:grpSpPr>
        <p:sp>
          <p:nvSpPr>
            <p:cNvPr id="118" name="Google Shape;118;p7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7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rgbClr val="7BB93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7"/>
            <p:cNvSpPr/>
            <p:nvPr/>
          </p:nvSpPr>
          <p:spPr>
            <a:xfrm>
              <a:off x="9031636" y="806163"/>
              <a:ext cx="93300" cy="93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7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2" name="Google Shape;122;p7"/>
          <p:cNvSpPr txBox="1"/>
          <p:nvPr>
            <p:ph type="title"/>
          </p:nvPr>
        </p:nvSpPr>
        <p:spPr>
          <a:xfrm>
            <a:off x="720000" y="445025"/>
            <a:ext cx="429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3" name="Google Shape;123;p7"/>
          <p:cNvSpPr txBox="1"/>
          <p:nvPr>
            <p:ph idx="1" type="subTitle"/>
          </p:nvPr>
        </p:nvSpPr>
        <p:spPr>
          <a:xfrm>
            <a:off x="720000" y="1543050"/>
            <a:ext cx="4294800" cy="280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Light"/>
              <a:buChar char="●"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Light"/>
              <a:buChar char="○"/>
              <a:defRPr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Light"/>
              <a:buChar char="■"/>
              <a:defRPr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Light"/>
              <a:buChar char="●"/>
              <a:defRPr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Light"/>
              <a:buChar char="○"/>
              <a:defRPr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Light"/>
              <a:buChar char="■"/>
              <a:defRPr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Light"/>
              <a:buChar char="●"/>
              <a:defRPr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Light"/>
              <a:buChar char="○"/>
              <a:defRPr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Font typeface="Nunito Light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4" name="Google Shape;124;p7"/>
          <p:cNvSpPr/>
          <p:nvPr/>
        </p:nvSpPr>
        <p:spPr>
          <a:xfrm>
            <a:off x="5203425" y="-35875"/>
            <a:ext cx="3940500" cy="52131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7150" rotWithShape="0" algn="bl" dir="4200000" dist="114300">
              <a:schemeClr val="dk1">
                <a:alpha val="1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7"/>
          <p:cNvSpPr/>
          <p:nvPr/>
        </p:nvSpPr>
        <p:spPr>
          <a:xfrm rot="10799680">
            <a:off x="5203429" y="2263211"/>
            <a:ext cx="4195445" cy="2007256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rgbClr val="7BB930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126" name="Google Shape;126;p7"/>
          <p:cNvSpPr/>
          <p:nvPr/>
        </p:nvSpPr>
        <p:spPr>
          <a:xfrm>
            <a:off x="6154900" y="-164900"/>
            <a:ext cx="3899475" cy="1866000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rgbClr val="7BB930"/>
            </a:solidFill>
            <a:prstDash val="lgDash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8"/>
          <p:cNvSpPr txBox="1"/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9"/>
          <p:cNvSpPr txBox="1"/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1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31" name="Google Shape;131;p9"/>
          <p:cNvSpPr txBox="1"/>
          <p:nvPr>
            <p:ph idx="1" type="subTitle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0"/>
          <p:cNvSpPr txBox="1"/>
          <p:nvPr>
            <p:ph type="title"/>
          </p:nvPr>
        </p:nvSpPr>
        <p:spPr>
          <a:xfrm>
            <a:off x="720000" y="539500"/>
            <a:ext cx="4508100" cy="133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rgbClr val="7BB930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1"/>
          <p:cNvSpPr/>
          <p:nvPr/>
        </p:nvSpPr>
        <p:spPr>
          <a:xfrm rot="7802080">
            <a:off x="5238753" y="3613646"/>
            <a:ext cx="4195605" cy="2007300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1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136" name="Google Shape;136;p11"/>
          <p:cNvSpPr/>
          <p:nvPr/>
        </p:nvSpPr>
        <p:spPr>
          <a:xfrm>
            <a:off x="6595800" y="-501775"/>
            <a:ext cx="3899475" cy="1866000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1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137" name="Google Shape;137;p11"/>
          <p:cNvSpPr/>
          <p:nvPr/>
        </p:nvSpPr>
        <p:spPr>
          <a:xfrm>
            <a:off x="-442575" y="320525"/>
            <a:ext cx="964387" cy="1748853"/>
          </a:xfrm>
          <a:custGeom>
            <a:rect b="b" l="l" r="r" t="t"/>
            <a:pathLst>
              <a:path extrusionOk="0" h="44975" w="24801">
                <a:moveTo>
                  <a:pt x="0" y="0"/>
                </a:moveTo>
                <a:cubicBezTo>
                  <a:pt x="9939" y="2840"/>
                  <a:pt x="22701" y="8942"/>
                  <a:pt x="24402" y="19138"/>
                </a:cubicBezTo>
                <a:cubicBezTo>
                  <a:pt x="25999" y="28707"/>
                  <a:pt x="19683" y="40640"/>
                  <a:pt x="11004" y="44975"/>
                </a:cubicBezTo>
              </a:path>
            </a:pathLst>
          </a:custGeom>
          <a:noFill/>
          <a:ln cap="flat" cmpd="sng" w="9525">
            <a:solidFill>
              <a:schemeClr val="lt1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138" name="Google Shape;138;p11"/>
          <p:cNvSpPr/>
          <p:nvPr/>
        </p:nvSpPr>
        <p:spPr>
          <a:xfrm rot="-2700000">
            <a:off x="2523063" y="-602314"/>
            <a:ext cx="1119389" cy="1104828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1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139" name="Google Shape;139;p11"/>
          <p:cNvSpPr/>
          <p:nvPr/>
        </p:nvSpPr>
        <p:spPr>
          <a:xfrm rot="10799680">
            <a:off x="-130646" y="4479036"/>
            <a:ext cx="4195445" cy="2007256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1"/>
            </a:solidFill>
            <a:prstDash val="lgDash"/>
            <a:round/>
            <a:headEnd len="med" w="med" type="none"/>
            <a:tailEnd len="med" w="med" type="none"/>
          </a:ln>
        </p:spPr>
      </p:sp>
      <p:grpSp>
        <p:nvGrpSpPr>
          <p:cNvPr id="140" name="Google Shape;140;p11"/>
          <p:cNvGrpSpPr/>
          <p:nvPr/>
        </p:nvGrpSpPr>
        <p:grpSpPr>
          <a:xfrm>
            <a:off x="8144346" y="4178365"/>
            <a:ext cx="572857" cy="573064"/>
            <a:chOff x="3601725" y="3116375"/>
            <a:chExt cx="253275" cy="253400"/>
          </a:xfrm>
        </p:grpSpPr>
        <p:sp>
          <p:nvSpPr>
            <p:cNvPr id="141" name="Google Shape;141;p11"/>
            <p:cNvSpPr/>
            <p:nvPr/>
          </p:nvSpPr>
          <p:spPr>
            <a:xfrm>
              <a:off x="3601725" y="3116650"/>
              <a:ext cx="251900" cy="252200"/>
            </a:xfrm>
            <a:custGeom>
              <a:rect b="b" l="l" r="r" t="t"/>
              <a:pathLst>
                <a:path extrusionOk="0" h="10088" w="10076">
                  <a:moveTo>
                    <a:pt x="5044" y="1"/>
                  </a:moveTo>
                  <a:cubicBezTo>
                    <a:pt x="2259" y="1"/>
                    <a:pt x="0" y="2259"/>
                    <a:pt x="0" y="5044"/>
                  </a:cubicBezTo>
                  <a:cubicBezTo>
                    <a:pt x="0" y="7829"/>
                    <a:pt x="2259" y="10088"/>
                    <a:pt x="5044" y="10088"/>
                  </a:cubicBezTo>
                  <a:cubicBezTo>
                    <a:pt x="7817" y="10088"/>
                    <a:pt x="10076" y="7829"/>
                    <a:pt x="10076" y="5044"/>
                  </a:cubicBezTo>
                  <a:cubicBezTo>
                    <a:pt x="10076" y="2259"/>
                    <a:pt x="7817" y="1"/>
                    <a:pt x="5044" y="1"/>
                  </a:cubicBezTo>
                  <a:close/>
                </a:path>
              </a:pathLst>
            </a:custGeom>
            <a:solidFill>
              <a:srgbClr val="7BB930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11"/>
            <p:cNvSpPr/>
            <p:nvPr/>
          </p:nvSpPr>
          <p:spPr>
            <a:xfrm>
              <a:off x="3623650" y="3116400"/>
              <a:ext cx="105275" cy="252200"/>
            </a:xfrm>
            <a:custGeom>
              <a:rect b="b" l="l" r="r" t="t"/>
              <a:pathLst>
                <a:path extrusionOk="0" h="10088" w="4211">
                  <a:moveTo>
                    <a:pt x="4046" y="0"/>
                  </a:moveTo>
                  <a:cubicBezTo>
                    <a:pt x="3180" y="88"/>
                    <a:pt x="2368" y="406"/>
                    <a:pt x="1721" y="976"/>
                  </a:cubicBezTo>
                  <a:cubicBezTo>
                    <a:pt x="1184" y="1448"/>
                    <a:pt x="768" y="2050"/>
                    <a:pt x="493" y="2708"/>
                  </a:cubicBezTo>
                  <a:cubicBezTo>
                    <a:pt x="77" y="3706"/>
                    <a:pt x="0" y="4813"/>
                    <a:pt x="164" y="5877"/>
                  </a:cubicBezTo>
                  <a:cubicBezTo>
                    <a:pt x="329" y="6886"/>
                    <a:pt x="691" y="7872"/>
                    <a:pt x="1348" y="8662"/>
                  </a:cubicBezTo>
                  <a:cubicBezTo>
                    <a:pt x="1962" y="9407"/>
                    <a:pt x="2839" y="9956"/>
                    <a:pt x="3804" y="10065"/>
                  </a:cubicBezTo>
                  <a:cubicBezTo>
                    <a:pt x="3925" y="10087"/>
                    <a:pt x="4046" y="10087"/>
                    <a:pt x="4167" y="10087"/>
                  </a:cubicBezTo>
                  <a:cubicBezTo>
                    <a:pt x="4210" y="10087"/>
                    <a:pt x="4210" y="10010"/>
                    <a:pt x="4167" y="10010"/>
                  </a:cubicBezTo>
                  <a:cubicBezTo>
                    <a:pt x="3202" y="9999"/>
                    <a:pt x="2291" y="9539"/>
                    <a:pt x="1623" y="8859"/>
                  </a:cubicBezTo>
                  <a:cubicBezTo>
                    <a:pt x="932" y="8136"/>
                    <a:pt x="515" y="7181"/>
                    <a:pt x="307" y="6206"/>
                  </a:cubicBezTo>
                  <a:cubicBezTo>
                    <a:pt x="99" y="5186"/>
                    <a:pt x="110" y="4111"/>
                    <a:pt x="427" y="3114"/>
                  </a:cubicBezTo>
                  <a:cubicBezTo>
                    <a:pt x="658" y="2423"/>
                    <a:pt x="1041" y="1765"/>
                    <a:pt x="1557" y="1239"/>
                  </a:cubicBezTo>
                  <a:cubicBezTo>
                    <a:pt x="2127" y="658"/>
                    <a:pt x="2873" y="274"/>
                    <a:pt x="3673" y="132"/>
                  </a:cubicBezTo>
                  <a:cubicBezTo>
                    <a:pt x="3794" y="110"/>
                    <a:pt x="3925" y="99"/>
                    <a:pt x="4046" y="88"/>
                  </a:cubicBezTo>
                  <a:cubicBezTo>
                    <a:pt x="4101" y="77"/>
                    <a:pt x="4101" y="0"/>
                    <a:pt x="4046" y="0"/>
                  </a:cubicBezTo>
                  <a:close/>
                </a:path>
              </a:pathLst>
            </a:custGeom>
            <a:solidFill>
              <a:srgbClr val="7BB930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11"/>
            <p:cNvSpPr/>
            <p:nvPr/>
          </p:nvSpPr>
          <p:spPr>
            <a:xfrm>
              <a:off x="3665575" y="3116475"/>
              <a:ext cx="64850" cy="253300"/>
            </a:xfrm>
            <a:custGeom>
              <a:rect b="b" l="l" r="r" t="t"/>
              <a:pathLst>
                <a:path extrusionOk="0" h="10132" w="2594">
                  <a:moveTo>
                    <a:pt x="2369" y="0"/>
                  </a:moveTo>
                  <a:cubicBezTo>
                    <a:pt x="2362" y="0"/>
                    <a:pt x="2354" y="2"/>
                    <a:pt x="2347" y="8"/>
                  </a:cubicBezTo>
                  <a:cubicBezTo>
                    <a:pt x="1733" y="359"/>
                    <a:pt x="1240" y="940"/>
                    <a:pt x="856" y="1543"/>
                  </a:cubicBezTo>
                  <a:cubicBezTo>
                    <a:pt x="670" y="1839"/>
                    <a:pt x="505" y="2157"/>
                    <a:pt x="385" y="2486"/>
                  </a:cubicBezTo>
                  <a:cubicBezTo>
                    <a:pt x="242" y="2880"/>
                    <a:pt x="165" y="3297"/>
                    <a:pt x="110" y="3703"/>
                  </a:cubicBezTo>
                  <a:cubicBezTo>
                    <a:pt x="0" y="4580"/>
                    <a:pt x="22" y="5479"/>
                    <a:pt x="99" y="6356"/>
                  </a:cubicBezTo>
                  <a:cubicBezTo>
                    <a:pt x="143" y="6784"/>
                    <a:pt x="209" y="7212"/>
                    <a:pt x="307" y="7639"/>
                  </a:cubicBezTo>
                  <a:cubicBezTo>
                    <a:pt x="406" y="8012"/>
                    <a:pt x="527" y="8406"/>
                    <a:pt x="735" y="8747"/>
                  </a:cubicBezTo>
                  <a:cubicBezTo>
                    <a:pt x="1141" y="9415"/>
                    <a:pt x="1810" y="9853"/>
                    <a:pt x="2533" y="10128"/>
                  </a:cubicBezTo>
                  <a:cubicBezTo>
                    <a:pt x="2539" y="10131"/>
                    <a:pt x="2544" y="10132"/>
                    <a:pt x="2548" y="10132"/>
                  </a:cubicBezTo>
                  <a:cubicBezTo>
                    <a:pt x="2582" y="10132"/>
                    <a:pt x="2594" y="10070"/>
                    <a:pt x="2555" y="10051"/>
                  </a:cubicBezTo>
                  <a:cubicBezTo>
                    <a:pt x="1919" y="9810"/>
                    <a:pt x="1305" y="9426"/>
                    <a:pt x="911" y="8867"/>
                  </a:cubicBezTo>
                  <a:cubicBezTo>
                    <a:pt x="691" y="8549"/>
                    <a:pt x="560" y="8198"/>
                    <a:pt x="450" y="7848"/>
                  </a:cubicBezTo>
                  <a:cubicBezTo>
                    <a:pt x="329" y="7441"/>
                    <a:pt x="253" y="7014"/>
                    <a:pt x="209" y="6598"/>
                  </a:cubicBezTo>
                  <a:cubicBezTo>
                    <a:pt x="110" y="5764"/>
                    <a:pt x="88" y="4898"/>
                    <a:pt x="154" y="4054"/>
                  </a:cubicBezTo>
                  <a:cubicBezTo>
                    <a:pt x="187" y="3615"/>
                    <a:pt x="263" y="3187"/>
                    <a:pt x="373" y="2771"/>
                  </a:cubicBezTo>
                  <a:cubicBezTo>
                    <a:pt x="472" y="2442"/>
                    <a:pt x="614" y="2124"/>
                    <a:pt x="779" y="1817"/>
                  </a:cubicBezTo>
                  <a:cubicBezTo>
                    <a:pt x="987" y="1467"/>
                    <a:pt x="1228" y="1126"/>
                    <a:pt x="1503" y="819"/>
                  </a:cubicBezTo>
                  <a:cubicBezTo>
                    <a:pt x="1755" y="534"/>
                    <a:pt x="2051" y="271"/>
                    <a:pt x="2390" y="74"/>
                  </a:cubicBezTo>
                  <a:cubicBezTo>
                    <a:pt x="2427" y="56"/>
                    <a:pt x="2403" y="0"/>
                    <a:pt x="2369" y="0"/>
                  </a:cubicBezTo>
                  <a:close/>
                </a:path>
              </a:pathLst>
            </a:custGeom>
            <a:solidFill>
              <a:srgbClr val="7BB930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11"/>
            <p:cNvSpPr/>
            <p:nvPr/>
          </p:nvSpPr>
          <p:spPr>
            <a:xfrm>
              <a:off x="3721225" y="3116450"/>
              <a:ext cx="8925" cy="252125"/>
            </a:xfrm>
            <a:custGeom>
              <a:rect b="b" l="l" r="r" t="t"/>
              <a:pathLst>
                <a:path extrusionOk="0" h="10085" w="357">
                  <a:moveTo>
                    <a:pt x="143" y="1"/>
                  </a:moveTo>
                  <a:cubicBezTo>
                    <a:pt x="121" y="1"/>
                    <a:pt x="99" y="15"/>
                    <a:pt x="99" y="42"/>
                  </a:cubicBezTo>
                  <a:cubicBezTo>
                    <a:pt x="33" y="1336"/>
                    <a:pt x="0" y="2640"/>
                    <a:pt x="0" y="3934"/>
                  </a:cubicBezTo>
                  <a:cubicBezTo>
                    <a:pt x="0" y="5250"/>
                    <a:pt x="33" y="6565"/>
                    <a:pt x="110" y="7881"/>
                  </a:cubicBezTo>
                  <a:cubicBezTo>
                    <a:pt x="154" y="8605"/>
                    <a:pt x="208" y="9328"/>
                    <a:pt x="274" y="10052"/>
                  </a:cubicBezTo>
                  <a:cubicBezTo>
                    <a:pt x="274" y="10074"/>
                    <a:pt x="296" y="10085"/>
                    <a:pt x="317" y="10085"/>
                  </a:cubicBezTo>
                  <a:cubicBezTo>
                    <a:pt x="337" y="10085"/>
                    <a:pt x="357" y="10074"/>
                    <a:pt x="351" y="10052"/>
                  </a:cubicBezTo>
                  <a:cubicBezTo>
                    <a:pt x="230" y="8758"/>
                    <a:pt x="154" y="7464"/>
                    <a:pt x="110" y="6160"/>
                  </a:cubicBezTo>
                  <a:cubicBezTo>
                    <a:pt x="77" y="4844"/>
                    <a:pt x="77" y="3529"/>
                    <a:pt x="99" y="2213"/>
                  </a:cubicBezTo>
                  <a:cubicBezTo>
                    <a:pt x="121" y="1489"/>
                    <a:pt x="143" y="766"/>
                    <a:pt x="186" y="42"/>
                  </a:cubicBezTo>
                  <a:cubicBezTo>
                    <a:pt x="186" y="15"/>
                    <a:pt x="164" y="1"/>
                    <a:pt x="143" y="1"/>
                  </a:cubicBezTo>
                  <a:close/>
                </a:path>
              </a:pathLst>
            </a:custGeom>
            <a:solidFill>
              <a:srgbClr val="7BB930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11"/>
            <p:cNvSpPr/>
            <p:nvPr/>
          </p:nvSpPr>
          <p:spPr>
            <a:xfrm>
              <a:off x="3724325" y="3116375"/>
              <a:ext cx="72025" cy="253275"/>
            </a:xfrm>
            <a:custGeom>
              <a:rect b="b" l="l" r="r" t="t"/>
              <a:pathLst>
                <a:path extrusionOk="0" h="10131" w="2881">
                  <a:moveTo>
                    <a:pt x="63" y="0"/>
                  </a:moveTo>
                  <a:cubicBezTo>
                    <a:pt x="16" y="0"/>
                    <a:pt x="0" y="69"/>
                    <a:pt x="52" y="89"/>
                  </a:cubicBezTo>
                  <a:cubicBezTo>
                    <a:pt x="688" y="352"/>
                    <a:pt x="1246" y="791"/>
                    <a:pt x="1653" y="1350"/>
                  </a:cubicBezTo>
                  <a:cubicBezTo>
                    <a:pt x="2080" y="1931"/>
                    <a:pt x="2354" y="2599"/>
                    <a:pt x="2530" y="3291"/>
                  </a:cubicBezTo>
                  <a:cubicBezTo>
                    <a:pt x="2716" y="4069"/>
                    <a:pt x="2793" y="4902"/>
                    <a:pt x="2716" y="5691"/>
                  </a:cubicBezTo>
                  <a:cubicBezTo>
                    <a:pt x="2650" y="6503"/>
                    <a:pt x="2387" y="7281"/>
                    <a:pt x="1981" y="7994"/>
                  </a:cubicBezTo>
                  <a:cubicBezTo>
                    <a:pt x="1521" y="8794"/>
                    <a:pt x="896" y="9496"/>
                    <a:pt x="161" y="10066"/>
                  </a:cubicBezTo>
                  <a:cubicBezTo>
                    <a:pt x="127" y="10092"/>
                    <a:pt x="160" y="10131"/>
                    <a:pt x="191" y="10131"/>
                  </a:cubicBezTo>
                  <a:cubicBezTo>
                    <a:pt x="200" y="10131"/>
                    <a:pt x="209" y="10128"/>
                    <a:pt x="216" y="10121"/>
                  </a:cubicBezTo>
                  <a:cubicBezTo>
                    <a:pt x="874" y="9606"/>
                    <a:pt x="1455" y="8980"/>
                    <a:pt x="1904" y="8279"/>
                  </a:cubicBezTo>
                  <a:cubicBezTo>
                    <a:pt x="2343" y="7577"/>
                    <a:pt x="2650" y="6788"/>
                    <a:pt x="2771" y="5966"/>
                  </a:cubicBezTo>
                  <a:cubicBezTo>
                    <a:pt x="2881" y="5165"/>
                    <a:pt x="2825" y="4310"/>
                    <a:pt x="2661" y="3520"/>
                  </a:cubicBezTo>
                  <a:cubicBezTo>
                    <a:pt x="2508" y="2797"/>
                    <a:pt x="2255" y="2085"/>
                    <a:pt x="1839" y="1471"/>
                  </a:cubicBezTo>
                  <a:cubicBezTo>
                    <a:pt x="1455" y="900"/>
                    <a:pt x="929" y="418"/>
                    <a:pt x="304" y="111"/>
                  </a:cubicBezTo>
                  <a:cubicBezTo>
                    <a:pt x="227" y="78"/>
                    <a:pt x="150" y="34"/>
                    <a:pt x="74" y="1"/>
                  </a:cubicBezTo>
                  <a:cubicBezTo>
                    <a:pt x="70" y="1"/>
                    <a:pt x="66" y="0"/>
                    <a:pt x="63" y="0"/>
                  </a:cubicBezTo>
                  <a:close/>
                </a:path>
              </a:pathLst>
            </a:custGeom>
            <a:solidFill>
              <a:srgbClr val="7BB930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11"/>
            <p:cNvSpPr/>
            <p:nvPr/>
          </p:nvSpPr>
          <p:spPr>
            <a:xfrm>
              <a:off x="3724500" y="3116400"/>
              <a:ext cx="107475" cy="253300"/>
            </a:xfrm>
            <a:custGeom>
              <a:rect b="b" l="l" r="r" t="t"/>
              <a:pathLst>
                <a:path extrusionOk="0" h="10132" w="4299">
                  <a:moveTo>
                    <a:pt x="55" y="0"/>
                  </a:moveTo>
                  <a:cubicBezTo>
                    <a:pt x="1" y="0"/>
                    <a:pt x="1" y="88"/>
                    <a:pt x="55" y="88"/>
                  </a:cubicBezTo>
                  <a:cubicBezTo>
                    <a:pt x="440" y="88"/>
                    <a:pt x="823" y="186"/>
                    <a:pt x="1174" y="329"/>
                  </a:cubicBezTo>
                  <a:cubicBezTo>
                    <a:pt x="1580" y="483"/>
                    <a:pt x="1974" y="702"/>
                    <a:pt x="2325" y="954"/>
                  </a:cubicBezTo>
                  <a:cubicBezTo>
                    <a:pt x="2665" y="1185"/>
                    <a:pt x="2994" y="1470"/>
                    <a:pt x="3257" y="1787"/>
                  </a:cubicBezTo>
                  <a:cubicBezTo>
                    <a:pt x="3542" y="2138"/>
                    <a:pt x="3739" y="2555"/>
                    <a:pt x="3871" y="2983"/>
                  </a:cubicBezTo>
                  <a:cubicBezTo>
                    <a:pt x="4189" y="3947"/>
                    <a:pt x="4200" y="5010"/>
                    <a:pt x="4024" y="6009"/>
                  </a:cubicBezTo>
                  <a:cubicBezTo>
                    <a:pt x="3860" y="6962"/>
                    <a:pt x="3498" y="7960"/>
                    <a:pt x="2840" y="8684"/>
                  </a:cubicBezTo>
                  <a:cubicBezTo>
                    <a:pt x="2238" y="9352"/>
                    <a:pt x="1382" y="9824"/>
                    <a:pt x="505" y="10010"/>
                  </a:cubicBezTo>
                  <a:cubicBezTo>
                    <a:pt x="396" y="10021"/>
                    <a:pt x="297" y="10043"/>
                    <a:pt x="187" y="10054"/>
                  </a:cubicBezTo>
                  <a:cubicBezTo>
                    <a:pt x="136" y="10054"/>
                    <a:pt x="133" y="10132"/>
                    <a:pt x="178" y="10132"/>
                  </a:cubicBezTo>
                  <a:cubicBezTo>
                    <a:pt x="181" y="10132"/>
                    <a:pt x="184" y="10132"/>
                    <a:pt x="187" y="10131"/>
                  </a:cubicBezTo>
                  <a:cubicBezTo>
                    <a:pt x="1086" y="10043"/>
                    <a:pt x="1985" y="9605"/>
                    <a:pt x="2654" y="8991"/>
                  </a:cubicBezTo>
                  <a:cubicBezTo>
                    <a:pt x="3388" y="8322"/>
                    <a:pt x="3805" y="7357"/>
                    <a:pt x="4024" y="6403"/>
                  </a:cubicBezTo>
                  <a:cubicBezTo>
                    <a:pt x="4255" y="5405"/>
                    <a:pt x="4299" y="4331"/>
                    <a:pt x="4058" y="3322"/>
                  </a:cubicBezTo>
                  <a:cubicBezTo>
                    <a:pt x="3937" y="2851"/>
                    <a:pt x="3761" y="2369"/>
                    <a:pt x="3487" y="1974"/>
                  </a:cubicBezTo>
                  <a:cubicBezTo>
                    <a:pt x="3257" y="1634"/>
                    <a:pt x="2961" y="1338"/>
                    <a:pt x="2643" y="1085"/>
                  </a:cubicBezTo>
                  <a:cubicBezTo>
                    <a:pt x="2292" y="812"/>
                    <a:pt x="1909" y="571"/>
                    <a:pt x="1503" y="373"/>
                  </a:cubicBezTo>
                  <a:cubicBezTo>
                    <a:pt x="1130" y="208"/>
                    <a:pt x="735" y="66"/>
                    <a:pt x="330" y="22"/>
                  </a:cubicBezTo>
                  <a:cubicBezTo>
                    <a:pt x="231" y="11"/>
                    <a:pt x="143" y="0"/>
                    <a:pt x="55" y="0"/>
                  </a:cubicBezTo>
                  <a:close/>
                </a:path>
              </a:pathLst>
            </a:custGeom>
            <a:solidFill>
              <a:srgbClr val="7BB930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11"/>
            <p:cNvSpPr/>
            <p:nvPr/>
          </p:nvSpPr>
          <p:spPr>
            <a:xfrm>
              <a:off x="3601975" y="3246875"/>
              <a:ext cx="253025" cy="1925"/>
            </a:xfrm>
            <a:custGeom>
              <a:rect b="b" l="l" r="r" t="t"/>
              <a:pathLst>
                <a:path extrusionOk="0" h="77" w="10121">
                  <a:moveTo>
                    <a:pt x="45" y="0"/>
                  </a:moveTo>
                  <a:cubicBezTo>
                    <a:pt x="1" y="0"/>
                    <a:pt x="1" y="77"/>
                    <a:pt x="45" y="77"/>
                  </a:cubicBezTo>
                  <a:lnTo>
                    <a:pt x="10066" y="77"/>
                  </a:lnTo>
                  <a:cubicBezTo>
                    <a:pt x="10121" y="77"/>
                    <a:pt x="10121" y="0"/>
                    <a:pt x="10066" y="0"/>
                  </a:cubicBezTo>
                  <a:close/>
                </a:path>
              </a:pathLst>
            </a:custGeom>
            <a:solidFill>
              <a:srgbClr val="7BB930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11"/>
            <p:cNvSpPr/>
            <p:nvPr/>
          </p:nvSpPr>
          <p:spPr>
            <a:xfrm>
              <a:off x="3621175" y="3175750"/>
              <a:ext cx="212450" cy="2175"/>
            </a:xfrm>
            <a:custGeom>
              <a:rect b="b" l="l" r="r" t="t"/>
              <a:pathLst>
                <a:path extrusionOk="0" h="87" w="8498">
                  <a:moveTo>
                    <a:pt x="176" y="0"/>
                  </a:moveTo>
                  <a:cubicBezTo>
                    <a:pt x="139" y="0"/>
                    <a:pt x="103" y="2"/>
                    <a:pt x="66" y="5"/>
                  </a:cubicBezTo>
                  <a:lnTo>
                    <a:pt x="55" y="5"/>
                  </a:lnTo>
                  <a:cubicBezTo>
                    <a:pt x="0" y="5"/>
                    <a:pt x="0" y="82"/>
                    <a:pt x="55" y="82"/>
                  </a:cubicBezTo>
                  <a:lnTo>
                    <a:pt x="8103" y="82"/>
                  </a:lnTo>
                  <a:cubicBezTo>
                    <a:pt x="8176" y="82"/>
                    <a:pt x="8249" y="87"/>
                    <a:pt x="8322" y="87"/>
                  </a:cubicBezTo>
                  <a:cubicBezTo>
                    <a:pt x="8359" y="87"/>
                    <a:pt x="8395" y="86"/>
                    <a:pt x="8432" y="82"/>
                  </a:cubicBezTo>
                  <a:lnTo>
                    <a:pt x="8442" y="82"/>
                  </a:lnTo>
                  <a:cubicBezTo>
                    <a:pt x="8498" y="82"/>
                    <a:pt x="8498" y="5"/>
                    <a:pt x="8442" y="5"/>
                  </a:cubicBezTo>
                  <a:lnTo>
                    <a:pt x="395" y="5"/>
                  </a:lnTo>
                  <a:cubicBezTo>
                    <a:pt x="322" y="5"/>
                    <a:pt x="249" y="0"/>
                    <a:pt x="176" y="0"/>
                  </a:cubicBezTo>
                  <a:close/>
                </a:path>
              </a:pathLst>
            </a:custGeom>
            <a:solidFill>
              <a:srgbClr val="7BB930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11"/>
            <p:cNvSpPr/>
            <p:nvPr/>
          </p:nvSpPr>
          <p:spPr>
            <a:xfrm>
              <a:off x="3629675" y="3317850"/>
              <a:ext cx="196275" cy="2225"/>
            </a:xfrm>
            <a:custGeom>
              <a:rect b="b" l="l" r="r" t="t"/>
              <a:pathLst>
                <a:path extrusionOk="0" h="89" w="7851">
                  <a:moveTo>
                    <a:pt x="44" y="0"/>
                  </a:moveTo>
                  <a:cubicBezTo>
                    <a:pt x="1" y="0"/>
                    <a:pt x="1" y="88"/>
                    <a:pt x="44" y="88"/>
                  </a:cubicBezTo>
                  <a:lnTo>
                    <a:pt x="7795" y="88"/>
                  </a:lnTo>
                  <a:cubicBezTo>
                    <a:pt x="7851" y="88"/>
                    <a:pt x="7851" y="0"/>
                    <a:pt x="7795" y="0"/>
                  </a:cubicBezTo>
                  <a:close/>
                </a:path>
              </a:pathLst>
            </a:custGeom>
            <a:solidFill>
              <a:srgbClr val="7BB930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0" name="Google Shape;150;p11"/>
          <p:cNvGrpSpPr/>
          <p:nvPr/>
        </p:nvGrpSpPr>
        <p:grpSpPr>
          <a:xfrm rot="5400000">
            <a:off x="870474" y="-54062"/>
            <a:ext cx="416587" cy="977813"/>
            <a:chOff x="8555949" y="425163"/>
            <a:chExt cx="416587" cy="977813"/>
          </a:xfrm>
        </p:grpSpPr>
        <p:sp>
          <p:nvSpPr>
            <p:cNvPr id="151" name="Google Shape;151;p11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11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11"/>
            <p:cNvSpPr/>
            <p:nvPr/>
          </p:nvSpPr>
          <p:spPr>
            <a:xfrm>
              <a:off x="8879236" y="425163"/>
              <a:ext cx="93300" cy="93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11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5" name="Google Shape;155;p11"/>
          <p:cNvGrpSpPr/>
          <p:nvPr/>
        </p:nvGrpSpPr>
        <p:grpSpPr>
          <a:xfrm rot="5400000">
            <a:off x="8418693" y="3907744"/>
            <a:ext cx="1238412" cy="385925"/>
            <a:chOff x="8251149" y="734000"/>
            <a:chExt cx="1238412" cy="385925"/>
          </a:xfrm>
        </p:grpSpPr>
        <p:sp>
          <p:nvSpPr>
            <p:cNvPr id="156" name="Google Shape;156;p11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1"/>
            <p:cNvSpPr/>
            <p:nvPr/>
          </p:nvSpPr>
          <p:spPr>
            <a:xfrm>
              <a:off x="9396261" y="928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11"/>
            <p:cNvSpPr/>
            <p:nvPr/>
          </p:nvSpPr>
          <p:spPr>
            <a:xfrm>
              <a:off x="9031636" y="806163"/>
              <a:ext cx="93300" cy="93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11"/>
            <p:cNvSpPr/>
            <p:nvPr/>
          </p:nvSpPr>
          <p:spPr>
            <a:xfrm>
              <a:off x="8251149" y="734000"/>
              <a:ext cx="54900" cy="54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60" name="Google Shape;160;p11"/>
          <p:cNvPicPr preferRelativeResize="0"/>
          <p:nvPr/>
        </p:nvPicPr>
        <p:blipFill>
          <a:blip r:embed="rId2">
            <a:alphaModFix amt="10000"/>
          </a:blip>
          <a:stretch>
            <a:fillRect/>
          </a:stretch>
        </p:blipFill>
        <p:spPr>
          <a:xfrm>
            <a:off x="2143862" y="168937"/>
            <a:ext cx="4856277" cy="4805626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1"/>
          <p:cNvSpPr txBox="1"/>
          <p:nvPr>
            <p:ph hasCustomPrompt="1" type="title"/>
          </p:nvPr>
        </p:nvSpPr>
        <p:spPr>
          <a:xfrm>
            <a:off x="998550" y="1492198"/>
            <a:ext cx="7146900" cy="166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65" name="Google Shape;165;p13"/>
          <p:cNvSpPr txBox="1"/>
          <p:nvPr>
            <p:ph hasCustomPrompt="1" idx="2" type="title"/>
          </p:nvPr>
        </p:nvSpPr>
        <p:spPr>
          <a:xfrm>
            <a:off x="720000" y="1328475"/>
            <a:ext cx="8523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4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66" name="Google Shape;166;p13"/>
          <p:cNvSpPr txBox="1"/>
          <p:nvPr>
            <p:ph hasCustomPrompt="1" idx="3" type="title"/>
          </p:nvPr>
        </p:nvSpPr>
        <p:spPr>
          <a:xfrm>
            <a:off x="720000" y="3141246"/>
            <a:ext cx="8523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4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67" name="Google Shape;167;p13"/>
          <p:cNvSpPr txBox="1"/>
          <p:nvPr>
            <p:ph hasCustomPrompt="1" idx="4" type="title"/>
          </p:nvPr>
        </p:nvSpPr>
        <p:spPr>
          <a:xfrm>
            <a:off x="3419250" y="1328475"/>
            <a:ext cx="8523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4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68" name="Google Shape;168;p13"/>
          <p:cNvSpPr txBox="1"/>
          <p:nvPr>
            <p:ph hasCustomPrompt="1" idx="5" type="title"/>
          </p:nvPr>
        </p:nvSpPr>
        <p:spPr>
          <a:xfrm>
            <a:off x="3419250" y="3141246"/>
            <a:ext cx="8523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4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69" name="Google Shape;169;p13"/>
          <p:cNvSpPr txBox="1"/>
          <p:nvPr>
            <p:ph hasCustomPrompt="1" idx="6" type="title"/>
          </p:nvPr>
        </p:nvSpPr>
        <p:spPr>
          <a:xfrm>
            <a:off x="6118500" y="1328475"/>
            <a:ext cx="8523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4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0" name="Google Shape;170;p13"/>
          <p:cNvSpPr txBox="1"/>
          <p:nvPr>
            <p:ph hasCustomPrompt="1" idx="7" type="title"/>
          </p:nvPr>
        </p:nvSpPr>
        <p:spPr>
          <a:xfrm>
            <a:off x="6118500" y="3141246"/>
            <a:ext cx="8523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4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1" name="Google Shape;171;p13"/>
          <p:cNvSpPr txBox="1"/>
          <p:nvPr>
            <p:ph idx="1" type="subTitle"/>
          </p:nvPr>
        </p:nvSpPr>
        <p:spPr>
          <a:xfrm>
            <a:off x="720000" y="1925975"/>
            <a:ext cx="2305500" cy="86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72" name="Google Shape;172;p13"/>
          <p:cNvSpPr txBox="1"/>
          <p:nvPr>
            <p:ph idx="8" type="subTitle"/>
          </p:nvPr>
        </p:nvSpPr>
        <p:spPr>
          <a:xfrm>
            <a:off x="3419250" y="1925975"/>
            <a:ext cx="2305500" cy="86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73" name="Google Shape;173;p13"/>
          <p:cNvSpPr txBox="1"/>
          <p:nvPr>
            <p:ph idx="9" type="subTitle"/>
          </p:nvPr>
        </p:nvSpPr>
        <p:spPr>
          <a:xfrm>
            <a:off x="6118500" y="1925975"/>
            <a:ext cx="2305500" cy="86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74" name="Google Shape;174;p13"/>
          <p:cNvSpPr txBox="1"/>
          <p:nvPr>
            <p:ph idx="13" type="subTitle"/>
          </p:nvPr>
        </p:nvSpPr>
        <p:spPr>
          <a:xfrm>
            <a:off x="720000" y="3738800"/>
            <a:ext cx="2305500" cy="86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75" name="Google Shape;175;p13"/>
          <p:cNvSpPr txBox="1"/>
          <p:nvPr>
            <p:ph idx="14" type="subTitle"/>
          </p:nvPr>
        </p:nvSpPr>
        <p:spPr>
          <a:xfrm>
            <a:off x="3419250" y="3738800"/>
            <a:ext cx="2305500" cy="86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76" name="Google Shape;176;p13"/>
          <p:cNvSpPr txBox="1"/>
          <p:nvPr>
            <p:ph idx="15" type="subTitle"/>
          </p:nvPr>
        </p:nvSpPr>
        <p:spPr>
          <a:xfrm>
            <a:off x="6118500" y="3738800"/>
            <a:ext cx="2305500" cy="86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77" name="Google Shape;177;p13"/>
          <p:cNvSpPr/>
          <p:nvPr/>
        </p:nvSpPr>
        <p:spPr>
          <a:xfrm rot="1095117">
            <a:off x="5801043" y="-393669"/>
            <a:ext cx="3899522" cy="1866023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178" name="Google Shape;178;p13"/>
          <p:cNvSpPr/>
          <p:nvPr/>
        </p:nvSpPr>
        <p:spPr>
          <a:xfrm rot="10799680">
            <a:off x="-130646" y="4479036"/>
            <a:ext cx="4195445" cy="2007256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179" name="Google Shape;179;p13"/>
          <p:cNvSpPr/>
          <p:nvPr/>
        </p:nvSpPr>
        <p:spPr>
          <a:xfrm>
            <a:off x="8562625" y="-288800"/>
            <a:ext cx="693775" cy="684750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180" name="Google Shape;180;p13"/>
          <p:cNvSpPr/>
          <p:nvPr/>
        </p:nvSpPr>
        <p:spPr>
          <a:xfrm rot="5400000">
            <a:off x="8198450" y="3915325"/>
            <a:ext cx="2405873" cy="2374576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181" name="Google Shape;181;p13"/>
          <p:cNvSpPr/>
          <p:nvPr/>
        </p:nvSpPr>
        <p:spPr>
          <a:xfrm rot="-2499097">
            <a:off x="-356375" y="-879421"/>
            <a:ext cx="3899477" cy="1866001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182" name="Google Shape;182;p13"/>
          <p:cNvSpPr/>
          <p:nvPr/>
        </p:nvSpPr>
        <p:spPr>
          <a:xfrm>
            <a:off x="8569919" y="792083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3"/>
          <p:cNvSpPr/>
          <p:nvPr/>
        </p:nvSpPr>
        <p:spPr>
          <a:xfrm>
            <a:off x="-247631" y="1328483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3"/>
          <p:cNvSpPr/>
          <p:nvPr/>
        </p:nvSpPr>
        <p:spPr>
          <a:xfrm>
            <a:off x="6970800" y="4870899"/>
            <a:ext cx="679178" cy="17022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5" name="Google Shape;185;p13"/>
          <p:cNvGrpSpPr/>
          <p:nvPr/>
        </p:nvGrpSpPr>
        <p:grpSpPr>
          <a:xfrm>
            <a:off x="265001" y="4781610"/>
            <a:ext cx="210596" cy="210596"/>
            <a:chOff x="777346" y="3496226"/>
            <a:chExt cx="356700" cy="356700"/>
          </a:xfrm>
        </p:grpSpPr>
        <p:sp>
          <p:nvSpPr>
            <p:cNvPr id="186" name="Google Shape;186;p13">
              <a:hlinkClick action="ppaction://hlinkshowjump?jump=nextslide"/>
            </p:cNvPr>
            <p:cNvSpPr/>
            <p:nvPr/>
          </p:nvSpPr>
          <p:spPr>
            <a:xfrm>
              <a:off x="777346" y="3496226"/>
              <a:ext cx="356700" cy="3567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87" name="Google Shape;187;p13"/>
            <p:cNvGrpSpPr/>
            <p:nvPr/>
          </p:nvGrpSpPr>
          <p:grpSpPr>
            <a:xfrm>
              <a:off x="831727" y="3588720"/>
              <a:ext cx="247883" cy="171668"/>
              <a:chOff x="-797260" y="3184175"/>
              <a:chExt cx="502500" cy="348000"/>
            </a:xfrm>
          </p:grpSpPr>
          <p:cxnSp>
            <p:nvCxnSpPr>
              <p:cNvPr id="188" name="Google Shape;188;p13"/>
              <p:cNvCxnSpPr/>
              <p:nvPr/>
            </p:nvCxnSpPr>
            <p:spPr>
              <a:xfrm>
                <a:off x="-797260" y="3361225"/>
                <a:ext cx="5025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9" name="Google Shape;189;p13"/>
              <p:cNvCxnSpPr/>
              <p:nvPr/>
            </p:nvCxnSpPr>
            <p:spPr>
              <a:xfrm>
                <a:off x="-471875" y="3184175"/>
                <a:ext cx="174000" cy="174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0" name="Google Shape;190;p13"/>
              <p:cNvCxnSpPr/>
              <p:nvPr/>
            </p:nvCxnSpPr>
            <p:spPr>
              <a:xfrm flipH="1" rot="10800000">
                <a:off x="-471875" y="3358175"/>
                <a:ext cx="174000" cy="174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191" name="Google Shape;191;p13"/>
          <p:cNvGrpSpPr/>
          <p:nvPr/>
        </p:nvGrpSpPr>
        <p:grpSpPr>
          <a:xfrm rot="5400000">
            <a:off x="8079424" y="104713"/>
            <a:ext cx="568987" cy="596813"/>
            <a:chOff x="8555949" y="806163"/>
            <a:chExt cx="568987" cy="596813"/>
          </a:xfrm>
        </p:grpSpPr>
        <p:sp>
          <p:nvSpPr>
            <p:cNvPr id="192" name="Google Shape;192;p13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13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13"/>
            <p:cNvSpPr/>
            <p:nvPr/>
          </p:nvSpPr>
          <p:spPr>
            <a:xfrm>
              <a:off x="9031636" y="806163"/>
              <a:ext cx="93300" cy="93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13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6" name="Google Shape;196;p13"/>
          <p:cNvGrpSpPr/>
          <p:nvPr/>
        </p:nvGrpSpPr>
        <p:grpSpPr>
          <a:xfrm rot="5400000">
            <a:off x="-273432" y="3251019"/>
            <a:ext cx="1238412" cy="385925"/>
            <a:chOff x="8251149" y="734000"/>
            <a:chExt cx="1238412" cy="385925"/>
          </a:xfrm>
        </p:grpSpPr>
        <p:sp>
          <p:nvSpPr>
            <p:cNvPr id="197" name="Google Shape;197;p13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13"/>
            <p:cNvSpPr/>
            <p:nvPr/>
          </p:nvSpPr>
          <p:spPr>
            <a:xfrm>
              <a:off x="9396261" y="928675"/>
              <a:ext cx="93300" cy="933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13"/>
            <p:cNvSpPr/>
            <p:nvPr/>
          </p:nvSpPr>
          <p:spPr>
            <a:xfrm>
              <a:off x="9031636" y="806163"/>
              <a:ext cx="93300" cy="93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13"/>
            <p:cNvSpPr/>
            <p:nvPr/>
          </p:nvSpPr>
          <p:spPr>
            <a:xfrm>
              <a:off x="8251149" y="734000"/>
              <a:ext cx="54900" cy="54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4"/>
          <p:cNvSpPr txBox="1"/>
          <p:nvPr>
            <p:ph type="title"/>
          </p:nvPr>
        </p:nvSpPr>
        <p:spPr>
          <a:xfrm>
            <a:off x="3557400" y="3100288"/>
            <a:ext cx="4360200" cy="53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03" name="Google Shape;203;p14"/>
          <p:cNvSpPr txBox="1"/>
          <p:nvPr>
            <p:ph idx="1" type="subTitle"/>
          </p:nvPr>
        </p:nvSpPr>
        <p:spPr>
          <a:xfrm>
            <a:off x="1226400" y="1511313"/>
            <a:ext cx="6691200" cy="147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4">
    <p:bg>
      <p:bgPr>
        <a:solidFill>
          <a:schemeClr val="accent2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5"/>
          <p:cNvSpPr txBox="1"/>
          <p:nvPr>
            <p:ph type="title"/>
          </p:nvPr>
        </p:nvSpPr>
        <p:spPr>
          <a:xfrm>
            <a:off x="6198475" y="2398350"/>
            <a:ext cx="2232300" cy="114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06" name="Google Shape;206;p15"/>
          <p:cNvSpPr txBox="1"/>
          <p:nvPr>
            <p:ph idx="1" type="subTitle"/>
          </p:nvPr>
        </p:nvSpPr>
        <p:spPr>
          <a:xfrm>
            <a:off x="6198475" y="3582000"/>
            <a:ext cx="2232300" cy="102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207" name="Google Shape;207;p15"/>
          <p:cNvSpPr/>
          <p:nvPr/>
        </p:nvSpPr>
        <p:spPr>
          <a:xfrm rot="10799680">
            <a:off x="-385046" y="4604186"/>
            <a:ext cx="4195445" cy="2007256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208" name="Google Shape;208;p15"/>
          <p:cNvSpPr/>
          <p:nvPr/>
        </p:nvSpPr>
        <p:spPr>
          <a:xfrm>
            <a:off x="8299225" y="-106700"/>
            <a:ext cx="3899475" cy="1866000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209" name="Google Shape;209;p15"/>
          <p:cNvSpPr/>
          <p:nvPr/>
        </p:nvSpPr>
        <p:spPr>
          <a:xfrm rot="10799680">
            <a:off x="5421629" y="-106514"/>
            <a:ext cx="4195445" cy="2007256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210" name="Google Shape;210;p15"/>
          <p:cNvSpPr/>
          <p:nvPr/>
        </p:nvSpPr>
        <p:spPr>
          <a:xfrm rot="7850356">
            <a:off x="7845757" y="3364383"/>
            <a:ext cx="4195605" cy="2007424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211" name="Google Shape;211;p15"/>
          <p:cNvSpPr/>
          <p:nvPr/>
        </p:nvSpPr>
        <p:spPr>
          <a:xfrm flipH="1">
            <a:off x="8794254" y="2124546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5"/>
          <p:cNvSpPr/>
          <p:nvPr/>
        </p:nvSpPr>
        <p:spPr>
          <a:xfrm flipH="1">
            <a:off x="3222248" y="5039136"/>
            <a:ext cx="588829" cy="147316"/>
          </a:xfrm>
          <a:custGeom>
            <a:rect b="b" l="l" r="r" t="t"/>
            <a:pathLst>
              <a:path extrusionOk="0" h="1358" w="5428">
                <a:moveTo>
                  <a:pt x="3524" y="0"/>
                </a:moveTo>
                <a:cubicBezTo>
                  <a:pt x="3201" y="0"/>
                  <a:pt x="2890" y="197"/>
                  <a:pt x="2752" y="481"/>
                </a:cubicBezTo>
                <a:cubicBezTo>
                  <a:pt x="2587" y="352"/>
                  <a:pt x="2379" y="286"/>
                  <a:pt x="2173" y="286"/>
                </a:cubicBezTo>
                <a:cubicBezTo>
                  <a:pt x="2079" y="286"/>
                  <a:pt x="1986" y="300"/>
                  <a:pt x="1897" y="327"/>
                </a:cubicBezTo>
                <a:cubicBezTo>
                  <a:pt x="1601" y="426"/>
                  <a:pt x="1371" y="678"/>
                  <a:pt x="1294" y="963"/>
                </a:cubicBezTo>
                <a:cubicBezTo>
                  <a:pt x="1149" y="810"/>
                  <a:pt x="937" y="722"/>
                  <a:pt x="726" y="722"/>
                </a:cubicBezTo>
                <a:cubicBezTo>
                  <a:pt x="666" y="722"/>
                  <a:pt x="607" y="729"/>
                  <a:pt x="548" y="744"/>
                </a:cubicBezTo>
                <a:cubicBezTo>
                  <a:pt x="285" y="820"/>
                  <a:pt x="66" y="1040"/>
                  <a:pt x="0" y="1303"/>
                </a:cubicBezTo>
                <a:lnTo>
                  <a:pt x="5416" y="1358"/>
                </a:lnTo>
                <a:cubicBezTo>
                  <a:pt x="5428" y="1105"/>
                  <a:pt x="5296" y="842"/>
                  <a:pt x="5077" y="711"/>
                </a:cubicBezTo>
                <a:cubicBezTo>
                  <a:pt x="4972" y="648"/>
                  <a:pt x="4849" y="617"/>
                  <a:pt x="4726" y="617"/>
                </a:cubicBezTo>
                <a:cubicBezTo>
                  <a:pt x="4592" y="617"/>
                  <a:pt x="4456" y="653"/>
                  <a:pt x="4342" y="722"/>
                </a:cubicBezTo>
                <a:cubicBezTo>
                  <a:pt x="4287" y="360"/>
                  <a:pt x="3991" y="64"/>
                  <a:pt x="3640" y="9"/>
                </a:cubicBezTo>
                <a:cubicBezTo>
                  <a:pt x="3601" y="3"/>
                  <a:pt x="3563" y="0"/>
                  <a:pt x="352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5"/>
          <p:cNvSpPr/>
          <p:nvPr/>
        </p:nvSpPr>
        <p:spPr>
          <a:xfrm flipH="1">
            <a:off x="7224936" y="233711"/>
            <a:ext cx="588829" cy="147316"/>
          </a:xfrm>
          <a:custGeom>
            <a:rect b="b" l="l" r="r" t="t"/>
            <a:pathLst>
              <a:path extrusionOk="0" h="1358" w="5428">
                <a:moveTo>
                  <a:pt x="3524" y="0"/>
                </a:moveTo>
                <a:cubicBezTo>
                  <a:pt x="3201" y="0"/>
                  <a:pt x="2890" y="197"/>
                  <a:pt x="2752" y="481"/>
                </a:cubicBezTo>
                <a:cubicBezTo>
                  <a:pt x="2587" y="352"/>
                  <a:pt x="2379" y="286"/>
                  <a:pt x="2173" y="286"/>
                </a:cubicBezTo>
                <a:cubicBezTo>
                  <a:pt x="2079" y="286"/>
                  <a:pt x="1986" y="300"/>
                  <a:pt x="1897" y="327"/>
                </a:cubicBezTo>
                <a:cubicBezTo>
                  <a:pt x="1601" y="426"/>
                  <a:pt x="1371" y="678"/>
                  <a:pt x="1294" y="963"/>
                </a:cubicBezTo>
                <a:cubicBezTo>
                  <a:pt x="1149" y="810"/>
                  <a:pt x="937" y="722"/>
                  <a:pt x="726" y="722"/>
                </a:cubicBezTo>
                <a:cubicBezTo>
                  <a:pt x="666" y="722"/>
                  <a:pt x="607" y="729"/>
                  <a:pt x="548" y="744"/>
                </a:cubicBezTo>
                <a:cubicBezTo>
                  <a:pt x="285" y="820"/>
                  <a:pt x="66" y="1040"/>
                  <a:pt x="0" y="1303"/>
                </a:cubicBezTo>
                <a:lnTo>
                  <a:pt x="5416" y="1358"/>
                </a:lnTo>
                <a:cubicBezTo>
                  <a:pt x="5428" y="1105"/>
                  <a:pt x="5296" y="842"/>
                  <a:pt x="5077" y="711"/>
                </a:cubicBezTo>
                <a:cubicBezTo>
                  <a:pt x="4972" y="648"/>
                  <a:pt x="4849" y="617"/>
                  <a:pt x="4726" y="617"/>
                </a:cubicBezTo>
                <a:cubicBezTo>
                  <a:pt x="4592" y="617"/>
                  <a:pt x="4456" y="653"/>
                  <a:pt x="4342" y="722"/>
                </a:cubicBezTo>
                <a:cubicBezTo>
                  <a:pt x="4287" y="360"/>
                  <a:pt x="3991" y="64"/>
                  <a:pt x="3640" y="9"/>
                </a:cubicBezTo>
                <a:cubicBezTo>
                  <a:pt x="3601" y="3"/>
                  <a:pt x="3563" y="0"/>
                  <a:pt x="352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ONE_COLUMN_TEXT_1">
    <p:bg>
      <p:bgPr>
        <a:solidFill>
          <a:schemeClr val="lt1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6"/>
          <p:cNvSpPr txBox="1"/>
          <p:nvPr>
            <p:ph type="title"/>
          </p:nvPr>
        </p:nvSpPr>
        <p:spPr>
          <a:xfrm>
            <a:off x="720000" y="445025"/>
            <a:ext cx="4294800" cy="117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16" name="Google Shape;216;p16"/>
          <p:cNvSpPr txBox="1"/>
          <p:nvPr>
            <p:ph idx="1" type="subTitle"/>
          </p:nvPr>
        </p:nvSpPr>
        <p:spPr>
          <a:xfrm>
            <a:off x="720000" y="1690350"/>
            <a:ext cx="4294800" cy="291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KoHo SemiBold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Darker Grotesque SemiBold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Darker Grotesque SemiBold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Darker Grotesque SemiBold"/>
              <a:buChar char="■"/>
              <a:defRPr/>
            </a:lvl9pPr>
          </a:lstStyle>
          <a:p/>
        </p:txBody>
      </p:sp>
      <p:sp>
        <p:nvSpPr>
          <p:cNvPr id="217" name="Google Shape;217;p16"/>
          <p:cNvSpPr/>
          <p:nvPr/>
        </p:nvSpPr>
        <p:spPr>
          <a:xfrm rot="-598330">
            <a:off x="552518" y="4402062"/>
            <a:ext cx="152164" cy="190205"/>
          </a:xfrm>
          <a:custGeom>
            <a:rect b="b" l="l" r="r" t="t"/>
            <a:pathLst>
              <a:path extrusionOk="0" h="4276" w="3421">
                <a:moveTo>
                  <a:pt x="1718" y="979"/>
                </a:moveTo>
                <a:cubicBezTo>
                  <a:pt x="2155" y="979"/>
                  <a:pt x="2500" y="1388"/>
                  <a:pt x="2423" y="1864"/>
                </a:cubicBezTo>
                <a:cubicBezTo>
                  <a:pt x="2380" y="2149"/>
                  <a:pt x="2171" y="2380"/>
                  <a:pt x="1908" y="2445"/>
                </a:cubicBezTo>
                <a:cubicBezTo>
                  <a:pt x="1839" y="2466"/>
                  <a:pt x="1772" y="2475"/>
                  <a:pt x="1706" y="2475"/>
                </a:cubicBezTo>
                <a:cubicBezTo>
                  <a:pt x="1275" y="2475"/>
                  <a:pt x="923" y="2066"/>
                  <a:pt x="1009" y="1590"/>
                </a:cubicBezTo>
                <a:cubicBezTo>
                  <a:pt x="1053" y="1305"/>
                  <a:pt x="1261" y="1074"/>
                  <a:pt x="1513" y="1009"/>
                </a:cubicBezTo>
                <a:cubicBezTo>
                  <a:pt x="1583" y="988"/>
                  <a:pt x="1652" y="979"/>
                  <a:pt x="1718" y="979"/>
                </a:cubicBezTo>
                <a:close/>
                <a:moveTo>
                  <a:pt x="1716" y="0"/>
                </a:moveTo>
                <a:cubicBezTo>
                  <a:pt x="1628" y="0"/>
                  <a:pt x="1538" y="7"/>
                  <a:pt x="1447" y="22"/>
                </a:cubicBezTo>
                <a:cubicBezTo>
                  <a:pt x="680" y="143"/>
                  <a:pt x="77" y="823"/>
                  <a:pt x="22" y="1634"/>
                </a:cubicBezTo>
                <a:cubicBezTo>
                  <a:pt x="0" y="2029"/>
                  <a:pt x="99" y="2402"/>
                  <a:pt x="285" y="2697"/>
                </a:cubicBezTo>
                <a:cubicBezTo>
                  <a:pt x="329" y="2774"/>
                  <a:pt x="384" y="2840"/>
                  <a:pt x="439" y="2906"/>
                </a:cubicBezTo>
                <a:lnTo>
                  <a:pt x="1535" y="4144"/>
                </a:lnTo>
                <a:cubicBezTo>
                  <a:pt x="1612" y="4231"/>
                  <a:pt x="1719" y="4275"/>
                  <a:pt x="1828" y="4275"/>
                </a:cubicBezTo>
                <a:cubicBezTo>
                  <a:pt x="1953" y="4275"/>
                  <a:pt x="2078" y="4218"/>
                  <a:pt x="2160" y="4100"/>
                </a:cubicBezTo>
                <a:lnTo>
                  <a:pt x="2840" y="3147"/>
                </a:lnTo>
                <a:cubicBezTo>
                  <a:pt x="2894" y="3048"/>
                  <a:pt x="3016" y="2873"/>
                  <a:pt x="3114" y="2719"/>
                </a:cubicBezTo>
                <a:cubicBezTo>
                  <a:pt x="3311" y="2412"/>
                  <a:pt x="3421" y="2061"/>
                  <a:pt x="3410" y="1700"/>
                </a:cubicBezTo>
                <a:lnTo>
                  <a:pt x="3410" y="1688"/>
                </a:lnTo>
                <a:cubicBezTo>
                  <a:pt x="3370" y="740"/>
                  <a:pt x="2620" y="0"/>
                  <a:pt x="171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6"/>
          <p:cNvSpPr/>
          <p:nvPr/>
        </p:nvSpPr>
        <p:spPr>
          <a:xfrm flipH="1" rot="-1095117">
            <a:off x="-1255957" y="-393669"/>
            <a:ext cx="3899522" cy="1866023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219" name="Google Shape;219;p16"/>
          <p:cNvSpPr/>
          <p:nvPr/>
        </p:nvSpPr>
        <p:spPr>
          <a:xfrm flipH="1">
            <a:off x="-156566" y="-412225"/>
            <a:ext cx="693775" cy="684750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220" name="Google Shape;220;p16"/>
          <p:cNvSpPr/>
          <p:nvPr/>
        </p:nvSpPr>
        <p:spPr>
          <a:xfrm flipH="1">
            <a:off x="-203741" y="2807696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1" name="Google Shape;221;p16"/>
          <p:cNvGrpSpPr/>
          <p:nvPr/>
        </p:nvGrpSpPr>
        <p:grpSpPr>
          <a:xfrm flipH="1">
            <a:off x="230498" y="3600388"/>
            <a:ext cx="416587" cy="596813"/>
            <a:chOff x="8555949" y="806163"/>
            <a:chExt cx="416587" cy="596813"/>
          </a:xfrm>
        </p:grpSpPr>
        <p:sp>
          <p:nvSpPr>
            <p:cNvPr id="222" name="Google Shape;222;p16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16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16"/>
            <p:cNvSpPr/>
            <p:nvPr/>
          </p:nvSpPr>
          <p:spPr>
            <a:xfrm>
              <a:off x="8879236" y="806163"/>
              <a:ext cx="93300" cy="93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16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6" name="Google Shape;226;p16"/>
          <p:cNvSpPr/>
          <p:nvPr/>
        </p:nvSpPr>
        <p:spPr>
          <a:xfrm rot="10799680">
            <a:off x="-156571" y="4674761"/>
            <a:ext cx="4195445" cy="2007256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BODY_1"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7"/>
          <p:cNvSpPr txBox="1"/>
          <p:nvPr>
            <p:ph idx="1" type="body"/>
          </p:nvPr>
        </p:nvSpPr>
        <p:spPr>
          <a:xfrm>
            <a:off x="720000" y="1457197"/>
            <a:ext cx="3675000" cy="313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KoHo SemiBold"/>
              <a:buChar char="●"/>
              <a:defRPr/>
            </a:lvl1pPr>
            <a:lvl2pPr indent="-317500" lvl="1" marL="9144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9pPr>
          </a:lstStyle>
          <a:p/>
        </p:txBody>
      </p:sp>
      <p:sp>
        <p:nvSpPr>
          <p:cNvPr id="229" name="Google Shape;229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30" name="Google Shape;230;p17"/>
          <p:cNvSpPr txBox="1"/>
          <p:nvPr>
            <p:ph idx="2" type="body"/>
          </p:nvPr>
        </p:nvSpPr>
        <p:spPr>
          <a:xfrm>
            <a:off x="4749000" y="1457197"/>
            <a:ext cx="3675000" cy="313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KoHo SemiBold"/>
              <a:buChar char="●"/>
              <a:defRPr/>
            </a:lvl1pPr>
            <a:lvl2pPr indent="-317500" lvl="1" marL="9144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9pPr>
          </a:lstStyle>
          <a:p/>
        </p:txBody>
      </p:sp>
      <p:sp>
        <p:nvSpPr>
          <p:cNvPr id="231" name="Google Shape;231;p17"/>
          <p:cNvSpPr/>
          <p:nvPr/>
        </p:nvSpPr>
        <p:spPr>
          <a:xfrm rot="1095117">
            <a:off x="5801043" y="-393669"/>
            <a:ext cx="3899522" cy="1866023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232" name="Google Shape;232;p17"/>
          <p:cNvSpPr/>
          <p:nvPr/>
        </p:nvSpPr>
        <p:spPr>
          <a:xfrm rot="10799680">
            <a:off x="-130646" y="4479036"/>
            <a:ext cx="4195445" cy="2007256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233" name="Google Shape;233;p17"/>
          <p:cNvSpPr/>
          <p:nvPr/>
        </p:nvSpPr>
        <p:spPr>
          <a:xfrm>
            <a:off x="8562625" y="-288800"/>
            <a:ext cx="693775" cy="684750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234" name="Google Shape;234;p17"/>
          <p:cNvSpPr/>
          <p:nvPr/>
        </p:nvSpPr>
        <p:spPr>
          <a:xfrm rot="5400000">
            <a:off x="8198450" y="3915325"/>
            <a:ext cx="2405873" cy="2374576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235" name="Google Shape;235;p17"/>
          <p:cNvSpPr/>
          <p:nvPr/>
        </p:nvSpPr>
        <p:spPr>
          <a:xfrm rot="-2499097">
            <a:off x="-356375" y="-879421"/>
            <a:ext cx="3899477" cy="1866001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236" name="Google Shape;236;p17"/>
          <p:cNvSpPr/>
          <p:nvPr/>
        </p:nvSpPr>
        <p:spPr>
          <a:xfrm>
            <a:off x="8569919" y="792083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7"/>
          <p:cNvSpPr/>
          <p:nvPr/>
        </p:nvSpPr>
        <p:spPr>
          <a:xfrm>
            <a:off x="-247631" y="1328483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7"/>
          <p:cNvSpPr/>
          <p:nvPr/>
        </p:nvSpPr>
        <p:spPr>
          <a:xfrm>
            <a:off x="6970800" y="4870899"/>
            <a:ext cx="679178" cy="17022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9" name="Google Shape;239;p17"/>
          <p:cNvGrpSpPr/>
          <p:nvPr/>
        </p:nvGrpSpPr>
        <p:grpSpPr>
          <a:xfrm>
            <a:off x="265001" y="4781610"/>
            <a:ext cx="210596" cy="210596"/>
            <a:chOff x="777346" y="3496226"/>
            <a:chExt cx="356700" cy="356700"/>
          </a:xfrm>
        </p:grpSpPr>
        <p:sp>
          <p:nvSpPr>
            <p:cNvPr id="240" name="Google Shape;240;p17">
              <a:hlinkClick action="ppaction://hlinkshowjump?jump=nextslide"/>
            </p:cNvPr>
            <p:cNvSpPr/>
            <p:nvPr/>
          </p:nvSpPr>
          <p:spPr>
            <a:xfrm>
              <a:off x="777346" y="3496226"/>
              <a:ext cx="356700" cy="3567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41" name="Google Shape;241;p17"/>
            <p:cNvGrpSpPr/>
            <p:nvPr/>
          </p:nvGrpSpPr>
          <p:grpSpPr>
            <a:xfrm>
              <a:off x="831727" y="3588720"/>
              <a:ext cx="247883" cy="171668"/>
              <a:chOff x="-797260" y="3184175"/>
              <a:chExt cx="502500" cy="348000"/>
            </a:xfrm>
          </p:grpSpPr>
          <p:cxnSp>
            <p:nvCxnSpPr>
              <p:cNvPr id="242" name="Google Shape;242;p17"/>
              <p:cNvCxnSpPr/>
              <p:nvPr/>
            </p:nvCxnSpPr>
            <p:spPr>
              <a:xfrm>
                <a:off x="-797260" y="3361225"/>
                <a:ext cx="5025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3" name="Google Shape;243;p17"/>
              <p:cNvCxnSpPr/>
              <p:nvPr/>
            </p:nvCxnSpPr>
            <p:spPr>
              <a:xfrm>
                <a:off x="-471875" y="3184175"/>
                <a:ext cx="174000" cy="174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4" name="Google Shape;244;p17"/>
              <p:cNvCxnSpPr/>
              <p:nvPr/>
            </p:nvCxnSpPr>
            <p:spPr>
              <a:xfrm flipH="1" rot="10800000">
                <a:off x="-471875" y="3358175"/>
                <a:ext cx="174000" cy="174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245" name="Google Shape;245;p17"/>
          <p:cNvGrpSpPr/>
          <p:nvPr/>
        </p:nvGrpSpPr>
        <p:grpSpPr>
          <a:xfrm rot="5400000">
            <a:off x="8079424" y="104713"/>
            <a:ext cx="568987" cy="596813"/>
            <a:chOff x="8555949" y="806163"/>
            <a:chExt cx="568987" cy="596813"/>
          </a:xfrm>
        </p:grpSpPr>
        <p:sp>
          <p:nvSpPr>
            <p:cNvPr id="246" name="Google Shape;246;p17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17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17"/>
            <p:cNvSpPr/>
            <p:nvPr/>
          </p:nvSpPr>
          <p:spPr>
            <a:xfrm>
              <a:off x="9031636" y="806163"/>
              <a:ext cx="93300" cy="93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17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0" name="Google Shape;250;p17"/>
          <p:cNvGrpSpPr/>
          <p:nvPr/>
        </p:nvGrpSpPr>
        <p:grpSpPr>
          <a:xfrm rot="5400000">
            <a:off x="-273432" y="3251019"/>
            <a:ext cx="1238412" cy="385925"/>
            <a:chOff x="8251149" y="734000"/>
            <a:chExt cx="1238412" cy="385925"/>
          </a:xfrm>
        </p:grpSpPr>
        <p:sp>
          <p:nvSpPr>
            <p:cNvPr id="251" name="Google Shape;251;p17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17"/>
            <p:cNvSpPr/>
            <p:nvPr/>
          </p:nvSpPr>
          <p:spPr>
            <a:xfrm>
              <a:off x="9396261" y="928675"/>
              <a:ext cx="93300" cy="933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17"/>
            <p:cNvSpPr/>
            <p:nvPr/>
          </p:nvSpPr>
          <p:spPr>
            <a:xfrm>
              <a:off x="9031636" y="806163"/>
              <a:ext cx="93300" cy="93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17"/>
            <p:cNvSpPr/>
            <p:nvPr/>
          </p:nvSpPr>
          <p:spPr>
            <a:xfrm>
              <a:off x="8251149" y="734000"/>
              <a:ext cx="54900" cy="54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57" name="Google Shape;257;p18"/>
          <p:cNvSpPr txBox="1"/>
          <p:nvPr>
            <p:ph idx="1" type="subTitle"/>
          </p:nvPr>
        </p:nvSpPr>
        <p:spPr>
          <a:xfrm>
            <a:off x="937625" y="3025998"/>
            <a:ext cx="2280000" cy="15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258" name="Google Shape;258;p18"/>
          <p:cNvSpPr txBox="1"/>
          <p:nvPr>
            <p:ph idx="2" type="subTitle"/>
          </p:nvPr>
        </p:nvSpPr>
        <p:spPr>
          <a:xfrm>
            <a:off x="3484350" y="3025998"/>
            <a:ext cx="2280000" cy="15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259" name="Google Shape;259;p18"/>
          <p:cNvSpPr txBox="1"/>
          <p:nvPr>
            <p:ph idx="3" type="subTitle"/>
          </p:nvPr>
        </p:nvSpPr>
        <p:spPr>
          <a:xfrm>
            <a:off x="6031075" y="3025998"/>
            <a:ext cx="2280000" cy="15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260" name="Google Shape;260;p18"/>
          <p:cNvSpPr txBox="1"/>
          <p:nvPr>
            <p:ph idx="4" type="subTitle"/>
          </p:nvPr>
        </p:nvSpPr>
        <p:spPr>
          <a:xfrm>
            <a:off x="937625" y="2498300"/>
            <a:ext cx="22800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61" name="Google Shape;261;p18"/>
          <p:cNvSpPr txBox="1"/>
          <p:nvPr>
            <p:ph idx="5" type="subTitle"/>
          </p:nvPr>
        </p:nvSpPr>
        <p:spPr>
          <a:xfrm>
            <a:off x="3484350" y="2498300"/>
            <a:ext cx="22800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62" name="Google Shape;262;p18"/>
          <p:cNvSpPr txBox="1"/>
          <p:nvPr>
            <p:ph idx="6" type="subTitle"/>
          </p:nvPr>
        </p:nvSpPr>
        <p:spPr>
          <a:xfrm>
            <a:off x="6031075" y="2498300"/>
            <a:ext cx="22800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63" name="Google Shape;263;p18"/>
          <p:cNvSpPr/>
          <p:nvPr/>
        </p:nvSpPr>
        <p:spPr>
          <a:xfrm rot="-1526559">
            <a:off x="3115925" y="-1002837"/>
            <a:ext cx="3899407" cy="1865967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264" name="Google Shape;264;p18"/>
          <p:cNvSpPr/>
          <p:nvPr/>
        </p:nvSpPr>
        <p:spPr>
          <a:xfrm rot="3010588">
            <a:off x="8512253" y="153467"/>
            <a:ext cx="1841616" cy="1817660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265" name="Google Shape;265;p18"/>
          <p:cNvSpPr/>
          <p:nvPr/>
        </p:nvSpPr>
        <p:spPr>
          <a:xfrm>
            <a:off x="8571825" y="2421349"/>
            <a:ext cx="416576" cy="104389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6" name="Google Shape;266;p18"/>
          <p:cNvGrpSpPr/>
          <p:nvPr/>
        </p:nvGrpSpPr>
        <p:grpSpPr>
          <a:xfrm>
            <a:off x="107343" y="3811438"/>
            <a:ext cx="416587" cy="596813"/>
            <a:chOff x="8555949" y="806163"/>
            <a:chExt cx="416587" cy="596813"/>
          </a:xfrm>
        </p:grpSpPr>
        <p:sp>
          <p:nvSpPr>
            <p:cNvPr id="267" name="Google Shape;267;p18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18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18"/>
            <p:cNvSpPr/>
            <p:nvPr/>
          </p:nvSpPr>
          <p:spPr>
            <a:xfrm>
              <a:off x="8879236" y="806163"/>
              <a:ext cx="93300" cy="93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18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1" name="Google Shape;271;p18"/>
          <p:cNvSpPr/>
          <p:nvPr/>
        </p:nvSpPr>
        <p:spPr>
          <a:xfrm>
            <a:off x="8845851" y="3427946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8"/>
          <p:cNvSpPr/>
          <p:nvPr/>
        </p:nvSpPr>
        <p:spPr>
          <a:xfrm>
            <a:off x="-365762" y="2020471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8"/>
          <p:cNvSpPr/>
          <p:nvPr/>
        </p:nvSpPr>
        <p:spPr>
          <a:xfrm flipH="1" rot="-8100000">
            <a:off x="-524684" y="4314302"/>
            <a:ext cx="2405868" cy="2374571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274" name="Google Shape;274;p18"/>
          <p:cNvSpPr/>
          <p:nvPr/>
        </p:nvSpPr>
        <p:spPr>
          <a:xfrm flipH="1" rot="1461625">
            <a:off x="-1229109" y="-1368174"/>
            <a:ext cx="2405905" cy="2374608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275" name="Google Shape;275;p18"/>
          <p:cNvSpPr/>
          <p:nvPr/>
        </p:nvSpPr>
        <p:spPr>
          <a:xfrm>
            <a:off x="2368413" y="4818321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8"/>
          <p:cNvSpPr/>
          <p:nvPr/>
        </p:nvSpPr>
        <p:spPr>
          <a:xfrm flipH="1">
            <a:off x="5508603" y="4674573"/>
            <a:ext cx="4114800" cy="1414225"/>
          </a:xfrm>
          <a:custGeom>
            <a:rect b="b" l="l" r="r" t="t"/>
            <a:pathLst>
              <a:path extrusionOk="0" h="56569" w="164592">
                <a:moveTo>
                  <a:pt x="0" y="4277"/>
                </a:moveTo>
                <a:cubicBezTo>
                  <a:pt x="28218" y="-5125"/>
                  <a:pt x="62109" y="3035"/>
                  <a:pt x="88297" y="17136"/>
                </a:cubicBezTo>
                <a:cubicBezTo>
                  <a:pt x="100376" y="23640"/>
                  <a:pt x="110755" y="32907"/>
                  <a:pt x="121730" y="41139"/>
                </a:cubicBezTo>
                <a:cubicBezTo>
                  <a:pt x="127125" y="45186"/>
                  <a:pt x="131533" y="51288"/>
                  <a:pt x="138018" y="53140"/>
                </a:cubicBezTo>
                <a:cubicBezTo>
                  <a:pt x="146606" y="55593"/>
                  <a:pt x="155661" y="56569"/>
                  <a:pt x="164592" y="56569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dash"/>
            <a:round/>
            <a:headEnd len="med" w="med" type="none"/>
            <a:tailEnd len="med" w="med" type="none"/>
          </a:ln>
        </p:spPr>
      </p:sp>
      <p:grpSp>
        <p:nvGrpSpPr>
          <p:cNvPr id="277" name="Google Shape;277;p18"/>
          <p:cNvGrpSpPr/>
          <p:nvPr/>
        </p:nvGrpSpPr>
        <p:grpSpPr>
          <a:xfrm>
            <a:off x="8429268" y="103300"/>
            <a:ext cx="400212" cy="418950"/>
            <a:chOff x="8555949" y="984025"/>
            <a:chExt cx="400212" cy="418950"/>
          </a:xfrm>
        </p:grpSpPr>
        <p:sp>
          <p:nvSpPr>
            <p:cNvPr id="278" name="Google Shape;278;p18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18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18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1" name="Google Shape;281;p18"/>
          <p:cNvSpPr/>
          <p:nvPr/>
        </p:nvSpPr>
        <p:spPr>
          <a:xfrm rot="-598330">
            <a:off x="552518" y="782087"/>
            <a:ext cx="152164" cy="190205"/>
          </a:xfrm>
          <a:custGeom>
            <a:rect b="b" l="l" r="r" t="t"/>
            <a:pathLst>
              <a:path extrusionOk="0" h="4276" w="3421">
                <a:moveTo>
                  <a:pt x="1718" y="979"/>
                </a:moveTo>
                <a:cubicBezTo>
                  <a:pt x="2155" y="979"/>
                  <a:pt x="2500" y="1388"/>
                  <a:pt x="2423" y="1864"/>
                </a:cubicBezTo>
                <a:cubicBezTo>
                  <a:pt x="2380" y="2149"/>
                  <a:pt x="2171" y="2380"/>
                  <a:pt x="1908" y="2445"/>
                </a:cubicBezTo>
                <a:cubicBezTo>
                  <a:pt x="1839" y="2466"/>
                  <a:pt x="1772" y="2475"/>
                  <a:pt x="1706" y="2475"/>
                </a:cubicBezTo>
                <a:cubicBezTo>
                  <a:pt x="1275" y="2475"/>
                  <a:pt x="923" y="2066"/>
                  <a:pt x="1009" y="1590"/>
                </a:cubicBezTo>
                <a:cubicBezTo>
                  <a:pt x="1053" y="1305"/>
                  <a:pt x="1261" y="1074"/>
                  <a:pt x="1513" y="1009"/>
                </a:cubicBezTo>
                <a:cubicBezTo>
                  <a:pt x="1583" y="988"/>
                  <a:pt x="1652" y="979"/>
                  <a:pt x="1718" y="979"/>
                </a:cubicBezTo>
                <a:close/>
                <a:moveTo>
                  <a:pt x="1716" y="0"/>
                </a:moveTo>
                <a:cubicBezTo>
                  <a:pt x="1628" y="0"/>
                  <a:pt x="1538" y="7"/>
                  <a:pt x="1447" y="22"/>
                </a:cubicBezTo>
                <a:cubicBezTo>
                  <a:pt x="680" y="143"/>
                  <a:pt x="77" y="823"/>
                  <a:pt x="22" y="1634"/>
                </a:cubicBezTo>
                <a:cubicBezTo>
                  <a:pt x="0" y="2029"/>
                  <a:pt x="99" y="2402"/>
                  <a:pt x="285" y="2697"/>
                </a:cubicBezTo>
                <a:cubicBezTo>
                  <a:pt x="329" y="2774"/>
                  <a:pt x="384" y="2840"/>
                  <a:pt x="439" y="2906"/>
                </a:cubicBezTo>
                <a:lnTo>
                  <a:pt x="1535" y="4144"/>
                </a:lnTo>
                <a:cubicBezTo>
                  <a:pt x="1612" y="4231"/>
                  <a:pt x="1719" y="4275"/>
                  <a:pt x="1828" y="4275"/>
                </a:cubicBezTo>
                <a:cubicBezTo>
                  <a:pt x="1953" y="4275"/>
                  <a:pt x="2078" y="4218"/>
                  <a:pt x="2160" y="4100"/>
                </a:cubicBezTo>
                <a:lnTo>
                  <a:pt x="2840" y="3147"/>
                </a:lnTo>
                <a:cubicBezTo>
                  <a:pt x="2894" y="3048"/>
                  <a:pt x="3016" y="2873"/>
                  <a:pt x="3114" y="2719"/>
                </a:cubicBezTo>
                <a:cubicBezTo>
                  <a:pt x="3311" y="2412"/>
                  <a:pt x="3421" y="2061"/>
                  <a:pt x="3410" y="1700"/>
                </a:cubicBezTo>
                <a:lnTo>
                  <a:pt x="3410" y="1688"/>
                </a:lnTo>
                <a:cubicBezTo>
                  <a:pt x="3370" y="740"/>
                  <a:pt x="2620" y="0"/>
                  <a:pt x="171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8"/>
          <p:cNvSpPr/>
          <p:nvPr/>
        </p:nvSpPr>
        <p:spPr>
          <a:xfrm flipH="1" rot="598330">
            <a:off x="8417618" y="4402062"/>
            <a:ext cx="152164" cy="190205"/>
          </a:xfrm>
          <a:custGeom>
            <a:rect b="b" l="l" r="r" t="t"/>
            <a:pathLst>
              <a:path extrusionOk="0" h="4276" w="3421">
                <a:moveTo>
                  <a:pt x="1718" y="979"/>
                </a:moveTo>
                <a:cubicBezTo>
                  <a:pt x="2155" y="979"/>
                  <a:pt x="2500" y="1388"/>
                  <a:pt x="2423" y="1864"/>
                </a:cubicBezTo>
                <a:cubicBezTo>
                  <a:pt x="2380" y="2149"/>
                  <a:pt x="2171" y="2380"/>
                  <a:pt x="1908" y="2445"/>
                </a:cubicBezTo>
                <a:cubicBezTo>
                  <a:pt x="1839" y="2466"/>
                  <a:pt x="1772" y="2475"/>
                  <a:pt x="1706" y="2475"/>
                </a:cubicBezTo>
                <a:cubicBezTo>
                  <a:pt x="1275" y="2475"/>
                  <a:pt x="923" y="2066"/>
                  <a:pt x="1009" y="1590"/>
                </a:cubicBezTo>
                <a:cubicBezTo>
                  <a:pt x="1053" y="1305"/>
                  <a:pt x="1261" y="1074"/>
                  <a:pt x="1513" y="1009"/>
                </a:cubicBezTo>
                <a:cubicBezTo>
                  <a:pt x="1583" y="988"/>
                  <a:pt x="1652" y="979"/>
                  <a:pt x="1718" y="979"/>
                </a:cubicBezTo>
                <a:close/>
                <a:moveTo>
                  <a:pt x="1716" y="0"/>
                </a:moveTo>
                <a:cubicBezTo>
                  <a:pt x="1628" y="0"/>
                  <a:pt x="1538" y="7"/>
                  <a:pt x="1447" y="22"/>
                </a:cubicBezTo>
                <a:cubicBezTo>
                  <a:pt x="680" y="143"/>
                  <a:pt x="77" y="823"/>
                  <a:pt x="22" y="1634"/>
                </a:cubicBezTo>
                <a:cubicBezTo>
                  <a:pt x="0" y="2029"/>
                  <a:pt x="99" y="2402"/>
                  <a:pt x="285" y="2697"/>
                </a:cubicBezTo>
                <a:cubicBezTo>
                  <a:pt x="329" y="2774"/>
                  <a:pt x="384" y="2840"/>
                  <a:pt x="439" y="2906"/>
                </a:cubicBezTo>
                <a:lnTo>
                  <a:pt x="1535" y="4144"/>
                </a:lnTo>
                <a:cubicBezTo>
                  <a:pt x="1612" y="4231"/>
                  <a:pt x="1719" y="4275"/>
                  <a:pt x="1828" y="4275"/>
                </a:cubicBezTo>
                <a:cubicBezTo>
                  <a:pt x="1953" y="4275"/>
                  <a:pt x="2078" y="4218"/>
                  <a:pt x="2160" y="4100"/>
                </a:cubicBezTo>
                <a:lnTo>
                  <a:pt x="2840" y="3147"/>
                </a:lnTo>
                <a:cubicBezTo>
                  <a:pt x="2894" y="3048"/>
                  <a:pt x="3016" y="2873"/>
                  <a:pt x="3114" y="2719"/>
                </a:cubicBezTo>
                <a:cubicBezTo>
                  <a:pt x="3311" y="2412"/>
                  <a:pt x="3421" y="2061"/>
                  <a:pt x="3410" y="1700"/>
                </a:cubicBezTo>
                <a:lnTo>
                  <a:pt x="3410" y="1688"/>
                </a:lnTo>
                <a:cubicBezTo>
                  <a:pt x="3370" y="740"/>
                  <a:pt x="2620" y="0"/>
                  <a:pt x="171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85" name="Google Shape;285;p19"/>
          <p:cNvSpPr txBox="1"/>
          <p:nvPr>
            <p:ph idx="1" type="subTitle"/>
          </p:nvPr>
        </p:nvSpPr>
        <p:spPr>
          <a:xfrm>
            <a:off x="715200" y="1860450"/>
            <a:ext cx="2507700" cy="8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286" name="Google Shape;286;p19"/>
          <p:cNvSpPr txBox="1"/>
          <p:nvPr>
            <p:ph idx="2" type="subTitle"/>
          </p:nvPr>
        </p:nvSpPr>
        <p:spPr>
          <a:xfrm>
            <a:off x="5916249" y="1860450"/>
            <a:ext cx="2507700" cy="8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287" name="Google Shape;287;p19"/>
          <p:cNvSpPr txBox="1"/>
          <p:nvPr>
            <p:ph idx="3" type="subTitle"/>
          </p:nvPr>
        </p:nvSpPr>
        <p:spPr>
          <a:xfrm>
            <a:off x="715200" y="3672200"/>
            <a:ext cx="2507700" cy="8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288" name="Google Shape;288;p19"/>
          <p:cNvSpPr txBox="1"/>
          <p:nvPr>
            <p:ph idx="4" type="subTitle"/>
          </p:nvPr>
        </p:nvSpPr>
        <p:spPr>
          <a:xfrm>
            <a:off x="5916249" y="3672200"/>
            <a:ext cx="2507700" cy="8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289" name="Google Shape;289;p19"/>
          <p:cNvSpPr txBox="1"/>
          <p:nvPr>
            <p:ph idx="5" type="subTitle"/>
          </p:nvPr>
        </p:nvSpPr>
        <p:spPr>
          <a:xfrm>
            <a:off x="715200" y="1332750"/>
            <a:ext cx="25077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90" name="Google Shape;290;p19"/>
          <p:cNvSpPr txBox="1"/>
          <p:nvPr>
            <p:ph idx="6" type="subTitle"/>
          </p:nvPr>
        </p:nvSpPr>
        <p:spPr>
          <a:xfrm>
            <a:off x="715200" y="3144501"/>
            <a:ext cx="25077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91" name="Google Shape;291;p19"/>
          <p:cNvSpPr txBox="1"/>
          <p:nvPr>
            <p:ph idx="7" type="subTitle"/>
          </p:nvPr>
        </p:nvSpPr>
        <p:spPr>
          <a:xfrm>
            <a:off x="5916225" y="1332750"/>
            <a:ext cx="25077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92" name="Google Shape;292;p19"/>
          <p:cNvSpPr txBox="1"/>
          <p:nvPr>
            <p:ph idx="8" type="subTitle"/>
          </p:nvPr>
        </p:nvSpPr>
        <p:spPr>
          <a:xfrm>
            <a:off x="5916225" y="3144501"/>
            <a:ext cx="25077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93" name="Google Shape;293;p19"/>
          <p:cNvSpPr/>
          <p:nvPr/>
        </p:nvSpPr>
        <p:spPr>
          <a:xfrm flipH="1">
            <a:off x="-1356975" y="-501775"/>
            <a:ext cx="3899475" cy="1866000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rgbClr val="7BB930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294" name="Google Shape;294;p19"/>
          <p:cNvSpPr/>
          <p:nvPr/>
        </p:nvSpPr>
        <p:spPr>
          <a:xfrm flipH="1">
            <a:off x="8616488" y="320525"/>
            <a:ext cx="964387" cy="1748853"/>
          </a:xfrm>
          <a:custGeom>
            <a:rect b="b" l="l" r="r" t="t"/>
            <a:pathLst>
              <a:path extrusionOk="0" h="44975" w="24801">
                <a:moveTo>
                  <a:pt x="0" y="0"/>
                </a:moveTo>
                <a:cubicBezTo>
                  <a:pt x="9939" y="2840"/>
                  <a:pt x="22701" y="8942"/>
                  <a:pt x="24402" y="19138"/>
                </a:cubicBezTo>
                <a:cubicBezTo>
                  <a:pt x="25999" y="28707"/>
                  <a:pt x="19683" y="40640"/>
                  <a:pt x="11004" y="44975"/>
                </a:cubicBezTo>
              </a:path>
            </a:pathLst>
          </a:custGeom>
          <a:noFill/>
          <a:ln cap="flat" cmpd="sng" w="9525">
            <a:solidFill>
              <a:srgbClr val="7BB930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295" name="Google Shape;295;p19"/>
          <p:cNvSpPr/>
          <p:nvPr/>
        </p:nvSpPr>
        <p:spPr>
          <a:xfrm flipH="1" rot="2700000">
            <a:off x="5495848" y="-602314"/>
            <a:ext cx="1119389" cy="1104828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rgbClr val="7BB930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296" name="Google Shape;296;p19"/>
          <p:cNvSpPr/>
          <p:nvPr/>
        </p:nvSpPr>
        <p:spPr>
          <a:xfrm flipH="1" rot="-10799680">
            <a:off x="5118351" y="4587186"/>
            <a:ext cx="4195445" cy="2007256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rgbClr val="7BB930"/>
            </a:solidFill>
            <a:prstDash val="lgDash"/>
            <a:round/>
            <a:headEnd len="med" w="med" type="none"/>
            <a:tailEnd len="med" w="med" type="none"/>
          </a:ln>
        </p:spPr>
      </p:sp>
      <p:grpSp>
        <p:nvGrpSpPr>
          <p:cNvPr id="297" name="Google Shape;297;p19"/>
          <p:cNvGrpSpPr/>
          <p:nvPr/>
        </p:nvGrpSpPr>
        <p:grpSpPr>
          <a:xfrm>
            <a:off x="8458541" y="2362275"/>
            <a:ext cx="400212" cy="418950"/>
            <a:chOff x="8555949" y="984025"/>
            <a:chExt cx="400212" cy="418950"/>
          </a:xfrm>
        </p:grpSpPr>
        <p:sp>
          <p:nvSpPr>
            <p:cNvPr id="298" name="Google Shape;298;p19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rgbClr val="7BB93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19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rgbClr val="7BB93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19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rgbClr val="7BB93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1" name="Google Shape;301;p19"/>
          <p:cNvGrpSpPr/>
          <p:nvPr/>
        </p:nvGrpSpPr>
        <p:grpSpPr>
          <a:xfrm>
            <a:off x="135941" y="4198750"/>
            <a:ext cx="416587" cy="596813"/>
            <a:chOff x="8555949" y="806163"/>
            <a:chExt cx="416587" cy="596813"/>
          </a:xfrm>
        </p:grpSpPr>
        <p:sp>
          <p:nvSpPr>
            <p:cNvPr id="302" name="Google Shape;302;p19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rgbClr val="7BB93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19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rgbClr val="7BB93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19"/>
            <p:cNvSpPr/>
            <p:nvPr/>
          </p:nvSpPr>
          <p:spPr>
            <a:xfrm>
              <a:off x="8879236" y="806163"/>
              <a:ext cx="93300" cy="93300"/>
            </a:xfrm>
            <a:prstGeom prst="ellipse">
              <a:avLst/>
            </a:prstGeom>
            <a:solidFill>
              <a:srgbClr val="7BB93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19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rgbClr val="7BB93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06" name="Google Shape;306;p19"/>
          <p:cNvSpPr/>
          <p:nvPr/>
        </p:nvSpPr>
        <p:spPr>
          <a:xfrm flipH="1" rot="-7199939">
            <a:off x="1064415" y="4455831"/>
            <a:ext cx="2895074" cy="2857413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rgbClr val="7BB930"/>
            </a:solidFill>
            <a:prstDash val="lgDash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09" name="Google Shape;309;p20"/>
          <p:cNvSpPr txBox="1"/>
          <p:nvPr>
            <p:ph idx="1" type="subTitle"/>
          </p:nvPr>
        </p:nvSpPr>
        <p:spPr>
          <a:xfrm>
            <a:off x="725575" y="1860450"/>
            <a:ext cx="2365500" cy="8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310" name="Google Shape;310;p20"/>
          <p:cNvSpPr txBox="1"/>
          <p:nvPr>
            <p:ph idx="2" type="subTitle"/>
          </p:nvPr>
        </p:nvSpPr>
        <p:spPr>
          <a:xfrm>
            <a:off x="3394825" y="1860450"/>
            <a:ext cx="2365500" cy="8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311" name="Google Shape;311;p20"/>
          <p:cNvSpPr txBox="1"/>
          <p:nvPr>
            <p:ph idx="3" type="subTitle"/>
          </p:nvPr>
        </p:nvSpPr>
        <p:spPr>
          <a:xfrm>
            <a:off x="725575" y="3672200"/>
            <a:ext cx="2365500" cy="8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312" name="Google Shape;312;p20"/>
          <p:cNvSpPr txBox="1"/>
          <p:nvPr>
            <p:ph idx="4" type="subTitle"/>
          </p:nvPr>
        </p:nvSpPr>
        <p:spPr>
          <a:xfrm>
            <a:off x="3394825" y="3672200"/>
            <a:ext cx="2365500" cy="8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313" name="Google Shape;313;p20"/>
          <p:cNvSpPr txBox="1"/>
          <p:nvPr>
            <p:ph idx="5" type="subTitle"/>
          </p:nvPr>
        </p:nvSpPr>
        <p:spPr>
          <a:xfrm>
            <a:off x="6065271" y="1860450"/>
            <a:ext cx="2365500" cy="8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314" name="Google Shape;314;p20"/>
          <p:cNvSpPr txBox="1"/>
          <p:nvPr>
            <p:ph idx="6" type="subTitle"/>
          </p:nvPr>
        </p:nvSpPr>
        <p:spPr>
          <a:xfrm>
            <a:off x="6065271" y="3672200"/>
            <a:ext cx="2365500" cy="8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315" name="Google Shape;315;p20"/>
          <p:cNvSpPr txBox="1"/>
          <p:nvPr>
            <p:ph idx="7" type="subTitle"/>
          </p:nvPr>
        </p:nvSpPr>
        <p:spPr>
          <a:xfrm>
            <a:off x="725575" y="1332750"/>
            <a:ext cx="2365500" cy="527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16" name="Google Shape;316;p20"/>
          <p:cNvSpPr txBox="1"/>
          <p:nvPr>
            <p:ph idx="8" type="subTitle"/>
          </p:nvPr>
        </p:nvSpPr>
        <p:spPr>
          <a:xfrm>
            <a:off x="3394825" y="1332750"/>
            <a:ext cx="2365500" cy="527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17" name="Google Shape;317;p20"/>
          <p:cNvSpPr txBox="1"/>
          <p:nvPr>
            <p:ph idx="9" type="subTitle"/>
          </p:nvPr>
        </p:nvSpPr>
        <p:spPr>
          <a:xfrm>
            <a:off x="6065271" y="1332750"/>
            <a:ext cx="2365500" cy="527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18" name="Google Shape;318;p20"/>
          <p:cNvSpPr txBox="1"/>
          <p:nvPr>
            <p:ph idx="13" type="subTitle"/>
          </p:nvPr>
        </p:nvSpPr>
        <p:spPr>
          <a:xfrm>
            <a:off x="725575" y="3144500"/>
            <a:ext cx="2365500" cy="527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19" name="Google Shape;319;p20"/>
          <p:cNvSpPr txBox="1"/>
          <p:nvPr>
            <p:ph idx="14" type="subTitle"/>
          </p:nvPr>
        </p:nvSpPr>
        <p:spPr>
          <a:xfrm>
            <a:off x="3394825" y="3144500"/>
            <a:ext cx="2365500" cy="527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20" name="Google Shape;320;p20"/>
          <p:cNvSpPr txBox="1"/>
          <p:nvPr>
            <p:ph idx="15" type="subTitle"/>
          </p:nvPr>
        </p:nvSpPr>
        <p:spPr>
          <a:xfrm>
            <a:off x="6065271" y="3144500"/>
            <a:ext cx="2365500" cy="527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21" name="Google Shape;321;p20"/>
          <p:cNvSpPr/>
          <p:nvPr/>
        </p:nvSpPr>
        <p:spPr>
          <a:xfrm rot="1095117">
            <a:off x="6550927" y="-393669"/>
            <a:ext cx="3899522" cy="1866023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322" name="Google Shape;322;p20"/>
          <p:cNvSpPr/>
          <p:nvPr/>
        </p:nvSpPr>
        <p:spPr>
          <a:xfrm>
            <a:off x="8657284" y="-412225"/>
            <a:ext cx="693775" cy="684750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323" name="Google Shape;323;p20"/>
          <p:cNvSpPr/>
          <p:nvPr/>
        </p:nvSpPr>
        <p:spPr>
          <a:xfrm>
            <a:off x="8719040" y="2807696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24" name="Google Shape;324;p20"/>
          <p:cNvGrpSpPr/>
          <p:nvPr/>
        </p:nvGrpSpPr>
        <p:grpSpPr>
          <a:xfrm>
            <a:off x="8547408" y="3600388"/>
            <a:ext cx="416587" cy="596813"/>
            <a:chOff x="8555949" y="806163"/>
            <a:chExt cx="416587" cy="596813"/>
          </a:xfrm>
        </p:grpSpPr>
        <p:sp>
          <p:nvSpPr>
            <p:cNvPr id="325" name="Google Shape;325;p20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20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20"/>
            <p:cNvSpPr/>
            <p:nvPr/>
          </p:nvSpPr>
          <p:spPr>
            <a:xfrm>
              <a:off x="8879236" y="806163"/>
              <a:ext cx="93300" cy="93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20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9" name="Google Shape;329;p20"/>
          <p:cNvSpPr/>
          <p:nvPr/>
        </p:nvSpPr>
        <p:spPr>
          <a:xfrm>
            <a:off x="-412710" y="1971383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20"/>
          <p:cNvSpPr/>
          <p:nvPr/>
        </p:nvSpPr>
        <p:spPr>
          <a:xfrm>
            <a:off x="1580765" y="177371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20"/>
          <p:cNvSpPr/>
          <p:nvPr/>
        </p:nvSpPr>
        <p:spPr>
          <a:xfrm flipH="1" rot="-5400000">
            <a:off x="-1409830" y="3915325"/>
            <a:ext cx="2405873" cy="2374576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332" name="Google Shape;332;p20"/>
          <p:cNvSpPr/>
          <p:nvPr/>
        </p:nvSpPr>
        <p:spPr>
          <a:xfrm flipH="1" rot="-10799680">
            <a:off x="5155618" y="4674761"/>
            <a:ext cx="4195445" cy="2007256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333" name="Google Shape;333;p20"/>
          <p:cNvSpPr/>
          <p:nvPr/>
        </p:nvSpPr>
        <p:spPr>
          <a:xfrm flipH="1" rot="1461625">
            <a:off x="-1143644" y="-1368174"/>
            <a:ext cx="2405905" cy="2374608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grpSp>
        <p:nvGrpSpPr>
          <p:cNvPr id="334" name="Google Shape;334;p20"/>
          <p:cNvGrpSpPr/>
          <p:nvPr/>
        </p:nvGrpSpPr>
        <p:grpSpPr>
          <a:xfrm>
            <a:off x="68984" y="2716038"/>
            <a:ext cx="342461" cy="901613"/>
            <a:chOff x="8630075" y="806163"/>
            <a:chExt cx="342461" cy="901613"/>
          </a:xfrm>
        </p:grpSpPr>
        <p:sp>
          <p:nvSpPr>
            <p:cNvPr id="335" name="Google Shape;335;p20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20"/>
            <p:cNvSpPr/>
            <p:nvPr/>
          </p:nvSpPr>
          <p:spPr>
            <a:xfrm>
              <a:off x="8862861" y="16144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20"/>
            <p:cNvSpPr/>
            <p:nvPr/>
          </p:nvSpPr>
          <p:spPr>
            <a:xfrm>
              <a:off x="8879236" y="806163"/>
              <a:ext cx="93300" cy="93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20"/>
            <p:cNvSpPr/>
            <p:nvPr/>
          </p:nvSpPr>
          <p:spPr>
            <a:xfrm>
              <a:off x="8708349" y="1343600"/>
              <a:ext cx="54900" cy="54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39" name="Google Shape;339;p20"/>
          <p:cNvSpPr/>
          <p:nvPr/>
        </p:nvSpPr>
        <p:spPr>
          <a:xfrm>
            <a:off x="3484190" y="5017508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20"/>
          <p:cNvSpPr/>
          <p:nvPr/>
        </p:nvSpPr>
        <p:spPr>
          <a:xfrm rot="-598330">
            <a:off x="552518" y="782087"/>
            <a:ext cx="152164" cy="190205"/>
          </a:xfrm>
          <a:custGeom>
            <a:rect b="b" l="l" r="r" t="t"/>
            <a:pathLst>
              <a:path extrusionOk="0" h="4276" w="3421">
                <a:moveTo>
                  <a:pt x="1718" y="979"/>
                </a:moveTo>
                <a:cubicBezTo>
                  <a:pt x="2155" y="979"/>
                  <a:pt x="2500" y="1388"/>
                  <a:pt x="2423" y="1864"/>
                </a:cubicBezTo>
                <a:cubicBezTo>
                  <a:pt x="2380" y="2149"/>
                  <a:pt x="2171" y="2380"/>
                  <a:pt x="1908" y="2445"/>
                </a:cubicBezTo>
                <a:cubicBezTo>
                  <a:pt x="1839" y="2466"/>
                  <a:pt x="1772" y="2475"/>
                  <a:pt x="1706" y="2475"/>
                </a:cubicBezTo>
                <a:cubicBezTo>
                  <a:pt x="1275" y="2475"/>
                  <a:pt x="923" y="2066"/>
                  <a:pt x="1009" y="1590"/>
                </a:cubicBezTo>
                <a:cubicBezTo>
                  <a:pt x="1053" y="1305"/>
                  <a:pt x="1261" y="1074"/>
                  <a:pt x="1513" y="1009"/>
                </a:cubicBezTo>
                <a:cubicBezTo>
                  <a:pt x="1583" y="988"/>
                  <a:pt x="1652" y="979"/>
                  <a:pt x="1718" y="979"/>
                </a:cubicBezTo>
                <a:close/>
                <a:moveTo>
                  <a:pt x="1716" y="0"/>
                </a:moveTo>
                <a:cubicBezTo>
                  <a:pt x="1628" y="0"/>
                  <a:pt x="1538" y="7"/>
                  <a:pt x="1447" y="22"/>
                </a:cubicBezTo>
                <a:cubicBezTo>
                  <a:pt x="680" y="143"/>
                  <a:pt x="77" y="823"/>
                  <a:pt x="22" y="1634"/>
                </a:cubicBezTo>
                <a:cubicBezTo>
                  <a:pt x="0" y="2029"/>
                  <a:pt x="99" y="2402"/>
                  <a:pt x="285" y="2697"/>
                </a:cubicBezTo>
                <a:cubicBezTo>
                  <a:pt x="329" y="2774"/>
                  <a:pt x="384" y="2840"/>
                  <a:pt x="439" y="2906"/>
                </a:cubicBezTo>
                <a:lnTo>
                  <a:pt x="1535" y="4144"/>
                </a:lnTo>
                <a:cubicBezTo>
                  <a:pt x="1612" y="4231"/>
                  <a:pt x="1719" y="4275"/>
                  <a:pt x="1828" y="4275"/>
                </a:cubicBezTo>
                <a:cubicBezTo>
                  <a:pt x="1953" y="4275"/>
                  <a:pt x="2078" y="4218"/>
                  <a:pt x="2160" y="4100"/>
                </a:cubicBezTo>
                <a:lnTo>
                  <a:pt x="2840" y="3147"/>
                </a:lnTo>
                <a:cubicBezTo>
                  <a:pt x="2894" y="3048"/>
                  <a:pt x="3016" y="2873"/>
                  <a:pt x="3114" y="2719"/>
                </a:cubicBezTo>
                <a:cubicBezTo>
                  <a:pt x="3311" y="2412"/>
                  <a:pt x="3421" y="2061"/>
                  <a:pt x="3410" y="1700"/>
                </a:cubicBezTo>
                <a:lnTo>
                  <a:pt x="3410" y="1688"/>
                </a:lnTo>
                <a:cubicBezTo>
                  <a:pt x="3370" y="740"/>
                  <a:pt x="2620" y="0"/>
                  <a:pt x="171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20"/>
          <p:cNvSpPr/>
          <p:nvPr/>
        </p:nvSpPr>
        <p:spPr>
          <a:xfrm flipH="1" rot="598330">
            <a:off x="8417618" y="4402062"/>
            <a:ext cx="152164" cy="190205"/>
          </a:xfrm>
          <a:custGeom>
            <a:rect b="b" l="l" r="r" t="t"/>
            <a:pathLst>
              <a:path extrusionOk="0" h="4276" w="3421">
                <a:moveTo>
                  <a:pt x="1718" y="979"/>
                </a:moveTo>
                <a:cubicBezTo>
                  <a:pt x="2155" y="979"/>
                  <a:pt x="2500" y="1388"/>
                  <a:pt x="2423" y="1864"/>
                </a:cubicBezTo>
                <a:cubicBezTo>
                  <a:pt x="2380" y="2149"/>
                  <a:pt x="2171" y="2380"/>
                  <a:pt x="1908" y="2445"/>
                </a:cubicBezTo>
                <a:cubicBezTo>
                  <a:pt x="1839" y="2466"/>
                  <a:pt x="1772" y="2475"/>
                  <a:pt x="1706" y="2475"/>
                </a:cubicBezTo>
                <a:cubicBezTo>
                  <a:pt x="1275" y="2475"/>
                  <a:pt x="923" y="2066"/>
                  <a:pt x="1009" y="1590"/>
                </a:cubicBezTo>
                <a:cubicBezTo>
                  <a:pt x="1053" y="1305"/>
                  <a:pt x="1261" y="1074"/>
                  <a:pt x="1513" y="1009"/>
                </a:cubicBezTo>
                <a:cubicBezTo>
                  <a:pt x="1583" y="988"/>
                  <a:pt x="1652" y="979"/>
                  <a:pt x="1718" y="979"/>
                </a:cubicBezTo>
                <a:close/>
                <a:moveTo>
                  <a:pt x="1716" y="0"/>
                </a:moveTo>
                <a:cubicBezTo>
                  <a:pt x="1628" y="0"/>
                  <a:pt x="1538" y="7"/>
                  <a:pt x="1447" y="22"/>
                </a:cubicBezTo>
                <a:cubicBezTo>
                  <a:pt x="680" y="143"/>
                  <a:pt x="77" y="823"/>
                  <a:pt x="22" y="1634"/>
                </a:cubicBezTo>
                <a:cubicBezTo>
                  <a:pt x="0" y="2029"/>
                  <a:pt x="99" y="2402"/>
                  <a:pt x="285" y="2697"/>
                </a:cubicBezTo>
                <a:cubicBezTo>
                  <a:pt x="329" y="2774"/>
                  <a:pt x="384" y="2840"/>
                  <a:pt x="439" y="2906"/>
                </a:cubicBezTo>
                <a:lnTo>
                  <a:pt x="1535" y="4144"/>
                </a:lnTo>
                <a:cubicBezTo>
                  <a:pt x="1612" y="4231"/>
                  <a:pt x="1719" y="4275"/>
                  <a:pt x="1828" y="4275"/>
                </a:cubicBezTo>
                <a:cubicBezTo>
                  <a:pt x="1953" y="4275"/>
                  <a:pt x="2078" y="4218"/>
                  <a:pt x="2160" y="4100"/>
                </a:cubicBezTo>
                <a:lnTo>
                  <a:pt x="2840" y="3147"/>
                </a:lnTo>
                <a:cubicBezTo>
                  <a:pt x="2894" y="3048"/>
                  <a:pt x="3016" y="2873"/>
                  <a:pt x="3114" y="2719"/>
                </a:cubicBezTo>
                <a:cubicBezTo>
                  <a:pt x="3311" y="2412"/>
                  <a:pt x="3421" y="2061"/>
                  <a:pt x="3410" y="1700"/>
                </a:cubicBezTo>
                <a:lnTo>
                  <a:pt x="3410" y="1688"/>
                </a:lnTo>
                <a:cubicBezTo>
                  <a:pt x="3370" y="740"/>
                  <a:pt x="2620" y="0"/>
                  <a:pt x="171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20"/>
          <p:cNvSpPr/>
          <p:nvPr/>
        </p:nvSpPr>
        <p:spPr>
          <a:xfrm>
            <a:off x="7349528" y="454396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1"/>
          <p:cNvSpPr txBox="1"/>
          <p:nvPr>
            <p:ph hasCustomPrompt="1" type="title"/>
          </p:nvPr>
        </p:nvSpPr>
        <p:spPr>
          <a:xfrm>
            <a:off x="798388" y="2551700"/>
            <a:ext cx="3492600" cy="76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45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45" name="Google Shape;345;p21"/>
          <p:cNvSpPr txBox="1"/>
          <p:nvPr>
            <p:ph idx="1" type="subTitle"/>
          </p:nvPr>
        </p:nvSpPr>
        <p:spPr>
          <a:xfrm>
            <a:off x="798388" y="3509223"/>
            <a:ext cx="34926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6" name="Google Shape;346;p21"/>
          <p:cNvSpPr txBox="1"/>
          <p:nvPr>
            <p:ph hasCustomPrompt="1" idx="2" type="title"/>
          </p:nvPr>
        </p:nvSpPr>
        <p:spPr>
          <a:xfrm>
            <a:off x="2825700" y="840714"/>
            <a:ext cx="3492600" cy="76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45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47" name="Google Shape;347;p21"/>
          <p:cNvSpPr txBox="1"/>
          <p:nvPr>
            <p:ph idx="3" type="subTitle"/>
          </p:nvPr>
        </p:nvSpPr>
        <p:spPr>
          <a:xfrm>
            <a:off x="2825700" y="1615651"/>
            <a:ext cx="34926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8" name="Google Shape;348;p21"/>
          <p:cNvSpPr txBox="1"/>
          <p:nvPr>
            <p:ph hasCustomPrompt="1" idx="4" type="title"/>
          </p:nvPr>
        </p:nvSpPr>
        <p:spPr>
          <a:xfrm>
            <a:off x="4853013" y="2551700"/>
            <a:ext cx="3492600" cy="76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45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49" name="Google Shape;349;p21"/>
          <p:cNvSpPr txBox="1"/>
          <p:nvPr>
            <p:ph idx="5" type="subTitle"/>
          </p:nvPr>
        </p:nvSpPr>
        <p:spPr>
          <a:xfrm>
            <a:off x="4853013" y="3509223"/>
            <a:ext cx="34926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52" name="Google Shape;352;p22"/>
          <p:cNvSpPr/>
          <p:nvPr/>
        </p:nvSpPr>
        <p:spPr>
          <a:xfrm flipH="1" rot="598330">
            <a:off x="8417618" y="782087"/>
            <a:ext cx="152164" cy="190205"/>
          </a:xfrm>
          <a:custGeom>
            <a:rect b="b" l="l" r="r" t="t"/>
            <a:pathLst>
              <a:path extrusionOk="0" h="4276" w="3421">
                <a:moveTo>
                  <a:pt x="1718" y="979"/>
                </a:moveTo>
                <a:cubicBezTo>
                  <a:pt x="2155" y="979"/>
                  <a:pt x="2500" y="1388"/>
                  <a:pt x="2423" y="1864"/>
                </a:cubicBezTo>
                <a:cubicBezTo>
                  <a:pt x="2380" y="2149"/>
                  <a:pt x="2171" y="2380"/>
                  <a:pt x="1908" y="2445"/>
                </a:cubicBezTo>
                <a:cubicBezTo>
                  <a:pt x="1839" y="2466"/>
                  <a:pt x="1772" y="2475"/>
                  <a:pt x="1706" y="2475"/>
                </a:cubicBezTo>
                <a:cubicBezTo>
                  <a:pt x="1275" y="2475"/>
                  <a:pt x="923" y="2066"/>
                  <a:pt x="1009" y="1590"/>
                </a:cubicBezTo>
                <a:cubicBezTo>
                  <a:pt x="1053" y="1305"/>
                  <a:pt x="1261" y="1074"/>
                  <a:pt x="1513" y="1009"/>
                </a:cubicBezTo>
                <a:cubicBezTo>
                  <a:pt x="1583" y="988"/>
                  <a:pt x="1652" y="979"/>
                  <a:pt x="1718" y="979"/>
                </a:cubicBezTo>
                <a:close/>
                <a:moveTo>
                  <a:pt x="1716" y="0"/>
                </a:moveTo>
                <a:cubicBezTo>
                  <a:pt x="1628" y="0"/>
                  <a:pt x="1538" y="7"/>
                  <a:pt x="1447" y="22"/>
                </a:cubicBezTo>
                <a:cubicBezTo>
                  <a:pt x="680" y="143"/>
                  <a:pt x="77" y="823"/>
                  <a:pt x="22" y="1634"/>
                </a:cubicBezTo>
                <a:cubicBezTo>
                  <a:pt x="0" y="2029"/>
                  <a:pt x="99" y="2402"/>
                  <a:pt x="285" y="2697"/>
                </a:cubicBezTo>
                <a:cubicBezTo>
                  <a:pt x="329" y="2774"/>
                  <a:pt x="384" y="2840"/>
                  <a:pt x="439" y="2906"/>
                </a:cubicBezTo>
                <a:lnTo>
                  <a:pt x="1535" y="4144"/>
                </a:lnTo>
                <a:cubicBezTo>
                  <a:pt x="1612" y="4231"/>
                  <a:pt x="1719" y="4275"/>
                  <a:pt x="1828" y="4275"/>
                </a:cubicBezTo>
                <a:cubicBezTo>
                  <a:pt x="1953" y="4275"/>
                  <a:pt x="2078" y="4218"/>
                  <a:pt x="2160" y="4100"/>
                </a:cubicBezTo>
                <a:lnTo>
                  <a:pt x="2840" y="3147"/>
                </a:lnTo>
                <a:cubicBezTo>
                  <a:pt x="2894" y="3048"/>
                  <a:pt x="3016" y="2873"/>
                  <a:pt x="3114" y="2719"/>
                </a:cubicBezTo>
                <a:cubicBezTo>
                  <a:pt x="3311" y="2412"/>
                  <a:pt x="3421" y="2061"/>
                  <a:pt x="3410" y="1700"/>
                </a:cubicBezTo>
                <a:lnTo>
                  <a:pt x="3410" y="1688"/>
                </a:lnTo>
                <a:cubicBezTo>
                  <a:pt x="3370" y="740"/>
                  <a:pt x="2620" y="0"/>
                  <a:pt x="171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22"/>
          <p:cNvSpPr/>
          <p:nvPr/>
        </p:nvSpPr>
        <p:spPr>
          <a:xfrm rot="-598330">
            <a:off x="552518" y="4402062"/>
            <a:ext cx="152164" cy="190205"/>
          </a:xfrm>
          <a:custGeom>
            <a:rect b="b" l="l" r="r" t="t"/>
            <a:pathLst>
              <a:path extrusionOk="0" h="4276" w="3421">
                <a:moveTo>
                  <a:pt x="1718" y="979"/>
                </a:moveTo>
                <a:cubicBezTo>
                  <a:pt x="2155" y="979"/>
                  <a:pt x="2500" y="1388"/>
                  <a:pt x="2423" y="1864"/>
                </a:cubicBezTo>
                <a:cubicBezTo>
                  <a:pt x="2380" y="2149"/>
                  <a:pt x="2171" y="2380"/>
                  <a:pt x="1908" y="2445"/>
                </a:cubicBezTo>
                <a:cubicBezTo>
                  <a:pt x="1839" y="2466"/>
                  <a:pt x="1772" y="2475"/>
                  <a:pt x="1706" y="2475"/>
                </a:cubicBezTo>
                <a:cubicBezTo>
                  <a:pt x="1275" y="2475"/>
                  <a:pt x="923" y="2066"/>
                  <a:pt x="1009" y="1590"/>
                </a:cubicBezTo>
                <a:cubicBezTo>
                  <a:pt x="1053" y="1305"/>
                  <a:pt x="1261" y="1074"/>
                  <a:pt x="1513" y="1009"/>
                </a:cubicBezTo>
                <a:cubicBezTo>
                  <a:pt x="1583" y="988"/>
                  <a:pt x="1652" y="979"/>
                  <a:pt x="1718" y="979"/>
                </a:cubicBezTo>
                <a:close/>
                <a:moveTo>
                  <a:pt x="1716" y="0"/>
                </a:moveTo>
                <a:cubicBezTo>
                  <a:pt x="1628" y="0"/>
                  <a:pt x="1538" y="7"/>
                  <a:pt x="1447" y="22"/>
                </a:cubicBezTo>
                <a:cubicBezTo>
                  <a:pt x="680" y="143"/>
                  <a:pt x="77" y="823"/>
                  <a:pt x="22" y="1634"/>
                </a:cubicBezTo>
                <a:cubicBezTo>
                  <a:pt x="0" y="2029"/>
                  <a:pt x="99" y="2402"/>
                  <a:pt x="285" y="2697"/>
                </a:cubicBezTo>
                <a:cubicBezTo>
                  <a:pt x="329" y="2774"/>
                  <a:pt x="384" y="2840"/>
                  <a:pt x="439" y="2906"/>
                </a:cubicBezTo>
                <a:lnTo>
                  <a:pt x="1535" y="4144"/>
                </a:lnTo>
                <a:cubicBezTo>
                  <a:pt x="1612" y="4231"/>
                  <a:pt x="1719" y="4275"/>
                  <a:pt x="1828" y="4275"/>
                </a:cubicBezTo>
                <a:cubicBezTo>
                  <a:pt x="1953" y="4275"/>
                  <a:pt x="2078" y="4218"/>
                  <a:pt x="2160" y="4100"/>
                </a:cubicBezTo>
                <a:lnTo>
                  <a:pt x="2840" y="3147"/>
                </a:lnTo>
                <a:cubicBezTo>
                  <a:pt x="2894" y="3048"/>
                  <a:pt x="3016" y="2873"/>
                  <a:pt x="3114" y="2719"/>
                </a:cubicBezTo>
                <a:cubicBezTo>
                  <a:pt x="3311" y="2412"/>
                  <a:pt x="3421" y="2061"/>
                  <a:pt x="3410" y="1700"/>
                </a:cubicBezTo>
                <a:lnTo>
                  <a:pt x="3410" y="1688"/>
                </a:lnTo>
                <a:cubicBezTo>
                  <a:pt x="3370" y="740"/>
                  <a:pt x="2620" y="0"/>
                  <a:pt x="171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22"/>
          <p:cNvSpPr/>
          <p:nvPr/>
        </p:nvSpPr>
        <p:spPr>
          <a:xfrm flipH="1" rot="-1095117">
            <a:off x="-1255957" y="-393669"/>
            <a:ext cx="3899522" cy="1866023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355" name="Google Shape;355;p22"/>
          <p:cNvSpPr/>
          <p:nvPr/>
        </p:nvSpPr>
        <p:spPr>
          <a:xfrm flipH="1">
            <a:off x="-156566" y="-412225"/>
            <a:ext cx="693775" cy="684750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356" name="Google Shape;356;p22"/>
          <p:cNvSpPr/>
          <p:nvPr/>
        </p:nvSpPr>
        <p:spPr>
          <a:xfrm flipH="1">
            <a:off x="-203741" y="2807696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57" name="Google Shape;357;p22"/>
          <p:cNvGrpSpPr/>
          <p:nvPr/>
        </p:nvGrpSpPr>
        <p:grpSpPr>
          <a:xfrm flipH="1">
            <a:off x="154298" y="3600388"/>
            <a:ext cx="416587" cy="596813"/>
            <a:chOff x="8555949" y="806163"/>
            <a:chExt cx="416587" cy="596813"/>
          </a:xfrm>
        </p:grpSpPr>
        <p:sp>
          <p:nvSpPr>
            <p:cNvPr id="358" name="Google Shape;358;p22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22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22"/>
            <p:cNvSpPr/>
            <p:nvPr/>
          </p:nvSpPr>
          <p:spPr>
            <a:xfrm>
              <a:off x="8879236" y="806163"/>
              <a:ext cx="93300" cy="93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22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2" name="Google Shape;362;p22"/>
          <p:cNvSpPr/>
          <p:nvPr/>
        </p:nvSpPr>
        <p:spPr>
          <a:xfrm flipH="1">
            <a:off x="8585109" y="1187496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22"/>
          <p:cNvSpPr/>
          <p:nvPr/>
        </p:nvSpPr>
        <p:spPr>
          <a:xfrm flipH="1">
            <a:off x="6934534" y="177371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22"/>
          <p:cNvSpPr/>
          <p:nvPr/>
        </p:nvSpPr>
        <p:spPr>
          <a:xfrm rot="5400000">
            <a:off x="8198450" y="3915325"/>
            <a:ext cx="2405873" cy="2374576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365" name="Google Shape;365;p22"/>
          <p:cNvSpPr/>
          <p:nvPr/>
        </p:nvSpPr>
        <p:spPr>
          <a:xfrm rot="10799680">
            <a:off x="-156571" y="4674761"/>
            <a:ext cx="4195445" cy="2007256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366" name="Google Shape;366;p22"/>
          <p:cNvSpPr/>
          <p:nvPr/>
        </p:nvSpPr>
        <p:spPr>
          <a:xfrm rot="-1461625">
            <a:off x="7932232" y="-1368174"/>
            <a:ext cx="2405905" cy="2374608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grpSp>
        <p:nvGrpSpPr>
          <p:cNvPr id="367" name="Google Shape;367;p22"/>
          <p:cNvGrpSpPr/>
          <p:nvPr/>
        </p:nvGrpSpPr>
        <p:grpSpPr>
          <a:xfrm flipH="1">
            <a:off x="8542223" y="1561163"/>
            <a:ext cx="416587" cy="596813"/>
            <a:chOff x="8555949" y="806163"/>
            <a:chExt cx="416587" cy="596813"/>
          </a:xfrm>
        </p:grpSpPr>
        <p:sp>
          <p:nvSpPr>
            <p:cNvPr id="368" name="Google Shape;368;p22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22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22"/>
            <p:cNvSpPr/>
            <p:nvPr/>
          </p:nvSpPr>
          <p:spPr>
            <a:xfrm>
              <a:off x="8879236" y="806163"/>
              <a:ext cx="93300" cy="93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22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2" name="Google Shape;372;p22"/>
          <p:cNvSpPr/>
          <p:nvPr/>
        </p:nvSpPr>
        <p:spPr>
          <a:xfrm flipH="1">
            <a:off x="5031109" y="5017508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1_1"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2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75" name="Google Shape;375;p23"/>
          <p:cNvSpPr/>
          <p:nvPr/>
        </p:nvSpPr>
        <p:spPr>
          <a:xfrm>
            <a:off x="6595800" y="-501775"/>
            <a:ext cx="3899475" cy="1866000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376" name="Google Shape;376;p23"/>
          <p:cNvSpPr/>
          <p:nvPr/>
        </p:nvSpPr>
        <p:spPr>
          <a:xfrm>
            <a:off x="-442575" y="320525"/>
            <a:ext cx="964387" cy="1748853"/>
          </a:xfrm>
          <a:custGeom>
            <a:rect b="b" l="l" r="r" t="t"/>
            <a:pathLst>
              <a:path extrusionOk="0" h="44975" w="24801">
                <a:moveTo>
                  <a:pt x="0" y="0"/>
                </a:moveTo>
                <a:cubicBezTo>
                  <a:pt x="9939" y="2840"/>
                  <a:pt x="22701" y="8942"/>
                  <a:pt x="24402" y="19138"/>
                </a:cubicBezTo>
                <a:cubicBezTo>
                  <a:pt x="25999" y="28707"/>
                  <a:pt x="19683" y="40640"/>
                  <a:pt x="11004" y="44975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377" name="Google Shape;377;p23"/>
          <p:cNvSpPr/>
          <p:nvPr/>
        </p:nvSpPr>
        <p:spPr>
          <a:xfrm rot="-2700000">
            <a:off x="2523063" y="-602314"/>
            <a:ext cx="1119389" cy="1104828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378" name="Google Shape;378;p23"/>
          <p:cNvSpPr/>
          <p:nvPr/>
        </p:nvSpPr>
        <p:spPr>
          <a:xfrm rot="10799680">
            <a:off x="-175496" y="4587186"/>
            <a:ext cx="4195445" cy="2007256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379" name="Google Shape;379;p23"/>
          <p:cNvSpPr/>
          <p:nvPr/>
        </p:nvSpPr>
        <p:spPr>
          <a:xfrm>
            <a:off x="1254027" y="226549"/>
            <a:ext cx="588829" cy="147316"/>
          </a:xfrm>
          <a:custGeom>
            <a:rect b="b" l="l" r="r" t="t"/>
            <a:pathLst>
              <a:path extrusionOk="0" h="1358" w="5428">
                <a:moveTo>
                  <a:pt x="3524" y="0"/>
                </a:moveTo>
                <a:cubicBezTo>
                  <a:pt x="3201" y="0"/>
                  <a:pt x="2890" y="197"/>
                  <a:pt x="2752" y="481"/>
                </a:cubicBezTo>
                <a:cubicBezTo>
                  <a:pt x="2587" y="352"/>
                  <a:pt x="2379" y="286"/>
                  <a:pt x="2173" y="286"/>
                </a:cubicBezTo>
                <a:cubicBezTo>
                  <a:pt x="2079" y="286"/>
                  <a:pt x="1986" y="300"/>
                  <a:pt x="1897" y="327"/>
                </a:cubicBezTo>
                <a:cubicBezTo>
                  <a:pt x="1601" y="426"/>
                  <a:pt x="1371" y="678"/>
                  <a:pt x="1294" y="963"/>
                </a:cubicBezTo>
                <a:cubicBezTo>
                  <a:pt x="1149" y="810"/>
                  <a:pt x="937" y="722"/>
                  <a:pt x="726" y="722"/>
                </a:cubicBezTo>
                <a:cubicBezTo>
                  <a:pt x="666" y="722"/>
                  <a:pt x="607" y="729"/>
                  <a:pt x="548" y="744"/>
                </a:cubicBezTo>
                <a:cubicBezTo>
                  <a:pt x="285" y="820"/>
                  <a:pt x="66" y="1040"/>
                  <a:pt x="0" y="1303"/>
                </a:cubicBezTo>
                <a:lnTo>
                  <a:pt x="5416" y="1358"/>
                </a:lnTo>
                <a:cubicBezTo>
                  <a:pt x="5428" y="1105"/>
                  <a:pt x="5296" y="842"/>
                  <a:pt x="5077" y="711"/>
                </a:cubicBezTo>
                <a:cubicBezTo>
                  <a:pt x="4972" y="648"/>
                  <a:pt x="4849" y="617"/>
                  <a:pt x="4726" y="617"/>
                </a:cubicBezTo>
                <a:cubicBezTo>
                  <a:pt x="4592" y="617"/>
                  <a:pt x="4456" y="653"/>
                  <a:pt x="4342" y="722"/>
                </a:cubicBezTo>
                <a:cubicBezTo>
                  <a:pt x="4287" y="360"/>
                  <a:pt x="3991" y="64"/>
                  <a:pt x="3640" y="9"/>
                </a:cubicBezTo>
                <a:cubicBezTo>
                  <a:pt x="3601" y="3"/>
                  <a:pt x="3563" y="0"/>
                  <a:pt x="352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23"/>
          <p:cNvSpPr/>
          <p:nvPr/>
        </p:nvSpPr>
        <p:spPr>
          <a:xfrm>
            <a:off x="8743477" y="2621449"/>
            <a:ext cx="588829" cy="147316"/>
          </a:xfrm>
          <a:custGeom>
            <a:rect b="b" l="l" r="r" t="t"/>
            <a:pathLst>
              <a:path extrusionOk="0" h="1358" w="5428">
                <a:moveTo>
                  <a:pt x="3524" y="0"/>
                </a:moveTo>
                <a:cubicBezTo>
                  <a:pt x="3201" y="0"/>
                  <a:pt x="2890" y="197"/>
                  <a:pt x="2752" y="481"/>
                </a:cubicBezTo>
                <a:cubicBezTo>
                  <a:pt x="2587" y="352"/>
                  <a:pt x="2379" y="286"/>
                  <a:pt x="2173" y="286"/>
                </a:cubicBezTo>
                <a:cubicBezTo>
                  <a:pt x="2079" y="286"/>
                  <a:pt x="1986" y="300"/>
                  <a:pt x="1897" y="327"/>
                </a:cubicBezTo>
                <a:cubicBezTo>
                  <a:pt x="1601" y="426"/>
                  <a:pt x="1371" y="678"/>
                  <a:pt x="1294" y="963"/>
                </a:cubicBezTo>
                <a:cubicBezTo>
                  <a:pt x="1149" y="810"/>
                  <a:pt x="937" y="722"/>
                  <a:pt x="726" y="722"/>
                </a:cubicBezTo>
                <a:cubicBezTo>
                  <a:pt x="666" y="722"/>
                  <a:pt x="607" y="729"/>
                  <a:pt x="548" y="744"/>
                </a:cubicBezTo>
                <a:cubicBezTo>
                  <a:pt x="285" y="820"/>
                  <a:pt x="66" y="1040"/>
                  <a:pt x="0" y="1303"/>
                </a:cubicBezTo>
                <a:lnTo>
                  <a:pt x="5416" y="1358"/>
                </a:lnTo>
                <a:cubicBezTo>
                  <a:pt x="5428" y="1105"/>
                  <a:pt x="5296" y="842"/>
                  <a:pt x="5077" y="711"/>
                </a:cubicBezTo>
                <a:cubicBezTo>
                  <a:pt x="4972" y="648"/>
                  <a:pt x="4849" y="617"/>
                  <a:pt x="4726" y="617"/>
                </a:cubicBezTo>
                <a:cubicBezTo>
                  <a:pt x="4592" y="617"/>
                  <a:pt x="4456" y="653"/>
                  <a:pt x="4342" y="722"/>
                </a:cubicBezTo>
                <a:cubicBezTo>
                  <a:pt x="4287" y="360"/>
                  <a:pt x="3991" y="64"/>
                  <a:pt x="3640" y="9"/>
                </a:cubicBezTo>
                <a:cubicBezTo>
                  <a:pt x="3601" y="3"/>
                  <a:pt x="3563" y="0"/>
                  <a:pt x="352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23"/>
          <p:cNvSpPr/>
          <p:nvPr/>
        </p:nvSpPr>
        <p:spPr>
          <a:xfrm>
            <a:off x="6286757" y="215108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23"/>
          <p:cNvSpPr/>
          <p:nvPr/>
        </p:nvSpPr>
        <p:spPr>
          <a:xfrm>
            <a:off x="3747677" y="4996186"/>
            <a:ext cx="588829" cy="147316"/>
          </a:xfrm>
          <a:custGeom>
            <a:rect b="b" l="l" r="r" t="t"/>
            <a:pathLst>
              <a:path extrusionOk="0" h="1358" w="5428">
                <a:moveTo>
                  <a:pt x="3524" y="0"/>
                </a:moveTo>
                <a:cubicBezTo>
                  <a:pt x="3201" y="0"/>
                  <a:pt x="2890" y="197"/>
                  <a:pt x="2752" y="481"/>
                </a:cubicBezTo>
                <a:cubicBezTo>
                  <a:pt x="2587" y="352"/>
                  <a:pt x="2379" y="286"/>
                  <a:pt x="2173" y="286"/>
                </a:cubicBezTo>
                <a:cubicBezTo>
                  <a:pt x="2079" y="286"/>
                  <a:pt x="1986" y="300"/>
                  <a:pt x="1897" y="327"/>
                </a:cubicBezTo>
                <a:cubicBezTo>
                  <a:pt x="1601" y="426"/>
                  <a:pt x="1371" y="678"/>
                  <a:pt x="1294" y="963"/>
                </a:cubicBezTo>
                <a:cubicBezTo>
                  <a:pt x="1149" y="810"/>
                  <a:pt x="937" y="722"/>
                  <a:pt x="726" y="722"/>
                </a:cubicBezTo>
                <a:cubicBezTo>
                  <a:pt x="666" y="722"/>
                  <a:pt x="607" y="729"/>
                  <a:pt x="548" y="744"/>
                </a:cubicBezTo>
                <a:cubicBezTo>
                  <a:pt x="285" y="820"/>
                  <a:pt x="66" y="1040"/>
                  <a:pt x="0" y="1303"/>
                </a:cubicBezTo>
                <a:lnTo>
                  <a:pt x="5416" y="1358"/>
                </a:lnTo>
                <a:cubicBezTo>
                  <a:pt x="5428" y="1105"/>
                  <a:pt x="5296" y="842"/>
                  <a:pt x="5077" y="711"/>
                </a:cubicBezTo>
                <a:cubicBezTo>
                  <a:pt x="4972" y="648"/>
                  <a:pt x="4849" y="617"/>
                  <a:pt x="4726" y="617"/>
                </a:cubicBezTo>
                <a:cubicBezTo>
                  <a:pt x="4592" y="617"/>
                  <a:pt x="4456" y="653"/>
                  <a:pt x="4342" y="722"/>
                </a:cubicBezTo>
                <a:cubicBezTo>
                  <a:pt x="4287" y="360"/>
                  <a:pt x="3991" y="64"/>
                  <a:pt x="3640" y="9"/>
                </a:cubicBezTo>
                <a:cubicBezTo>
                  <a:pt x="3601" y="3"/>
                  <a:pt x="3563" y="0"/>
                  <a:pt x="352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23"/>
          <p:cNvSpPr/>
          <p:nvPr/>
        </p:nvSpPr>
        <p:spPr>
          <a:xfrm>
            <a:off x="-175498" y="3254536"/>
            <a:ext cx="588829" cy="147316"/>
          </a:xfrm>
          <a:custGeom>
            <a:rect b="b" l="l" r="r" t="t"/>
            <a:pathLst>
              <a:path extrusionOk="0" h="1358" w="5428">
                <a:moveTo>
                  <a:pt x="3524" y="0"/>
                </a:moveTo>
                <a:cubicBezTo>
                  <a:pt x="3201" y="0"/>
                  <a:pt x="2890" y="197"/>
                  <a:pt x="2752" y="481"/>
                </a:cubicBezTo>
                <a:cubicBezTo>
                  <a:pt x="2587" y="352"/>
                  <a:pt x="2379" y="286"/>
                  <a:pt x="2173" y="286"/>
                </a:cubicBezTo>
                <a:cubicBezTo>
                  <a:pt x="2079" y="286"/>
                  <a:pt x="1986" y="300"/>
                  <a:pt x="1897" y="327"/>
                </a:cubicBezTo>
                <a:cubicBezTo>
                  <a:pt x="1601" y="426"/>
                  <a:pt x="1371" y="678"/>
                  <a:pt x="1294" y="963"/>
                </a:cubicBezTo>
                <a:cubicBezTo>
                  <a:pt x="1149" y="810"/>
                  <a:pt x="937" y="722"/>
                  <a:pt x="726" y="722"/>
                </a:cubicBezTo>
                <a:cubicBezTo>
                  <a:pt x="666" y="722"/>
                  <a:pt x="607" y="729"/>
                  <a:pt x="548" y="744"/>
                </a:cubicBezTo>
                <a:cubicBezTo>
                  <a:pt x="285" y="820"/>
                  <a:pt x="66" y="1040"/>
                  <a:pt x="0" y="1303"/>
                </a:cubicBezTo>
                <a:lnTo>
                  <a:pt x="5416" y="1358"/>
                </a:lnTo>
                <a:cubicBezTo>
                  <a:pt x="5428" y="1105"/>
                  <a:pt x="5296" y="842"/>
                  <a:pt x="5077" y="711"/>
                </a:cubicBezTo>
                <a:cubicBezTo>
                  <a:pt x="4972" y="648"/>
                  <a:pt x="4849" y="617"/>
                  <a:pt x="4726" y="617"/>
                </a:cubicBezTo>
                <a:cubicBezTo>
                  <a:pt x="4592" y="617"/>
                  <a:pt x="4456" y="653"/>
                  <a:pt x="4342" y="722"/>
                </a:cubicBezTo>
                <a:cubicBezTo>
                  <a:pt x="4287" y="360"/>
                  <a:pt x="3991" y="64"/>
                  <a:pt x="3640" y="9"/>
                </a:cubicBezTo>
                <a:cubicBezTo>
                  <a:pt x="3601" y="3"/>
                  <a:pt x="3563" y="0"/>
                  <a:pt x="352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84" name="Google Shape;384;p23"/>
          <p:cNvGrpSpPr/>
          <p:nvPr/>
        </p:nvGrpSpPr>
        <p:grpSpPr>
          <a:xfrm rot="5400000">
            <a:off x="8418693" y="3907744"/>
            <a:ext cx="1238412" cy="385925"/>
            <a:chOff x="8251149" y="734000"/>
            <a:chExt cx="1238412" cy="385925"/>
          </a:xfrm>
        </p:grpSpPr>
        <p:sp>
          <p:nvSpPr>
            <p:cNvPr id="385" name="Google Shape;385;p23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23"/>
            <p:cNvSpPr/>
            <p:nvPr/>
          </p:nvSpPr>
          <p:spPr>
            <a:xfrm>
              <a:off x="9396261" y="928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23"/>
            <p:cNvSpPr/>
            <p:nvPr/>
          </p:nvSpPr>
          <p:spPr>
            <a:xfrm>
              <a:off x="9031636" y="806163"/>
              <a:ext cx="93300" cy="93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23"/>
            <p:cNvSpPr/>
            <p:nvPr/>
          </p:nvSpPr>
          <p:spPr>
            <a:xfrm>
              <a:off x="8251149" y="734000"/>
              <a:ext cx="54900" cy="54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89" name="Google Shape;389;p23"/>
          <p:cNvGrpSpPr/>
          <p:nvPr/>
        </p:nvGrpSpPr>
        <p:grpSpPr>
          <a:xfrm flipH="1">
            <a:off x="279548" y="2362275"/>
            <a:ext cx="400212" cy="418950"/>
            <a:chOff x="8555949" y="984025"/>
            <a:chExt cx="400212" cy="418950"/>
          </a:xfrm>
        </p:grpSpPr>
        <p:sp>
          <p:nvSpPr>
            <p:cNvPr id="390" name="Google Shape;390;p23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23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23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3" name="Google Shape;393;p23"/>
          <p:cNvGrpSpPr/>
          <p:nvPr/>
        </p:nvGrpSpPr>
        <p:grpSpPr>
          <a:xfrm flipH="1">
            <a:off x="8542223" y="1561163"/>
            <a:ext cx="416587" cy="596813"/>
            <a:chOff x="8555949" y="806163"/>
            <a:chExt cx="416587" cy="596813"/>
          </a:xfrm>
        </p:grpSpPr>
        <p:sp>
          <p:nvSpPr>
            <p:cNvPr id="394" name="Google Shape;394;p23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23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23"/>
            <p:cNvSpPr/>
            <p:nvPr/>
          </p:nvSpPr>
          <p:spPr>
            <a:xfrm>
              <a:off x="8879236" y="806163"/>
              <a:ext cx="93300" cy="93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23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8" name="Google Shape;398;p23"/>
          <p:cNvSpPr/>
          <p:nvPr/>
        </p:nvSpPr>
        <p:spPr>
          <a:xfrm flipH="1" rot="598330">
            <a:off x="8417618" y="782087"/>
            <a:ext cx="152164" cy="190205"/>
          </a:xfrm>
          <a:custGeom>
            <a:rect b="b" l="l" r="r" t="t"/>
            <a:pathLst>
              <a:path extrusionOk="0" h="4276" w="3421">
                <a:moveTo>
                  <a:pt x="1718" y="979"/>
                </a:moveTo>
                <a:cubicBezTo>
                  <a:pt x="2155" y="979"/>
                  <a:pt x="2500" y="1388"/>
                  <a:pt x="2423" y="1864"/>
                </a:cubicBezTo>
                <a:cubicBezTo>
                  <a:pt x="2380" y="2149"/>
                  <a:pt x="2171" y="2380"/>
                  <a:pt x="1908" y="2445"/>
                </a:cubicBezTo>
                <a:cubicBezTo>
                  <a:pt x="1839" y="2466"/>
                  <a:pt x="1772" y="2475"/>
                  <a:pt x="1706" y="2475"/>
                </a:cubicBezTo>
                <a:cubicBezTo>
                  <a:pt x="1275" y="2475"/>
                  <a:pt x="923" y="2066"/>
                  <a:pt x="1009" y="1590"/>
                </a:cubicBezTo>
                <a:cubicBezTo>
                  <a:pt x="1053" y="1305"/>
                  <a:pt x="1261" y="1074"/>
                  <a:pt x="1513" y="1009"/>
                </a:cubicBezTo>
                <a:cubicBezTo>
                  <a:pt x="1583" y="988"/>
                  <a:pt x="1652" y="979"/>
                  <a:pt x="1718" y="979"/>
                </a:cubicBezTo>
                <a:close/>
                <a:moveTo>
                  <a:pt x="1716" y="0"/>
                </a:moveTo>
                <a:cubicBezTo>
                  <a:pt x="1628" y="0"/>
                  <a:pt x="1538" y="7"/>
                  <a:pt x="1447" y="22"/>
                </a:cubicBezTo>
                <a:cubicBezTo>
                  <a:pt x="680" y="143"/>
                  <a:pt x="77" y="823"/>
                  <a:pt x="22" y="1634"/>
                </a:cubicBezTo>
                <a:cubicBezTo>
                  <a:pt x="0" y="2029"/>
                  <a:pt x="99" y="2402"/>
                  <a:pt x="285" y="2697"/>
                </a:cubicBezTo>
                <a:cubicBezTo>
                  <a:pt x="329" y="2774"/>
                  <a:pt x="384" y="2840"/>
                  <a:pt x="439" y="2906"/>
                </a:cubicBezTo>
                <a:lnTo>
                  <a:pt x="1535" y="4144"/>
                </a:lnTo>
                <a:cubicBezTo>
                  <a:pt x="1612" y="4231"/>
                  <a:pt x="1719" y="4275"/>
                  <a:pt x="1828" y="4275"/>
                </a:cubicBezTo>
                <a:cubicBezTo>
                  <a:pt x="1953" y="4275"/>
                  <a:pt x="2078" y="4218"/>
                  <a:pt x="2160" y="4100"/>
                </a:cubicBezTo>
                <a:lnTo>
                  <a:pt x="2840" y="3147"/>
                </a:lnTo>
                <a:cubicBezTo>
                  <a:pt x="2894" y="3048"/>
                  <a:pt x="3016" y="2873"/>
                  <a:pt x="3114" y="2719"/>
                </a:cubicBezTo>
                <a:cubicBezTo>
                  <a:pt x="3311" y="2412"/>
                  <a:pt x="3421" y="2061"/>
                  <a:pt x="3410" y="1700"/>
                </a:cubicBezTo>
                <a:lnTo>
                  <a:pt x="3410" y="1688"/>
                </a:lnTo>
                <a:cubicBezTo>
                  <a:pt x="3370" y="740"/>
                  <a:pt x="2620" y="0"/>
                  <a:pt x="171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23"/>
          <p:cNvSpPr/>
          <p:nvPr/>
        </p:nvSpPr>
        <p:spPr>
          <a:xfrm rot="-598330">
            <a:off x="552518" y="4402062"/>
            <a:ext cx="152164" cy="190205"/>
          </a:xfrm>
          <a:custGeom>
            <a:rect b="b" l="l" r="r" t="t"/>
            <a:pathLst>
              <a:path extrusionOk="0" h="4276" w="3421">
                <a:moveTo>
                  <a:pt x="1718" y="979"/>
                </a:moveTo>
                <a:cubicBezTo>
                  <a:pt x="2155" y="979"/>
                  <a:pt x="2500" y="1388"/>
                  <a:pt x="2423" y="1864"/>
                </a:cubicBezTo>
                <a:cubicBezTo>
                  <a:pt x="2380" y="2149"/>
                  <a:pt x="2171" y="2380"/>
                  <a:pt x="1908" y="2445"/>
                </a:cubicBezTo>
                <a:cubicBezTo>
                  <a:pt x="1839" y="2466"/>
                  <a:pt x="1772" y="2475"/>
                  <a:pt x="1706" y="2475"/>
                </a:cubicBezTo>
                <a:cubicBezTo>
                  <a:pt x="1275" y="2475"/>
                  <a:pt x="923" y="2066"/>
                  <a:pt x="1009" y="1590"/>
                </a:cubicBezTo>
                <a:cubicBezTo>
                  <a:pt x="1053" y="1305"/>
                  <a:pt x="1261" y="1074"/>
                  <a:pt x="1513" y="1009"/>
                </a:cubicBezTo>
                <a:cubicBezTo>
                  <a:pt x="1583" y="988"/>
                  <a:pt x="1652" y="979"/>
                  <a:pt x="1718" y="979"/>
                </a:cubicBezTo>
                <a:close/>
                <a:moveTo>
                  <a:pt x="1716" y="0"/>
                </a:moveTo>
                <a:cubicBezTo>
                  <a:pt x="1628" y="0"/>
                  <a:pt x="1538" y="7"/>
                  <a:pt x="1447" y="22"/>
                </a:cubicBezTo>
                <a:cubicBezTo>
                  <a:pt x="680" y="143"/>
                  <a:pt x="77" y="823"/>
                  <a:pt x="22" y="1634"/>
                </a:cubicBezTo>
                <a:cubicBezTo>
                  <a:pt x="0" y="2029"/>
                  <a:pt x="99" y="2402"/>
                  <a:pt x="285" y="2697"/>
                </a:cubicBezTo>
                <a:cubicBezTo>
                  <a:pt x="329" y="2774"/>
                  <a:pt x="384" y="2840"/>
                  <a:pt x="439" y="2906"/>
                </a:cubicBezTo>
                <a:lnTo>
                  <a:pt x="1535" y="4144"/>
                </a:lnTo>
                <a:cubicBezTo>
                  <a:pt x="1612" y="4231"/>
                  <a:pt x="1719" y="4275"/>
                  <a:pt x="1828" y="4275"/>
                </a:cubicBezTo>
                <a:cubicBezTo>
                  <a:pt x="1953" y="4275"/>
                  <a:pt x="2078" y="4218"/>
                  <a:pt x="2160" y="4100"/>
                </a:cubicBezTo>
                <a:lnTo>
                  <a:pt x="2840" y="3147"/>
                </a:lnTo>
                <a:cubicBezTo>
                  <a:pt x="2894" y="3048"/>
                  <a:pt x="3016" y="2873"/>
                  <a:pt x="3114" y="2719"/>
                </a:cubicBezTo>
                <a:cubicBezTo>
                  <a:pt x="3311" y="2412"/>
                  <a:pt x="3421" y="2061"/>
                  <a:pt x="3410" y="1700"/>
                </a:cubicBezTo>
                <a:lnTo>
                  <a:pt x="3410" y="1688"/>
                </a:lnTo>
                <a:cubicBezTo>
                  <a:pt x="3370" y="740"/>
                  <a:pt x="2620" y="0"/>
                  <a:pt x="171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00" name="Google Shape;400;p23"/>
          <p:cNvGrpSpPr/>
          <p:nvPr/>
        </p:nvGrpSpPr>
        <p:grpSpPr>
          <a:xfrm>
            <a:off x="8402289" y="4373147"/>
            <a:ext cx="461594" cy="461695"/>
            <a:chOff x="3601725" y="3116375"/>
            <a:chExt cx="253275" cy="253400"/>
          </a:xfrm>
        </p:grpSpPr>
        <p:sp>
          <p:nvSpPr>
            <p:cNvPr id="401" name="Google Shape;401;p23"/>
            <p:cNvSpPr/>
            <p:nvPr/>
          </p:nvSpPr>
          <p:spPr>
            <a:xfrm>
              <a:off x="3601725" y="3116650"/>
              <a:ext cx="251900" cy="252200"/>
            </a:xfrm>
            <a:custGeom>
              <a:rect b="b" l="l" r="r" t="t"/>
              <a:pathLst>
                <a:path extrusionOk="0" h="10088" w="10076">
                  <a:moveTo>
                    <a:pt x="5044" y="1"/>
                  </a:moveTo>
                  <a:cubicBezTo>
                    <a:pt x="2259" y="1"/>
                    <a:pt x="0" y="2259"/>
                    <a:pt x="0" y="5044"/>
                  </a:cubicBezTo>
                  <a:cubicBezTo>
                    <a:pt x="0" y="7829"/>
                    <a:pt x="2259" y="10088"/>
                    <a:pt x="5044" y="10088"/>
                  </a:cubicBezTo>
                  <a:cubicBezTo>
                    <a:pt x="7817" y="10088"/>
                    <a:pt x="10076" y="7829"/>
                    <a:pt x="10076" y="5044"/>
                  </a:cubicBezTo>
                  <a:cubicBezTo>
                    <a:pt x="10076" y="2259"/>
                    <a:pt x="7817" y="1"/>
                    <a:pt x="5044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23"/>
            <p:cNvSpPr/>
            <p:nvPr/>
          </p:nvSpPr>
          <p:spPr>
            <a:xfrm>
              <a:off x="3623650" y="3116400"/>
              <a:ext cx="105275" cy="252200"/>
            </a:xfrm>
            <a:custGeom>
              <a:rect b="b" l="l" r="r" t="t"/>
              <a:pathLst>
                <a:path extrusionOk="0" h="10088" w="4211">
                  <a:moveTo>
                    <a:pt x="4046" y="0"/>
                  </a:moveTo>
                  <a:cubicBezTo>
                    <a:pt x="3180" y="88"/>
                    <a:pt x="2368" y="406"/>
                    <a:pt x="1721" y="976"/>
                  </a:cubicBezTo>
                  <a:cubicBezTo>
                    <a:pt x="1184" y="1448"/>
                    <a:pt x="768" y="2050"/>
                    <a:pt x="493" y="2708"/>
                  </a:cubicBezTo>
                  <a:cubicBezTo>
                    <a:pt x="77" y="3706"/>
                    <a:pt x="0" y="4813"/>
                    <a:pt x="164" y="5877"/>
                  </a:cubicBezTo>
                  <a:cubicBezTo>
                    <a:pt x="329" y="6886"/>
                    <a:pt x="691" y="7872"/>
                    <a:pt x="1348" y="8662"/>
                  </a:cubicBezTo>
                  <a:cubicBezTo>
                    <a:pt x="1962" y="9407"/>
                    <a:pt x="2839" y="9956"/>
                    <a:pt x="3804" y="10065"/>
                  </a:cubicBezTo>
                  <a:cubicBezTo>
                    <a:pt x="3925" y="10087"/>
                    <a:pt x="4046" y="10087"/>
                    <a:pt x="4167" y="10087"/>
                  </a:cubicBezTo>
                  <a:cubicBezTo>
                    <a:pt x="4210" y="10087"/>
                    <a:pt x="4210" y="10010"/>
                    <a:pt x="4167" y="10010"/>
                  </a:cubicBezTo>
                  <a:cubicBezTo>
                    <a:pt x="3202" y="9999"/>
                    <a:pt x="2291" y="9539"/>
                    <a:pt x="1623" y="8859"/>
                  </a:cubicBezTo>
                  <a:cubicBezTo>
                    <a:pt x="932" y="8136"/>
                    <a:pt x="515" y="7181"/>
                    <a:pt x="307" y="6206"/>
                  </a:cubicBezTo>
                  <a:cubicBezTo>
                    <a:pt x="99" y="5186"/>
                    <a:pt x="110" y="4111"/>
                    <a:pt x="427" y="3114"/>
                  </a:cubicBezTo>
                  <a:cubicBezTo>
                    <a:pt x="658" y="2423"/>
                    <a:pt x="1041" y="1765"/>
                    <a:pt x="1557" y="1239"/>
                  </a:cubicBezTo>
                  <a:cubicBezTo>
                    <a:pt x="2127" y="658"/>
                    <a:pt x="2873" y="274"/>
                    <a:pt x="3673" y="132"/>
                  </a:cubicBezTo>
                  <a:cubicBezTo>
                    <a:pt x="3794" y="110"/>
                    <a:pt x="3925" y="99"/>
                    <a:pt x="4046" y="88"/>
                  </a:cubicBezTo>
                  <a:cubicBezTo>
                    <a:pt x="4101" y="77"/>
                    <a:pt x="4101" y="0"/>
                    <a:pt x="4046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23"/>
            <p:cNvSpPr/>
            <p:nvPr/>
          </p:nvSpPr>
          <p:spPr>
            <a:xfrm>
              <a:off x="3665575" y="3116475"/>
              <a:ext cx="64850" cy="253300"/>
            </a:xfrm>
            <a:custGeom>
              <a:rect b="b" l="l" r="r" t="t"/>
              <a:pathLst>
                <a:path extrusionOk="0" h="10132" w="2594">
                  <a:moveTo>
                    <a:pt x="2369" y="0"/>
                  </a:moveTo>
                  <a:cubicBezTo>
                    <a:pt x="2362" y="0"/>
                    <a:pt x="2354" y="2"/>
                    <a:pt x="2347" y="8"/>
                  </a:cubicBezTo>
                  <a:cubicBezTo>
                    <a:pt x="1733" y="359"/>
                    <a:pt x="1240" y="940"/>
                    <a:pt x="856" y="1543"/>
                  </a:cubicBezTo>
                  <a:cubicBezTo>
                    <a:pt x="670" y="1839"/>
                    <a:pt x="505" y="2157"/>
                    <a:pt x="385" y="2486"/>
                  </a:cubicBezTo>
                  <a:cubicBezTo>
                    <a:pt x="242" y="2880"/>
                    <a:pt x="165" y="3297"/>
                    <a:pt x="110" y="3703"/>
                  </a:cubicBezTo>
                  <a:cubicBezTo>
                    <a:pt x="0" y="4580"/>
                    <a:pt x="22" y="5479"/>
                    <a:pt x="99" y="6356"/>
                  </a:cubicBezTo>
                  <a:cubicBezTo>
                    <a:pt x="143" y="6784"/>
                    <a:pt x="209" y="7212"/>
                    <a:pt x="307" y="7639"/>
                  </a:cubicBezTo>
                  <a:cubicBezTo>
                    <a:pt x="406" y="8012"/>
                    <a:pt x="527" y="8406"/>
                    <a:pt x="735" y="8747"/>
                  </a:cubicBezTo>
                  <a:cubicBezTo>
                    <a:pt x="1141" y="9415"/>
                    <a:pt x="1810" y="9853"/>
                    <a:pt x="2533" y="10128"/>
                  </a:cubicBezTo>
                  <a:cubicBezTo>
                    <a:pt x="2539" y="10131"/>
                    <a:pt x="2544" y="10132"/>
                    <a:pt x="2548" y="10132"/>
                  </a:cubicBezTo>
                  <a:cubicBezTo>
                    <a:pt x="2582" y="10132"/>
                    <a:pt x="2594" y="10070"/>
                    <a:pt x="2555" y="10051"/>
                  </a:cubicBezTo>
                  <a:cubicBezTo>
                    <a:pt x="1919" y="9810"/>
                    <a:pt x="1305" y="9426"/>
                    <a:pt x="911" y="8867"/>
                  </a:cubicBezTo>
                  <a:cubicBezTo>
                    <a:pt x="691" y="8549"/>
                    <a:pt x="560" y="8198"/>
                    <a:pt x="450" y="7848"/>
                  </a:cubicBezTo>
                  <a:cubicBezTo>
                    <a:pt x="329" y="7441"/>
                    <a:pt x="253" y="7014"/>
                    <a:pt x="209" y="6598"/>
                  </a:cubicBezTo>
                  <a:cubicBezTo>
                    <a:pt x="110" y="5764"/>
                    <a:pt x="88" y="4898"/>
                    <a:pt x="154" y="4054"/>
                  </a:cubicBezTo>
                  <a:cubicBezTo>
                    <a:pt x="187" y="3615"/>
                    <a:pt x="263" y="3187"/>
                    <a:pt x="373" y="2771"/>
                  </a:cubicBezTo>
                  <a:cubicBezTo>
                    <a:pt x="472" y="2442"/>
                    <a:pt x="614" y="2124"/>
                    <a:pt x="779" y="1817"/>
                  </a:cubicBezTo>
                  <a:cubicBezTo>
                    <a:pt x="987" y="1467"/>
                    <a:pt x="1228" y="1126"/>
                    <a:pt x="1503" y="819"/>
                  </a:cubicBezTo>
                  <a:cubicBezTo>
                    <a:pt x="1755" y="534"/>
                    <a:pt x="2051" y="271"/>
                    <a:pt x="2390" y="74"/>
                  </a:cubicBezTo>
                  <a:cubicBezTo>
                    <a:pt x="2427" y="56"/>
                    <a:pt x="2403" y="0"/>
                    <a:pt x="2369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23"/>
            <p:cNvSpPr/>
            <p:nvPr/>
          </p:nvSpPr>
          <p:spPr>
            <a:xfrm>
              <a:off x="3721225" y="3116450"/>
              <a:ext cx="8925" cy="252125"/>
            </a:xfrm>
            <a:custGeom>
              <a:rect b="b" l="l" r="r" t="t"/>
              <a:pathLst>
                <a:path extrusionOk="0" h="10085" w="357">
                  <a:moveTo>
                    <a:pt x="143" y="1"/>
                  </a:moveTo>
                  <a:cubicBezTo>
                    <a:pt x="121" y="1"/>
                    <a:pt x="99" y="15"/>
                    <a:pt x="99" y="42"/>
                  </a:cubicBezTo>
                  <a:cubicBezTo>
                    <a:pt x="33" y="1336"/>
                    <a:pt x="0" y="2640"/>
                    <a:pt x="0" y="3934"/>
                  </a:cubicBezTo>
                  <a:cubicBezTo>
                    <a:pt x="0" y="5250"/>
                    <a:pt x="33" y="6565"/>
                    <a:pt x="110" y="7881"/>
                  </a:cubicBezTo>
                  <a:cubicBezTo>
                    <a:pt x="154" y="8605"/>
                    <a:pt x="208" y="9328"/>
                    <a:pt x="274" y="10052"/>
                  </a:cubicBezTo>
                  <a:cubicBezTo>
                    <a:pt x="274" y="10074"/>
                    <a:pt x="296" y="10085"/>
                    <a:pt x="317" y="10085"/>
                  </a:cubicBezTo>
                  <a:cubicBezTo>
                    <a:pt x="337" y="10085"/>
                    <a:pt x="357" y="10074"/>
                    <a:pt x="351" y="10052"/>
                  </a:cubicBezTo>
                  <a:cubicBezTo>
                    <a:pt x="230" y="8758"/>
                    <a:pt x="154" y="7464"/>
                    <a:pt x="110" y="6160"/>
                  </a:cubicBezTo>
                  <a:cubicBezTo>
                    <a:pt x="77" y="4844"/>
                    <a:pt x="77" y="3529"/>
                    <a:pt x="99" y="2213"/>
                  </a:cubicBezTo>
                  <a:cubicBezTo>
                    <a:pt x="121" y="1489"/>
                    <a:pt x="143" y="766"/>
                    <a:pt x="186" y="42"/>
                  </a:cubicBezTo>
                  <a:cubicBezTo>
                    <a:pt x="186" y="15"/>
                    <a:pt x="164" y="1"/>
                    <a:pt x="143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23"/>
            <p:cNvSpPr/>
            <p:nvPr/>
          </p:nvSpPr>
          <p:spPr>
            <a:xfrm>
              <a:off x="3724325" y="3116375"/>
              <a:ext cx="72025" cy="253275"/>
            </a:xfrm>
            <a:custGeom>
              <a:rect b="b" l="l" r="r" t="t"/>
              <a:pathLst>
                <a:path extrusionOk="0" h="10131" w="2881">
                  <a:moveTo>
                    <a:pt x="63" y="0"/>
                  </a:moveTo>
                  <a:cubicBezTo>
                    <a:pt x="16" y="0"/>
                    <a:pt x="0" y="69"/>
                    <a:pt x="52" y="89"/>
                  </a:cubicBezTo>
                  <a:cubicBezTo>
                    <a:pt x="688" y="352"/>
                    <a:pt x="1246" y="791"/>
                    <a:pt x="1653" y="1350"/>
                  </a:cubicBezTo>
                  <a:cubicBezTo>
                    <a:pt x="2080" y="1931"/>
                    <a:pt x="2354" y="2599"/>
                    <a:pt x="2530" y="3291"/>
                  </a:cubicBezTo>
                  <a:cubicBezTo>
                    <a:pt x="2716" y="4069"/>
                    <a:pt x="2793" y="4902"/>
                    <a:pt x="2716" y="5691"/>
                  </a:cubicBezTo>
                  <a:cubicBezTo>
                    <a:pt x="2650" y="6503"/>
                    <a:pt x="2387" y="7281"/>
                    <a:pt x="1981" y="7994"/>
                  </a:cubicBezTo>
                  <a:cubicBezTo>
                    <a:pt x="1521" y="8794"/>
                    <a:pt x="896" y="9496"/>
                    <a:pt x="161" y="10066"/>
                  </a:cubicBezTo>
                  <a:cubicBezTo>
                    <a:pt x="127" y="10092"/>
                    <a:pt x="160" y="10131"/>
                    <a:pt x="191" y="10131"/>
                  </a:cubicBezTo>
                  <a:cubicBezTo>
                    <a:pt x="200" y="10131"/>
                    <a:pt x="209" y="10128"/>
                    <a:pt x="216" y="10121"/>
                  </a:cubicBezTo>
                  <a:cubicBezTo>
                    <a:pt x="874" y="9606"/>
                    <a:pt x="1455" y="8980"/>
                    <a:pt x="1904" y="8279"/>
                  </a:cubicBezTo>
                  <a:cubicBezTo>
                    <a:pt x="2343" y="7577"/>
                    <a:pt x="2650" y="6788"/>
                    <a:pt x="2771" y="5966"/>
                  </a:cubicBezTo>
                  <a:cubicBezTo>
                    <a:pt x="2881" y="5165"/>
                    <a:pt x="2825" y="4310"/>
                    <a:pt x="2661" y="3520"/>
                  </a:cubicBezTo>
                  <a:cubicBezTo>
                    <a:pt x="2508" y="2797"/>
                    <a:pt x="2255" y="2085"/>
                    <a:pt x="1839" y="1471"/>
                  </a:cubicBezTo>
                  <a:cubicBezTo>
                    <a:pt x="1455" y="900"/>
                    <a:pt x="929" y="418"/>
                    <a:pt x="304" y="111"/>
                  </a:cubicBezTo>
                  <a:cubicBezTo>
                    <a:pt x="227" y="78"/>
                    <a:pt x="150" y="34"/>
                    <a:pt x="74" y="1"/>
                  </a:cubicBezTo>
                  <a:cubicBezTo>
                    <a:pt x="70" y="1"/>
                    <a:pt x="66" y="0"/>
                    <a:pt x="63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23"/>
            <p:cNvSpPr/>
            <p:nvPr/>
          </p:nvSpPr>
          <p:spPr>
            <a:xfrm>
              <a:off x="3724500" y="3116400"/>
              <a:ext cx="107475" cy="253300"/>
            </a:xfrm>
            <a:custGeom>
              <a:rect b="b" l="l" r="r" t="t"/>
              <a:pathLst>
                <a:path extrusionOk="0" h="10132" w="4299">
                  <a:moveTo>
                    <a:pt x="55" y="0"/>
                  </a:moveTo>
                  <a:cubicBezTo>
                    <a:pt x="1" y="0"/>
                    <a:pt x="1" y="88"/>
                    <a:pt x="55" y="88"/>
                  </a:cubicBezTo>
                  <a:cubicBezTo>
                    <a:pt x="440" y="88"/>
                    <a:pt x="823" y="186"/>
                    <a:pt x="1174" y="329"/>
                  </a:cubicBezTo>
                  <a:cubicBezTo>
                    <a:pt x="1580" y="483"/>
                    <a:pt x="1974" y="702"/>
                    <a:pt x="2325" y="954"/>
                  </a:cubicBezTo>
                  <a:cubicBezTo>
                    <a:pt x="2665" y="1185"/>
                    <a:pt x="2994" y="1470"/>
                    <a:pt x="3257" y="1787"/>
                  </a:cubicBezTo>
                  <a:cubicBezTo>
                    <a:pt x="3542" y="2138"/>
                    <a:pt x="3739" y="2555"/>
                    <a:pt x="3871" y="2983"/>
                  </a:cubicBezTo>
                  <a:cubicBezTo>
                    <a:pt x="4189" y="3947"/>
                    <a:pt x="4200" y="5010"/>
                    <a:pt x="4024" y="6009"/>
                  </a:cubicBezTo>
                  <a:cubicBezTo>
                    <a:pt x="3860" y="6962"/>
                    <a:pt x="3498" y="7960"/>
                    <a:pt x="2840" y="8684"/>
                  </a:cubicBezTo>
                  <a:cubicBezTo>
                    <a:pt x="2238" y="9352"/>
                    <a:pt x="1382" y="9824"/>
                    <a:pt x="505" y="10010"/>
                  </a:cubicBezTo>
                  <a:cubicBezTo>
                    <a:pt x="396" y="10021"/>
                    <a:pt x="297" y="10043"/>
                    <a:pt x="187" y="10054"/>
                  </a:cubicBezTo>
                  <a:cubicBezTo>
                    <a:pt x="136" y="10054"/>
                    <a:pt x="133" y="10132"/>
                    <a:pt x="178" y="10132"/>
                  </a:cubicBezTo>
                  <a:cubicBezTo>
                    <a:pt x="181" y="10132"/>
                    <a:pt x="184" y="10132"/>
                    <a:pt x="187" y="10131"/>
                  </a:cubicBezTo>
                  <a:cubicBezTo>
                    <a:pt x="1086" y="10043"/>
                    <a:pt x="1985" y="9605"/>
                    <a:pt x="2654" y="8991"/>
                  </a:cubicBezTo>
                  <a:cubicBezTo>
                    <a:pt x="3388" y="8322"/>
                    <a:pt x="3805" y="7357"/>
                    <a:pt x="4024" y="6403"/>
                  </a:cubicBezTo>
                  <a:cubicBezTo>
                    <a:pt x="4255" y="5405"/>
                    <a:pt x="4299" y="4331"/>
                    <a:pt x="4058" y="3322"/>
                  </a:cubicBezTo>
                  <a:cubicBezTo>
                    <a:pt x="3937" y="2851"/>
                    <a:pt x="3761" y="2369"/>
                    <a:pt x="3487" y="1974"/>
                  </a:cubicBezTo>
                  <a:cubicBezTo>
                    <a:pt x="3257" y="1634"/>
                    <a:pt x="2961" y="1338"/>
                    <a:pt x="2643" y="1085"/>
                  </a:cubicBezTo>
                  <a:cubicBezTo>
                    <a:pt x="2292" y="812"/>
                    <a:pt x="1909" y="571"/>
                    <a:pt x="1503" y="373"/>
                  </a:cubicBezTo>
                  <a:cubicBezTo>
                    <a:pt x="1130" y="208"/>
                    <a:pt x="735" y="66"/>
                    <a:pt x="330" y="22"/>
                  </a:cubicBezTo>
                  <a:cubicBezTo>
                    <a:pt x="231" y="11"/>
                    <a:pt x="143" y="0"/>
                    <a:pt x="55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23"/>
            <p:cNvSpPr/>
            <p:nvPr/>
          </p:nvSpPr>
          <p:spPr>
            <a:xfrm>
              <a:off x="3601975" y="3246875"/>
              <a:ext cx="253025" cy="1925"/>
            </a:xfrm>
            <a:custGeom>
              <a:rect b="b" l="l" r="r" t="t"/>
              <a:pathLst>
                <a:path extrusionOk="0" h="77" w="10121">
                  <a:moveTo>
                    <a:pt x="45" y="0"/>
                  </a:moveTo>
                  <a:cubicBezTo>
                    <a:pt x="1" y="0"/>
                    <a:pt x="1" y="77"/>
                    <a:pt x="45" y="77"/>
                  </a:cubicBezTo>
                  <a:lnTo>
                    <a:pt x="10066" y="77"/>
                  </a:lnTo>
                  <a:cubicBezTo>
                    <a:pt x="10121" y="77"/>
                    <a:pt x="10121" y="0"/>
                    <a:pt x="10066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23"/>
            <p:cNvSpPr/>
            <p:nvPr/>
          </p:nvSpPr>
          <p:spPr>
            <a:xfrm>
              <a:off x="3621175" y="3175750"/>
              <a:ext cx="212450" cy="2175"/>
            </a:xfrm>
            <a:custGeom>
              <a:rect b="b" l="l" r="r" t="t"/>
              <a:pathLst>
                <a:path extrusionOk="0" h="87" w="8498">
                  <a:moveTo>
                    <a:pt x="176" y="0"/>
                  </a:moveTo>
                  <a:cubicBezTo>
                    <a:pt x="139" y="0"/>
                    <a:pt x="103" y="2"/>
                    <a:pt x="66" y="5"/>
                  </a:cubicBezTo>
                  <a:lnTo>
                    <a:pt x="55" y="5"/>
                  </a:lnTo>
                  <a:cubicBezTo>
                    <a:pt x="0" y="5"/>
                    <a:pt x="0" y="82"/>
                    <a:pt x="55" y="82"/>
                  </a:cubicBezTo>
                  <a:lnTo>
                    <a:pt x="8103" y="82"/>
                  </a:lnTo>
                  <a:cubicBezTo>
                    <a:pt x="8176" y="82"/>
                    <a:pt x="8249" y="87"/>
                    <a:pt x="8322" y="87"/>
                  </a:cubicBezTo>
                  <a:cubicBezTo>
                    <a:pt x="8359" y="87"/>
                    <a:pt x="8395" y="86"/>
                    <a:pt x="8432" y="82"/>
                  </a:cubicBezTo>
                  <a:lnTo>
                    <a:pt x="8442" y="82"/>
                  </a:lnTo>
                  <a:cubicBezTo>
                    <a:pt x="8498" y="82"/>
                    <a:pt x="8498" y="5"/>
                    <a:pt x="8442" y="5"/>
                  </a:cubicBezTo>
                  <a:lnTo>
                    <a:pt x="395" y="5"/>
                  </a:lnTo>
                  <a:cubicBezTo>
                    <a:pt x="322" y="5"/>
                    <a:pt x="249" y="0"/>
                    <a:pt x="176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23"/>
            <p:cNvSpPr/>
            <p:nvPr/>
          </p:nvSpPr>
          <p:spPr>
            <a:xfrm>
              <a:off x="3629675" y="3317850"/>
              <a:ext cx="196275" cy="2225"/>
            </a:xfrm>
            <a:custGeom>
              <a:rect b="b" l="l" r="r" t="t"/>
              <a:pathLst>
                <a:path extrusionOk="0" h="89" w="7851">
                  <a:moveTo>
                    <a:pt x="44" y="0"/>
                  </a:moveTo>
                  <a:cubicBezTo>
                    <a:pt x="1" y="0"/>
                    <a:pt x="1" y="88"/>
                    <a:pt x="44" y="88"/>
                  </a:cubicBezTo>
                  <a:lnTo>
                    <a:pt x="7795" y="88"/>
                  </a:lnTo>
                  <a:cubicBezTo>
                    <a:pt x="7851" y="88"/>
                    <a:pt x="7851" y="0"/>
                    <a:pt x="7795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10" name="Google Shape;410;p23"/>
          <p:cNvSpPr/>
          <p:nvPr/>
        </p:nvSpPr>
        <p:spPr>
          <a:xfrm rot="7199939">
            <a:off x="5178812" y="4455831"/>
            <a:ext cx="2895074" cy="2857413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TITLE_ONLY_1_1_1"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2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13" name="Google Shape;413;p24"/>
          <p:cNvSpPr/>
          <p:nvPr/>
        </p:nvSpPr>
        <p:spPr>
          <a:xfrm flipH="1" rot="598330">
            <a:off x="8417618" y="782087"/>
            <a:ext cx="152164" cy="190205"/>
          </a:xfrm>
          <a:custGeom>
            <a:rect b="b" l="l" r="r" t="t"/>
            <a:pathLst>
              <a:path extrusionOk="0" h="4276" w="3421">
                <a:moveTo>
                  <a:pt x="1718" y="979"/>
                </a:moveTo>
                <a:cubicBezTo>
                  <a:pt x="2155" y="979"/>
                  <a:pt x="2500" y="1388"/>
                  <a:pt x="2423" y="1864"/>
                </a:cubicBezTo>
                <a:cubicBezTo>
                  <a:pt x="2380" y="2149"/>
                  <a:pt x="2171" y="2380"/>
                  <a:pt x="1908" y="2445"/>
                </a:cubicBezTo>
                <a:cubicBezTo>
                  <a:pt x="1839" y="2466"/>
                  <a:pt x="1772" y="2475"/>
                  <a:pt x="1706" y="2475"/>
                </a:cubicBezTo>
                <a:cubicBezTo>
                  <a:pt x="1275" y="2475"/>
                  <a:pt x="923" y="2066"/>
                  <a:pt x="1009" y="1590"/>
                </a:cubicBezTo>
                <a:cubicBezTo>
                  <a:pt x="1053" y="1305"/>
                  <a:pt x="1261" y="1074"/>
                  <a:pt x="1513" y="1009"/>
                </a:cubicBezTo>
                <a:cubicBezTo>
                  <a:pt x="1583" y="988"/>
                  <a:pt x="1652" y="979"/>
                  <a:pt x="1718" y="979"/>
                </a:cubicBezTo>
                <a:close/>
                <a:moveTo>
                  <a:pt x="1716" y="0"/>
                </a:moveTo>
                <a:cubicBezTo>
                  <a:pt x="1628" y="0"/>
                  <a:pt x="1538" y="7"/>
                  <a:pt x="1447" y="22"/>
                </a:cubicBezTo>
                <a:cubicBezTo>
                  <a:pt x="680" y="143"/>
                  <a:pt x="77" y="823"/>
                  <a:pt x="22" y="1634"/>
                </a:cubicBezTo>
                <a:cubicBezTo>
                  <a:pt x="0" y="2029"/>
                  <a:pt x="99" y="2402"/>
                  <a:pt x="285" y="2697"/>
                </a:cubicBezTo>
                <a:cubicBezTo>
                  <a:pt x="329" y="2774"/>
                  <a:pt x="384" y="2840"/>
                  <a:pt x="439" y="2906"/>
                </a:cubicBezTo>
                <a:lnTo>
                  <a:pt x="1535" y="4144"/>
                </a:lnTo>
                <a:cubicBezTo>
                  <a:pt x="1612" y="4231"/>
                  <a:pt x="1719" y="4275"/>
                  <a:pt x="1828" y="4275"/>
                </a:cubicBezTo>
                <a:cubicBezTo>
                  <a:pt x="1953" y="4275"/>
                  <a:pt x="2078" y="4218"/>
                  <a:pt x="2160" y="4100"/>
                </a:cubicBezTo>
                <a:lnTo>
                  <a:pt x="2840" y="3147"/>
                </a:lnTo>
                <a:cubicBezTo>
                  <a:pt x="2894" y="3048"/>
                  <a:pt x="3016" y="2873"/>
                  <a:pt x="3114" y="2719"/>
                </a:cubicBezTo>
                <a:cubicBezTo>
                  <a:pt x="3311" y="2412"/>
                  <a:pt x="3421" y="2061"/>
                  <a:pt x="3410" y="1700"/>
                </a:cubicBezTo>
                <a:lnTo>
                  <a:pt x="3410" y="1688"/>
                </a:lnTo>
                <a:cubicBezTo>
                  <a:pt x="3370" y="740"/>
                  <a:pt x="2620" y="0"/>
                  <a:pt x="171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24"/>
          <p:cNvSpPr/>
          <p:nvPr/>
        </p:nvSpPr>
        <p:spPr>
          <a:xfrm rot="-598330">
            <a:off x="552518" y="4402062"/>
            <a:ext cx="152164" cy="190205"/>
          </a:xfrm>
          <a:custGeom>
            <a:rect b="b" l="l" r="r" t="t"/>
            <a:pathLst>
              <a:path extrusionOk="0" h="4276" w="3421">
                <a:moveTo>
                  <a:pt x="1718" y="979"/>
                </a:moveTo>
                <a:cubicBezTo>
                  <a:pt x="2155" y="979"/>
                  <a:pt x="2500" y="1388"/>
                  <a:pt x="2423" y="1864"/>
                </a:cubicBezTo>
                <a:cubicBezTo>
                  <a:pt x="2380" y="2149"/>
                  <a:pt x="2171" y="2380"/>
                  <a:pt x="1908" y="2445"/>
                </a:cubicBezTo>
                <a:cubicBezTo>
                  <a:pt x="1839" y="2466"/>
                  <a:pt x="1772" y="2475"/>
                  <a:pt x="1706" y="2475"/>
                </a:cubicBezTo>
                <a:cubicBezTo>
                  <a:pt x="1275" y="2475"/>
                  <a:pt x="923" y="2066"/>
                  <a:pt x="1009" y="1590"/>
                </a:cubicBezTo>
                <a:cubicBezTo>
                  <a:pt x="1053" y="1305"/>
                  <a:pt x="1261" y="1074"/>
                  <a:pt x="1513" y="1009"/>
                </a:cubicBezTo>
                <a:cubicBezTo>
                  <a:pt x="1583" y="988"/>
                  <a:pt x="1652" y="979"/>
                  <a:pt x="1718" y="979"/>
                </a:cubicBezTo>
                <a:close/>
                <a:moveTo>
                  <a:pt x="1716" y="0"/>
                </a:moveTo>
                <a:cubicBezTo>
                  <a:pt x="1628" y="0"/>
                  <a:pt x="1538" y="7"/>
                  <a:pt x="1447" y="22"/>
                </a:cubicBezTo>
                <a:cubicBezTo>
                  <a:pt x="680" y="143"/>
                  <a:pt x="77" y="823"/>
                  <a:pt x="22" y="1634"/>
                </a:cubicBezTo>
                <a:cubicBezTo>
                  <a:pt x="0" y="2029"/>
                  <a:pt x="99" y="2402"/>
                  <a:pt x="285" y="2697"/>
                </a:cubicBezTo>
                <a:cubicBezTo>
                  <a:pt x="329" y="2774"/>
                  <a:pt x="384" y="2840"/>
                  <a:pt x="439" y="2906"/>
                </a:cubicBezTo>
                <a:lnTo>
                  <a:pt x="1535" y="4144"/>
                </a:lnTo>
                <a:cubicBezTo>
                  <a:pt x="1612" y="4231"/>
                  <a:pt x="1719" y="4275"/>
                  <a:pt x="1828" y="4275"/>
                </a:cubicBezTo>
                <a:cubicBezTo>
                  <a:pt x="1953" y="4275"/>
                  <a:pt x="2078" y="4218"/>
                  <a:pt x="2160" y="4100"/>
                </a:cubicBezTo>
                <a:lnTo>
                  <a:pt x="2840" y="3147"/>
                </a:lnTo>
                <a:cubicBezTo>
                  <a:pt x="2894" y="3048"/>
                  <a:pt x="3016" y="2873"/>
                  <a:pt x="3114" y="2719"/>
                </a:cubicBezTo>
                <a:cubicBezTo>
                  <a:pt x="3311" y="2412"/>
                  <a:pt x="3421" y="2061"/>
                  <a:pt x="3410" y="1700"/>
                </a:cubicBezTo>
                <a:lnTo>
                  <a:pt x="3410" y="1688"/>
                </a:lnTo>
                <a:cubicBezTo>
                  <a:pt x="3370" y="740"/>
                  <a:pt x="2620" y="0"/>
                  <a:pt x="171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24"/>
          <p:cNvSpPr/>
          <p:nvPr/>
        </p:nvSpPr>
        <p:spPr>
          <a:xfrm flipH="1" rot="1526559">
            <a:off x="2093696" y="-1002837"/>
            <a:ext cx="3899407" cy="1865967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416" name="Google Shape;416;p24"/>
          <p:cNvSpPr/>
          <p:nvPr/>
        </p:nvSpPr>
        <p:spPr>
          <a:xfrm flipH="1" rot="-3010588">
            <a:off x="-1244841" y="153467"/>
            <a:ext cx="1841616" cy="1817660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417" name="Google Shape;417;p24"/>
          <p:cNvSpPr/>
          <p:nvPr/>
        </p:nvSpPr>
        <p:spPr>
          <a:xfrm flipH="1">
            <a:off x="120627" y="2421349"/>
            <a:ext cx="416576" cy="104389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18" name="Google Shape;418;p24"/>
          <p:cNvGrpSpPr/>
          <p:nvPr/>
        </p:nvGrpSpPr>
        <p:grpSpPr>
          <a:xfrm flipH="1">
            <a:off x="8585098" y="3811438"/>
            <a:ext cx="416587" cy="596813"/>
            <a:chOff x="8555949" y="806163"/>
            <a:chExt cx="416587" cy="596813"/>
          </a:xfrm>
        </p:grpSpPr>
        <p:sp>
          <p:nvSpPr>
            <p:cNvPr id="419" name="Google Shape;419;p24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24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24"/>
            <p:cNvSpPr/>
            <p:nvPr/>
          </p:nvSpPr>
          <p:spPr>
            <a:xfrm>
              <a:off x="8879236" y="806163"/>
              <a:ext cx="93300" cy="93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24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23" name="Google Shape;423;p24"/>
          <p:cNvSpPr/>
          <p:nvPr/>
        </p:nvSpPr>
        <p:spPr>
          <a:xfrm flipH="1">
            <a:off x="-416016" y="3427946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24"/>
          <p:cNvSpPr/>
          <p:nvPr/>
        </p:nvSpPr>
        <p:spPr>
          <a:xfrm flipH="1">
            <a:off x="8795596" y="2020471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24"/>
          <p:cNvSpPr/>
          <p:nvPr/>
        </p:nvSpPr>
        <p:spPr>
          <a:xfrm rot="8100000">
            <a:off x="7227843" y="4314302"/>
            <a:ext cx="2405868" cy="2374571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426" name="Google Shape;426;p24"/>
          <p:cNvSpPr/>
          <p:nvPr/>
        </p:nvSpPr>
        <p:spPr>
          <a:xfrm rot="-1461625">
            <a:off x="7932232" y="-1368174"/>
            <a:ext cx="2405905" cy="2374608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427" name="Google Shape;427;p24"/>
          <p:cNvSpPr/>
          <p:nvPr/>
        </p:nvSpPr>
        <p:spPr>
          <a:xfrm flipH="1">
            <a:off x="6061421" y="4818321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24"/>
          <p:cNvSpPr/>
          <p:nvPr/>
        </p:nvSpPr>
        <p:spPr>
          <a:xfrm>
            <a:off x="-514375" y="4674573"/>
            <a:ext cx="4114800" cy="1414225"/>
          </a:xfrm>
          <a:custGeom>
            <a:rect b="b" l="l" r="r" t="t"/>
            <a:pathLst>
              <a:path extrusionOk="0" h="56569" w="164592">
                <a:moveTo>
                  <a:pt x="0" y="4277"/>
                </a:moveTo>
                <a:cubicBezTo>
                  <a:pt x="28218" y="-5125"/>
                  <a:pt x="62109" y="3035"/>
                  <a:pt x="88297" y="17136"/>
                </a:cubicBezTo>
                <a:cubicBezTo>
                  <a:pt x="100376" y="23640"/>
                  <a:pt x="110755" y="32907"/>
                  <a:pt x="121730" y="41139"/>
                </a:cubicBezTo>
                <a:cubicBezTo>
                  <a:pt x="127125" y="45186"/>
                  <a:pt x="131533" y="51288"/>
                  <a:pt x="138018" y="53140"/>
                </a:cubicBezTo>
                <a:cubicBezTo>
                  <a:pt x="146606" y="55593"/>
                  <a:pt x="155661" y="56569"/>
                  <a:pt x="164592" y="56569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dash"/>
            <a:round/>
            <a:headEnd len="med" w="med" type="none"/>
            <a:tailEnd len="med" w="med" type="none"/>
          </a:ln>
        </p:spPr>
      </p:sp>
      <p:grpSp>
        <p:nvGrpSpPr>
          <p:cNvPr id="429" name="Google Shape;429;p24"/>
          <p:cNvGrpSpPr/>
          <p:nvPr/>
        </p:nvGrpSpPr>
        <p:grpSpPr>
          <a:xfrm flipH="1">
            <a:off x="279548" y="103300"/>
            <a:ext cx="400212" cy="418950"/>
            <a:chOff x="8555949" y="984025"/>
            <a:chExt cx="400212" cy="418950"/>
          </a:xfrm>
        </p:grpSpPr>
        <p:sp>
          <p:nvSpPr>
            <p:cNvPr id="430" name="Google Shape;430;p24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24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24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25"/>
          <p:cNvSpPr/>
          <p:nvPr/>
        </p:nvSpPr>
        <p:spPr>
          <a:xfrm>
            <a:off x="4404281" y="-35875"/>
            <a:ext cx="4761300" cy="5213100"/>
          </a:xfrm>
          <a:prstGeom prst="rect">
            <a:avLst/>
          </a:prstGeom>
          <a:solidFill>
            <a:srgbClr val="52AFC8"/>
          </a:solidFill>
          <a:ln>
            <a:noFill/>
          </a:ln>
          <a:effectLst>
            <a:outerShdw blurRad="57150" rotWithShape="0" algn="bl" dir="4200000" dist="114300">
              <a:schemeClr val="dk1">
                <a:alpha val="1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25"/>
          <p:cNvSpPr/>
          <p:nvPr/>
        </p:nvSpPr>
        <p:spPr>
          <a:xfrm>
            <a:off x="7671375" y="-35875"/>
            <a:ext cx="3899475" cy="1866000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accent6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436" name="Google Shape;436;p25"/>
          <p:cNvSpPr txBox="1"/>
          <p:nvPr>
            <p:ph type="title"/>
          </p:nvPr>
        </p:nvSpPr>
        <p:spPr>
          <a:xfrm>
            <a:off x="4531325" y="616225"/>
            <a:ext cx="3899400" cy="105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 sz="75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37" name="Google Shape;437;p25"/>
          <p:cNvSpPr txBox="1"/>
          <p:nvPr>
            <p:ph idx="1" type="subTitle"/>
          </p:nvPr>
        </p:nvSpPr>
        <p:spPr>
          <a:xfrm>
            <a:off x="4531331" y="1654884"/>
            <a:ext cx="38994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pic>
        <p:nvPicPr>
          <p:cNvPr id="438" name="Google Shape;438;p25"/>
          <p:cNvPicPr preferRelativeResize="0"/>
          <p:nvPr/>
        </p:nvPicPr>
        <p:blipFill rotWithShape="1">
          <a:blip r:embed="rId2">
            <a:alphaModFix/>
          </a:blip>
          <a:srcRect b="0" l="29442" r="8860" t="0"/>
          <a:stretch/>
        </p:blipFill>
        <p:spPr>
          <a:xfrm>
            <a:off x="-492000" y="-69600"/>
            <a:ext cx="4896276" cy="528930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25"/>
          <p:cNvSpPr/>
          <p:nvPr/>
        </p:nvSpPr>
        <p:spPr>
          <a:xfrm>
            <a:off x="-442575" y="320525"/>
            <a:ext cx="964387" cy="1748853"/>
          </a:xfrm>
          <a:custGeom>
            <a:rect b="b" l="l" r="r" t="t"/>
            <a:pathLst>
              <a:path extrusionOk="0" h="44975" w="24801">
                <a:moveTo>
                  <a:pt x="0" y="0"/>
                </a:moveTo>
                <a:cubicBezTo>
                  <a:pt x="9939" y="2840"/>
                  <a:pt x="22701" y="8942"/>
                  <a:pt x="24402" y="19138"/>
                </a:cubicBezTo>
                <a:cubicBezTo>
                  <a:pt x="25999" y="28707"/>
                  <a:pt x="19683" y="40640"/>
                  <a:pt x="11004" y="44975"/>
                </a:cubicBezTo>
              </a:path>
            </a:pathLst>
          </a:custGeom>
          <a:noFill/>
          <a:ln cap="flat" cmpd="sng" w="9525">
            <a:solidFill>
              <a:srgbClr val="52AFC8"/>
            </a:solidFill>
            <a:prstDash val="lgDash"/>
            <a:round/>
            <a:headEnd len="med" w="med" type="none"/>
            <a:tailEnd len="med" w="med" type="none"/>
          </a:ln>
        </p:spPr>
      </p:sp>
      <p:grpSp>
        <p:nvGrpSpPr>
          <p:cNvPr id="440" name="Google Shape;440;p25"/>
          <p:cNvGrpSpPr/>
          <p:nvPr/>
        </p:nvGrpSpPr>
        <p:grpSpPr>
          <a:xfrm flipH="1">
            <a:off x="593473" y="330025"/>
            <a:ext cx="400212" cy="418950"/>
            <a:chOff x="8555949" y="984025"/>
            <a:chExt cx="400212" cy="418950"/>
          </a:xfrm>
        </p:grpSpPr>
        <p:sp>
          <p:nvSpPr>
            <p:cNvPr id="441" name="Google Shape;441;p25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rgbClr val="52AFC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25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rgbClr val="52AFC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25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rgbClr val="52AFC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44" name="Google Shape;444;p25"/>
          <p:cNvSpPr/>
          <p:nvPr/>
        </p:nvSpPr>
        <p:spPr>
          <a:xfrm rot="-2700000">
            <a:off x="2523063" y="-602314"/>
            <a:ext cx="1119389" cy="1104828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rgbClr val="52AFC8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445" name="Google Shape;445;p25"/>
          <p:cNvSpPr/>
          <p:nvPr/>
        </p:nvSpPr>
        <p:spPr>
          <a:xfrm rot="10799680">
            <a:off x="-326646" y="4436911"/>
            <a:ext cx="4195445" cy="2007256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rgbClr val="52AFC8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446" name="Google Shape;446;p25"/>
          <p:cNvSpPr/>
          <p:nvPr/>
        </p:nvSpPr>
        <p:spPr>
          <a:xfrm rot="10799680">
            <a:off x="4078479" y="4436911"/>
            <a:ext cx="4195445" cy="2007256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accent6"/>
            </a:solidFill>
            <a:prstDash val="lgDash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8" name="Google Shape;448;p26"/>
          <p:cNvGrpSpPr/>
          <p:nvPr/>
        </p:nvGrpSpPr>
        <p:grpSpPr>
          <a:xfrm>
            <a:off x="2701389" y="736487"/>
            <a:ext cx="3741328" cy="3742870"/>
            <a:chOff x="3601725" y="3116375"/>
            <a:chExt cx="253275" cy="253400"/>
          </a:xfrm>
        </p:grpSpPr>
        <p:sp>
          <p:nvSpPr>
            <p:cNvPr id="449" name="Google Shape;449;p26"/>
            <p:cNvSpPr/>
            <p:nvPr/>
          </p:nvSpPr>
          <p:spPr>
            <a:xfrm>
              <a:off x="3601725" y="3116650"/>
              <a:ext cx="251900" cy="252200"/>
            </a:xfrm>
            <a:custGeom>
              <a:rect b="b" l="l" r="r" t="t"/>
              <a:pathLst>
                <a:path extrusionOk="0" h="10088" w="10076">
                  <a:moveTo>
                    <a:pt x="5044" y="1"/>
                  </a:moveTo>
                  <a:cubicBezTo>
                    <a:pt x="2259" y="1"/>
                    <a:pt x="0" y="2259"/>
                    <a:pt x="0" y="5044"/>
                  </a:cubicBezTo>
                  <a:cubicBezTo>
                    <a:pt x="0" y="7829"/>
                    <a:pt x="2259" y="10088"/>
                    <a:pt x="5044" y="10088"/>
                  </a:cubicBezTo>
                  <a:cubicBezTo>
                    <a:pt x="7817" y="10088"/>
                    <a:pt x="10076" y="7829"/>
                    <a:pt x="10076" y="5044"/>
                  </a:cubicBezTo>
                  <a:cubicBezTo>
                    <a:pt x="10076" y="2259"/>
                    <a:pt x="7817" y="1"/>
                    <a:pt x="5044" y="1"/>
                  </a:cubicBezTo>
                  <a:close/>
                </a:path>
              </a:pathLst>
            </a:custGeom>
            <a:solidFill>
              <a:srgbClr val="D9DFF2">
                <a:alpha val="34520"/>
              </a:srgbClr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26"/>
            <p:cNvSpPr/>
            <p:nvPr/>
          </p:nvSpPr>
          <p:spPr>
            <a:xfrm>
              <a:off x="3623650" y="3116400"/>
              <a:ext cx="105275" cy="252200"/>
            </a:xfrm>
            <a:custGeom>
              <a:rect b="b" l="l" r="r" t="t"/>
              <a:pathLst>
                <a:path extrusionOk="0" h="10088" w="4211">
                  <a:moveTo>
                    <a:pt x="4046" y="0"/>
                  </a:moveTo>
                  <a:cubicBezTo>
                    <a:pt x="3180" y="88"/>
                    <a:pt x="2368" y="406"/>
                    <a:pt x="1721" y="976"/>
                  </a:cubicBezTo>
                  <a:cubicBezTo>
                    <a:pt x="1184" y="1448"/>
                    <a:pt x="768" y="2050"/>
                    <a:pt x="493" y="2708"/>
                  </a:cubicBezTo>
                  <a:cubicBezTo>
                    <a:pt x="77" y="3706"/>
                    <a:pt x="0" y="4813"/>
                    <a:pt x="164" y="5877"/>
                  </a:cubicBezTo>
                  <a:cubicBezTo>
                    <a:pt x="329" y="6886"/>
                    <a:pt x="691" y="7872"/>
                    <a:pt x="1348" y="8662"/>
                  </a:cubicBezTo>
                  <a:cubicBezTo>
                    <a:pt x="1962" y="9407"/>
                    <a:pt x="2839" y="9956"/>
                    <a:pt x="3804" y="10065"/>
                  </a:cubicBezTo>
                  <a:cubicBezTo>
                    <a:pt x="3925" y="10087"/>
                    <a:pt x="4046" y="10087"/>
                    <a:pt x="4167" y="10087"/>
                  </a:cubicBezTo>
                  <a:cubicBezTo>
                    <a:pt x="4210" y="10087"/>
                    <a:pt x="4210" y="10010"/>
                    <a:pt x="4167" y="10010"/>
                  </a:cubicBezTo>
                  <a:cubicBezTo>
                    <a:pt x="3202" y="9999"/>
                    <a:pt x="2291" y="9539"/>
                    <a:pt x="1623" y="8859"/>
                  </a:cubicBezTo>
                  <a:cubicBezTo>
                    <a:pt x="932" y="8136"/>
                    <a:pt x="515" y="7181"/>
                    <a:pt x="307" y="6206"/>
                  </a:cubicBezTo>
                  <a:cubicBezTo>
                    <a:pt x="99" y="5186"/>
                    <a:pt x="110" y="4111"/>
                    <a:pt x="427" y="3114"/>
                  </a:cubicBezTo>
                  <a:cubicBezTo>
                    <a:pt x="658" y="2423"/>
                    <a:pt x="1041" y="1765"/>
                    <a:pt x="1557" y="1239"/>
                  </a:cubicBezTo>
                  <a:cubicBezTo>
                    <a:pt x="2127" y="658"/>
                    <a:pt x="2873" y="274"/>
                    <a:pt x="3673" y="132"/>
                  </a:cubicBezTo>
                  <a:cubicBezTo>
                    <a:pt x="3794" y="110"/>
                    <a:pt x="3925" y="99"/>
                    <a:pt x="4046" y="88"/>
                  </a:cubicBezTo>
                  <a:cubicBezTo>
                    <a:pt x="4101" y="77"/>
                    <a:pt x="4101" y="0"/>
                    <a:pt x="4046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26"/>
            <p:cNvSpPr/>
            <p:nvPr/>
          </p:nvSpPr>
          <p:spPr>
            <a:xfrm>
              <a:off x="3665575" y="3116475"/>
              <a:ext cx="64850" cy="253300"/>
            </a:xfrm>
            <a:custGeom>
              <a:rect b="b" l="l" r="r" t="t"/>
              <a:pathLst>
                <a:path extrusionOk="0" h="10132" w="2594">
                  <a:moveTo>
                    <a:pt x="2369" y="0"/>
                  </a:moveTo>
                  <a:cubicBezTo>
                    <a:pt x="2362" y="0"/>
                    <a:pt x="2354" y="2"/>
                    <a:pt x="2347" y="8"/>
                  </a:cubicBezTo>
                  <a:cubicBezTo>
                    <a:pt x="1733" y="359"/>
                    <a:pt x="1240" y="940"/>
                    <a:pt x="856" y="1543"/>
                  </a:cubicBezTo>
                  <a:cubicBezTo>
                    <a:pt x="670" y="1839"/>
                    <a:pt x="505" y="2157"/>
                    <a:pt x="385" y="2486"/>
                  </a:cubicBezTo>
                  <a:cubicBezTo>
                    <a:pt x="242" y="2880"/>
                    <a:pt x="165" y="3297"/>
                    <a:pt x="110" y="3703"/>
                  </a:cubicBezTo>
                  <a:cubicBezTo>
                    <a:pt x="0" y="4580"/>
                    <a:pt x="22" y="5479"/>
                    <a:pt x="99" y="6356"/>
                  </a:cubicBezTo>
                  <a:cubicBezTo>
                    <a:pt x="143" y="6784"/>
                    <a:pt x="209" y="7212"/>
                    <a:pt x="307" y="7639"/>
                  </a:cubicBezTo>
                  <a:cubicBezTo>
                    <a:pt x="406" y="8012"/>
                    <a:pt x="527" y="8406"/>
                    <a:pt x="735" y="8747"/>
                  </a:cubicBezTo>
                  <a:cubicBezTo>
                    <a:pt x="1141" y="9415"/>
                    <a:pt x="1810" y="9853"/>
                    <a:pt x="2533" y="10128"/>
                  </a:cubicBezTo>
                  <a:cubicBezTo>
                    <a:pt x="2539" y="10131"/>
                    <a:pt x="2544" y="10132"/>
                    <a:pt x="2548" y="10132"/>
                  </a:cubicBezTo>
                  <a:cubicBezTo>
                    <a:pt x="2582" y="10132"/>
                    <a:pt x="2594" y="10070"/>
                    <a:pt x="2555" y="10051"/>
                  </a:cubicBezTo>
                  <a:cubicBezTo>
                    <a:pt x="1919" y="9810"/>
                    <a:pt x="1305" y="9426"/>
                    <a:pt x="911" y="8867"/>
                  </a:cubicBezTo>
                  <a:cubicBezTo>
                    <a:pt x="691" y="8549"/>
                    <a:pt x="560" y="8198"/>
                    <a:pt x="450" y="7848"/>
                  </a:cubicBezTo>
                  <a:cubicBezTo>
                    <a:pt x="329" y="7441"/>
                    <a:pt x="253" y="7014"/>
                    <a:pt x="209" y="6598"/>
                  </a:cubicBezTo>
                  <a:cubicBezTo>
                    <a:pt x="110" y="5764"/>
                    <a:pt x="88" y="4898"/>
                    <a:pt x="154" y="4054"/>
                  </a:cubicBezTo>
                  <a:cubicBezTo>
                    <a:pt x="187" y="3615"/>
                    <a:pt x="263" y="3187"/>
                    <a:pt x="373" y="2771"/>
                  </a:cubicBezTo>
                  <a:cubicBezTo>
                    <a:pt x="472" y="2442"/>
                    <a:pt x="614" y="2124"/>
                    <a:pt x="779" y="1817"/>
                  </a:cubicBezTo>
                  <a:cubicBezTo>
                    <a:pt x="987" y="1467"/>
                    <a:pt x="1228" y="1126"/>
                    <a:pt x="1503" y="819"/>
                  </a:cubicBezTo>
                  <a:cubicBezTo>
                    <a:pt x="1755" y="534"/>
                    <a:pt x="2051" y="271"/>
                    <a:pt x="2390" y="74"/>
                  </a:cubicBezTo>
                  <a:cubicBezTo>
                    <a:pt x="2427" y="56"/>
                    <a:pt x="2403" y="0"/>
                    <a:pt x="2369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26"/>
            <p:cNvSpPr/>
            <p:nvPr/>
          </p:nvSpPr>
          <p:spPr>
            <a:xfrm>
              <a:off x="3721225" y="3116450"/>
              <a:ext cx="8925" cy="252125"/>
            </a:xfrm>
            <a:custGeom>
              <a:rect b="b" l="l" r="r" t="t"/>
              <a:pathLst>
                <a:path extrusionOk="0" h="10085" w="357">
                  <a:moveTo>
                    <a:pt x="143" y="1"/>
                  </a:moveTo>
                  <a:cubicBezTo>
                    <a:pt x="121" y="1"/>
                    <a:pt x="99" y="15"/>
                    <a:pt x="99" y="42"/>
                  </a:cubicBezTo>
                  <a:cubicBezTo>
                    <a:pt x="33" y="1336"/>
                    <a:pt x="0" y="2640"/>
                    <a:pt x="0" y="3934"/>
                  </a:cubicBezTo>
                  <a:cubicBezTo>
                    <a:pt x="0" y="5250"/>
                    <a:pt x="33" y="6565"/>
                    <a:pt x="110" y="7881"/>
                  </a:cubicBezTo>
                  <a:cubicBezTo>
                    <a:pt x="154" y="8605"/>
                    <a:pt x="208" y="9328"/>
                    <a:pt x="274" y="10052"/>
                  </a:cubicBezTo>
                  <a:cubicBezTo>
                    <a:pt x="274" y="10074"/>
                    <a:pt x="296" y="10085"/>
                    <a:pt x="317" y="10085"/>
                  </a:cubicBezTo>
                  <a:cubicBezTo>
                    <a:pt x="337" y="10085"/>
                    <a:pt x="357" y="10074"/>
                    <a:pt x="351" y="10052"/>
                  </a:cubicBezTo>
                  <a:cubicBezTo>
                    <a:pt x="230" y="8758"/>
                    <a:pt x="154" y="7464"/>
                    <a:pt x="110" y="6160"/>
                  </a:cubicBezTo>
                  <a:cubicBezTo>
                    <a:pt x="77" y="4844"/>
                    <a:pt x="77" y="3529"/>
                    <a:pt x="99" y="2213"/>
                  </a:cubicBezTo>
                  <a:cubicBezTo>
                    <a:pt x="121" y="1489"/>
                    <a:pt x="143" y="766"/>
                    <a:pt x="186" y="42"/>
                  </a:cubicBezTo>
                  <a:cubicBezTo>
                    <a:pt x="186" y="15"/>
                    <a:pt x="164" y="1"/>
                    <a:pt x="143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26"/>
            <p:cNvSpPr/>
            <p:nvPr/>
          </p:nvSpPr>
          <p:spPr>
            <a:xfrm>
              <a:off x="3724325" y="3116375"/>
              <a:ext cx="72025" cy="253275"/>
            </a:xfrm>
            <a:custGeom>
              <a:rect b="b" l="l" r="r" t="t"/>
              <a:pathLst>
                <a:path extrusionOk="0" h="10131" w="2881">
                  <a:moveTo>
                    <a:pt x="63" y="0"/>
                  </a:moveTo>
                  <a:cubicBezTo>
                    <a:pt x="16" y="0"/>
                    <a:pt x="0" y="69"/>
                    <a:pt x="52" y="89"/>
                  </a:cubicBezTo>
                  <a:cubicBezTo>
                    <a:pt x="688" y="352"/>
                    <a:pt x="1246" y="791"/>
                    <a:pt x="1653" y="1350"/>
                  </a:cubicBezTo>
                  <a:cubicBezTo>
                    <a:pt x="2080" y="1931"/>
                    <a:pt x="2354" y="2599"/>
                    <a:pt x="2530" y="3291"/>
                  </a:cubicBezTo>
                  <a:cubicBezTo>
                    <a:pt x="2716" y="4069"/>
                    <a:pt x="2793" y="4902"/>
                    <a:pt x="2716" y="5691"/>
                  </a:cubicBezTo>
                  <a:cubicBezTo>
                    <a:pt x="2650" y="6503"/>
                    <a:pt x="2387" y="7281"/>
                    <a:pt x="1981" y="7994"/>
                  </a:cubicBezTo>
                  <a:cubicBezTo>
                    <a:pt x="1521" y="8794"/>
                    <a:pt x="896" y="9496"/>
                    <a:pt x="161" y="10066"/>
                  </a:cubicBezTo>
                  <a:cubicBezTo>
                    <a:pt x="127" y="10092"/>
                    <a:pt x="160" y="10131"/>
                    <a:pt x="191" y="10131"/>
                  </a:cubicBezTo>
                  <a:cubicBezTo>
                    <a:pt x="200" y="10131"/>
                    <a:pt x="209" y="10128"/>
                    <a:pt x="216" y="10121"/>
                  </a:cubicBezTo>
                  <a:cubicBezTo>
                    <a:pt x="874" y="9606"/>
                    <a:pt x="1455" y="8980"/>
                    <a:pt x="1904" y="8279"/>
                  </a:cubicBezTo>
                  <a:cubicBezTo>
                    <a:pt x="2343" y="7577"/>
                    <a:pt x="2650" y="6788"/>
                    <a:pt x="2771" y="5966"/>
                  </a:cubicBezTo>
                  <a:cubicBezTo>
                    <a:pt x="2881" y="5165"/>
                    <a:pt x="2825" y="4310"/>
                    <a:pt x="2661" y="3520"/>
                  </a:cubicBezTo>
                  <a:cubicBezTo>
                    <a:pt x="2508" y="2797"/>
                    <a:pt x="2255" y="2085"/>
                    <a:pt x="1839" y="1471"/>
                  </a:cubicBezTo>
                  <a:cubicBezTo>
                    <a:pt x="1455" y="900"/>
                    <a:pt x="929" y="418"/>
                    <a:pt x="304" y="111"/>
                  </a:cubicBezTo>
                  <a:cubicBezTo>
                    <a:pt x="227" y="78"/>
                    <a:pt x="150" y="34"/>
                    <a:pt x="74" y="1"/>
                  </a:cubicBezTo>
                  <a:cubicBezTo>
                    <a:pt x="70" y="1"/>
                    <a:pt x="66" y="0"/>
                    <a:pt x="63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26"/>
            <p:cNvSpPr/>
            <p:nvPr/>
          </p:nvSpPr>
          <p:spPr>
            <a:xfrm>
              <a:off x="3724500" y="3116400"/>
              <a:ext cx="107475" cy="253300"/>
            </a:xfrm>
            <a:custGeom>
              <a:rect b="b" l="l" r="r" t="t"/>
              <a:pathLst>
                <a:path extrusionOk="0" h="10132" w="4299">
                  <a:moveTo>
                    <a:pt x="55" y="0"/>
                  </a:moveTo>
                  <a:cubicBezTo>
                    <a:pt x="1" y="0"/>
                    <a:pt x="1" y="88"/>
                    <a:pt x="55" y="88"/>
                  </a:cubicBezTo>
                  <a:cubicBezTo>
                    <a:pt x="440" y="88"/>
                    <a:pt x="823" y="186"/>
                    <a:pt x="1174" y="329"/>
                  </a:cubicBezTo>
                  <a:cubicBezTo>
                    <a:pt x="1580" y="483"/>
                    <a:pt x="1974" y="702"/>
                    <a:pt x="2325" y="954"/>
                  </a:cubicBezTo>
                  <a:cubicBezTo>
                    <a:pt x="2665" y="1185"/>
                    <a:pt x="2994" y="1470"/>
                    <a:pt x="3257" y="1787"/>
                  </a:cubicBezTo>
                  <a:cubicBezTo>
                    <a:pt x="3542" y="2138"/>
                    <a:pt x="3739" y="2555"/>
                    <a:pt x="3871" y="2983"/>
                  </a:cubicBezTo>
                  <a:cubicBezTo>
                    <a:pt x="4189" y="3947"/>
                    <a:pt x="4200" y="5010"/>
                    <a:pt x="4024" y="6009"/>
                  </a:cubicBezTo>
                  <a:cubicBezTo>
                    <a:pt x="3860" y="6962"/>
                    <a:pt x="3498" y="7960"/>
                    <a:pt x="2840" y="8684"/>
                  </a:cubicBezTo>
                  <a:cubicBezTo>
                    <a:pt x="2238" y="9352"/>
                    <a:pt x="1382" y="9824"/>
                    <a:pt x="505" y="10010"/>
                  </a:cubicBezTo>
                  <a:cubicBezTo>
                    <a:pt x="396" y="10021"/>
                    <a:pt x="297" y="10043"/>
                    <a:pt x="187" y="10054"/>
                  </a:cubicBezTo>
                  <a:cubicBezTo>
                    <a:pt x="136" y="10054"/>
                    <a:pt x="133" y="10132"/>
                    <a:pt x="178" y="10132"/>
                  </a:cubicBezTo>
                  <a:cubicBezTo>
                    <a:pt x="181" y="10132"/>
                    <a:pt x="184" y="10132"/>
                    <a:pt x="187" y="10131"/>
                  </a:cubicBezTo>
                  <a:cubicBezTo>
                    <a:pt x="1086" y="10043"/>
                    <a:pt x="1985" y="9605"/>
                    <a:pt x="2654" y="8991"/>
                  </a:cubicBezTo>
                  <a:cubicBezTo>
                    <a:pt x="3388" y="8322"/>
                    <a:pt x="3805" y="7357"/>
                    <a:pt x="4024" y="6403"/>
                  </a:cubicBezTo>
                  <a:cubicBezTo>
                    <a:pt x="4255" y="5405"/>
                    <a:pt x="4299" y="4331"/>
                    <a:pt x="4058" y="3322"/>
                  </a:cubicBezTo>
                  <a:cubicBezTo>
                    <a:pt x="3937" y="2851"/>
                    <a:pt x="3761" y="2369"/>
                    <a:pt x="3487" y="1974"/>
                  </a:cubicBezTo>
                  <a:cubicBezTo>
                    <a:pt x="3257" y="1634"/>
                    <a:pt x="2961" y="1338"/>
                    <a:pt x="2643" y="1085"/>
                  </a:cubicBezTo>
                  <a:cubicBezTo>
                    <a:pt x="2292" y="812"/>
                    <a:pt x="1909" y="571"/>
                    <a:pt x="1503" y="373"/>
                  </a:cubicBezTo>
                  <a:cubicBezTo>
                    <a:pt x="1130" y="208"/>
                    <a:pt x="735" y="66"/>
                    <a:pt x="330" y="22"/>
                  </a:cubicBezTo>
                  <a:cubicBezTo>
                    <a:pt x="231" y="11"/>
                    <a:pt x="143" y="0"/>
                    <a:pt x="55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26"/>
            <p:cNvSpPr/>
            <p:nvPr/>
          </p:nvSpPr>
          <p:spPr>
            <a:xfrm>
              <a:off x="3601975" y="3246875"/>
              <a:ext cx="253025" cy="1925"/>
            </a:xfrm>
            <a:custGeom>
              <a:rect b="b" l="l" r="r" t="t"/>
              <a:pathLst>
                <a:path extrusionOk="0" h="77" w="10121">
                  <a:moveTo>
                    <a:pt x="45" y="0"/>
                  </a:moveTo>
                  <a:cubicBezTo>
                    <a:pt x="1" y="0"/>
                    <a:pt x="1" y="77"/>
                    <a:pt x="45" y="77"/>
                  </a:cubicBezTo>
                  <a:lnTo>
                    <a:pt x="10066" y="77"/>
                  </a:lnTo>
                  <a:cubicBezTo>
                    <a:pt x="10121" y="77"/>
                    <a:pt x="10121" y="0"/>
                    <a:pt x="10066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26"/>
            <p:cNvSpPr/>
            <p:nvPr/>
          </p:nvSpPr>
          <p:spPr>
            <a:xfrm>
              <a:off x="3621175" y="3175750"/>
              <a:ext cx="212450" cy="2175"/>
            </a:xfrm>
            <a:custGeom>
              <a:rect b="b" l="l" r="r" t="t"/>
              <a:pathLst>
                <a:path extrusionOk="0" h="87" w="8498">
                  <a:moveTo>
                    <a:pt x="176" y="0"/>
                  </a:moveTo>
                  <a:cubicBezTo>
                    <a:pt x="139" y="0"/>
                    <a:pt x="103" y="2"/>
                    <a:pt x="66" y="5"/>
                  </a:cubicBezTo>
                  <a:lnTo>
                    <a:pt x="55" y="5"/>
                  </a:lnTo>
                  <a:cubicBezTo>
                    <a:pt x="0" y="5"/>
                    <a:pt x="0" y="82"/>
                    <a:pt x="55" y="82"/>
                  </a:cubicBezTo>
                  <a:lnTo>
                    <a:pt x="8103" y="82"/>
                  </a:lnTo>
                  <a:cubicBezTo>
                    <a:pt x="8176" y="82"/>
                    <a:pt x="8249" y="87"/>
                    <a:pt x="8322" y="87"/>
                  </a:cubicBezTo>
                  <a:cubicBezTo>
                    <a:pt x="8359" y="87"/>
                    <a:pt x="8395" y="86"/>
                    <a:pt x="8432" y="82"/>
                  </a:cubicBezTo>
                  <a:lnTo>
                    <a:pt x="8442" y="82"/>
                  </a:lnTo>
                  <a:cubicBezTo>
                    <a:pt x="8498" y="82"/>
                    <a:pt x="8498" y="5"/>
                    <a:pt x="8442" y="5"/>
                  </a:cubicBezTo>
                  <a:lnTo>
                    <a:pt x="395" y="5"/>
                  </a:lnTo>
                  <a:cubicBezTo>
                    <a:pt x="322" y="5"/>
                    <a:pt x="249" y="0"/>
                    <a:pt x="176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26"/>
            <p:cNvSpPr/>
            <p:nvPr/>
          </p:nvSpPr>
          <p:spPr>
            <a:xfrm>
              <a:off x="3629675" y="3317850"/>
              <a:ext cx="196275" cy="2225"/>
            </a:xfrm>
            <a:custGeom>
              <a:rect b="b" l="l" r="r" t="t"/>
              <a:pathLst>
                <a:path extrusionOk="0" h="89" w="7851">
                  <a:moveTo>
                    <a:pt x="44" y="0"/>
                  </a:moveTo>
                  <a:cubicBezTo>
                    <a:pt x="1" y="0"/>
                    <a:pt x="1" y="88"/>
                    <a:pt x="44" y="88"/>
                  </a:cubicBezTo>
                  <a:lnTo>
                    <a:pt x="7795" y="88"/>
                  </a:lnTo>
                  <a:cubicBezTo>
                    <a:pt x="7851" y="88"/>
                    <a:pt x="7851" y="0"/>
                    <a:pt x="7795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8" name="Google Shape;458;p26"/>
          <p:cNvSpPr/>
          <p:nvPr/>
        </p:nvSpPr>
        <p:spPr>
          <a:xfrm rot="7802080">
            <a:off x="5238753" y="3308846"/>
            <a:ext cx="4195605" cy="2007300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459" name="Google Shape;459;p26"/>
          <p:cNvSpPr/>
          <p:nvPr/>
        </p:nvSpPr>
        <p:spPr>
          <a:xfrm>
            <a:off x="6595800" y="-501775"/>
            <a:ext cx="3899475" cy="1866000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460" name="Google Shape;460;p26"/>
          <p:cNvSpPr/>
          <p:nvPr/>
        </p:nvSpPr>
        <p:spPr>
          <a:xfrm>
            <a:off x="-551050" y="627750"/>
            <a:ext cx="964387" cy="1748853"/>
          </a:xfrm>
          <a:custGeom>
            <a:rect b="b" l="l" r="r" t="t"/>
            <a:pathLst>
              <a:path extrusionOk="0" h="44975" w="24801">
                <a:moveTo>
                  <a:pt x="0" y="0"/>
                </a:moveTo>
                <a:cubicBezTo>
                  <a:pt x="9939" y="2840"/>
                  <a:pt x="22701" y="8942"/>
                  <a:pt x="24402" y="19138"/>
                </a:cubicBezTo>
                <a:cubicBezTo>
                  <a:pt x="25999" y="28707"/>
                  <a:pt x="19683" y="40640"/>
                  <a:pt x="11004" y="44975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461" name="Google Shape;461;p26"/>
          <p:cNvSpPr/>
          <p:nvPr/>
        </p:nvSpPr>
        <p:spPr>
          <a:xfrm rot="-2700000">
            <a:off x="2523063" y="-602314"/>
            <a:ext cx="1119389" cy="1104828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462" name="Google Shape;462;p26"/>
          <p:cNvSpPr/>
          <p:nvPr/>
        </p:nvSpPr>
        <p:spPr>
          <a:xfrm rot="10799680">
            <a:off x="-130646" y="4631436"/>
            <a:ext cx="4195445" cy="2007256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463" name="Google Shape;463;p26"/>
          <p:cNvSpPr/>
          <p:nvPr/>
        </p:nvSpPr>
        <p:spPr>
          <a:xfrm>
            <a:off x="1039702" y="1056449"/>
            <a:ext cx="588829" cy="147316"/>
          </a:xfrm>
          <a:custGeom>
            <a:rect b="b" l="l" r="r" t="t"/>
            <a:pathLst>
              <a:path extrusionOk="0" h="1358" w="5428">
                <a:moveTo>
                  <a:pt x="3524" y="0"/>
                </a:moveTo>
                <a:cubicBezTo>
                  <a:pt x="3201" y="0"/>
                  <a:pt x="2890" y="197"/>
                  <a:pt x="2752" y="481"/>
                </a:cubicBezTo>
                <a:cubicBezTo>
                  <a:pt x="2587" y="352"/>
                  <a:pt x="2379" y="286"/>
                  <a:pt x="2173" y="286"/>
                </a:cubicBezTo>
                <a:cubicBezTo>
                  <a:pt x="2079" y="286"/>
                  <a:pt x="1986" y="300"/>
                  <a:pt x="1897" y="327"/>
                </a:cubicBezTo>
                <a:cubicBezTo>
                  <a:pt x="1601" y="426"/>
                  <a:pt x="1371" y="678"/>
                  <a:pt x="1294" y="963"/>
                </a:cubicBezTo>
                <a:cubicBezTo>
                  <a:pt x="1149" y="810"/>
                  <a:pt x="937" y="722"/>
                  <a:pt x="726" y="722"/>
                </a:cubicBezTo>
                <a:cubicBezTo>
                  <a:pt x="666" y="722"/>
                  <a:pt x="607" y="729"/>
                  <a:pt x="548" y="744"/>
                </a:cubicBezTo>
                <a:cubicBezTo>
                  <a:pt x="285" y="820"/>
                  <a:pt x="66" y="1040"/>
                  <a:pt x="0" y="1303"/>
                </a:cubicBezTo>
                <a:lnTo>
                  <a:pt x="5416" y="1358"/>
                </a:lnTo>
                <a:cubicBezTo>
                  <a:pt x="5428" y="1105"/>
                  <a:pt x="5296" y="842"/>
                  <a:pt x="5077" y="711"/>
                </a:cubicBezTo>
                <a:cubicBezTo>
                  <a:pt x="4972" y="648"/>
                  <a:pt x="4849" y="617"/>
                  <a:pt x="4726" y="617"/>
                </a:cubicBezTo>
                <a:cubicBezTo>
                  <a:pt x="4592" y="617"/>
                  <a:pt x="4456" y="653"/>
                  <a:pt x="4342" y="722"/>
                </a:cubicBezTo>
                <a:cubicBezTo>
                  <a:pt x="4287" y="360"/>
                  <a:pt x="3991" y="64"/>
                  <a:pt x="3640" y="9"/>
                </a:cubicBezTo>
                <a:cubicBezTo>
                  <a:pt x="3601" y="3"/>
                  <a:pt x="3563" y="0"/>
                  <a:pt x="352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26"/>
          <p:cNvSpPr/>
          <p:nvPr/>
        </p:nvSpPr>
        <p:spPr>
          <a:xfrm>
            <a:off x="8865552" y="2636886"/>
            <a:ext cx="588829" cy="147316"/>
          </a:xfrm>
          <a:custGeom>
            <a:rect b="b" l="l" r="r" t="t"/>
            <a:pathLst>
              <a:path extrusionOk="0" h="1358" w="5428">
                <a:moveTo>
                  <a:pt x="3524" y="0"/>
                </a:moveTo>
                <a:cubicBezTo>
                  <a:pt x="3201" y="0"/>
                  <a:pt x="2890" y="197"/>
                  <a:pt x="2752" y="481"/>
                </a:cubicBezTo>
                <a:cubicBezTo>
                  <a:pt x="2587" y="352"/>
                  <a:pt x="2379" y="286"/>
                  <a:pt x="2173" y="286"/>
                </a:cubicBezTo>
                <a:cubicBezTo>
                  <a:pt x="2079" y="286"/>
                  <a:pt x="1986" y="300"/>
                  <a:pt x="1897" y="327"/>
                </a:cubicBezTo>
                <a:cubicBezTo>
                  <a:pt x="1601" y="426"/>
                  <a:pt x="1371" y="678"/>
                  <a:pt x="1294" y="963"/>
                </a:cubicBezTo>
                <a:cubicBezTo>
                  <a:pt x="1149" y="810"/>
                  <a:pt x="937" y="722"/>
                  <a:pt x="726" y="722"/>
                </a:cubicBezTo>
                <a:cubicBezTo>
                  <a:pt x="666" y="722"/>
                  <a:pt x="607" y="729"/>
                  <a:pt x="548" y="744"/>
                </a:cubicBezTo>
                <a:cubicBezTo>
                  <a:pt x="285" y="820"/>
                  <a:pt x="66" y="1040"/>
                  <a:pt x="0" y="1303"/>
                </a:cubicBezTo>
                <a:lnTo>
                  <a:pt x="5416" y="1358"/>
                </a:lnTo>
                <a:cubicBezTo>
                  <a:pt x="5428" y="1105"/>
                  <a:pt x="5296" y="842"/>
                  <a:pt x="5077" y="711"/>
                </a:cubicBezTo>
                <a:cubicBezTo>
                  <a:pt x="4972" y="648"/>
                  <a:pt x="4849" y="617"/>
                  <a:pt x="4726" y="617"/>
                </a:cubicBezTo>
                <a:cubicBezTo>
                  <a:pt x="4592" y="617"/>
                  <a:pt x="4456" y="653"/>
                  <a:pt x="4342" y="722"/>
                </a:cubicBezTo>
                <a:cubicBezTo>
                  <a:pt x="4287" y="360"/>
                  <a:pt x="3991" y="64"/>
                  <a:pt x="3640" y="9"/>
                </a:cubicBezTo>
                <a:cubicBezTo>
                  <a:pt x="3601" y="3"/>
                  <a:pt x="3563" y="0"/>
                  <a:pt x="352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26"/>
          <p:cNvSpPr/>
          <p:nvPr/>
        </p:nvSpPr>
        <p:spPr>
          <a:xfrm>
            <a:off x="6442732" y="320521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26"/>
          <p:cNvSpPr/>
          <p:nvPr/>
        </p:nvSpPr>
        <p:spPr>
          <a:xfrm>
            <a:off x="7369552" y="4478861"/>
            <a:ext cx="588829" cy="147316"/>
          </a:xfrm>
          <a:custGeom>
            <a:rect b="b" l="l" r="r" t="t"/>
            <a:pathLst>
              <a:path extrusionOk="0" h="1358" w="5428">
                <a:moveTo>
                  <a:pt x="3524" y="0"/>
                </a:moveTo>
                <a:cubicBezTo>
                  <a:pt x="3201" y="0"/>
                  <a:pt x="2890" y="197"/>
                  <a:pt x="2752" y="481"/>
                </a:cubicBezTo>
                <a:cubicBezTo>
                  <a:pt x="2587" y="352"/>
                  <a:pt x="2379" y="286"/>
                  <a:pt x="2173" y="286"/>
                </a:cubicBezTo>
                <a:cubicBezTo>
                  <a:pt x="2079" y="286"/>
                  <a:pt x="1986" y="300"/>
                  <a:pt x="1897" y="327"/>
                </a:cubicBezTo>
                <a:cubicBezTo>
                  <a:pt x="1601" y="426"/>
                  <a:pt x="1371" y="678"/>
                  <a:pt x="1294" y="963"/>
                </a:cubicBezTo>
                <a:cubicBezTo>
                  <a:pt x="1149" y="810"/>
                  <a:pt x="937" y="722"/>
                  <a:pt x="726" y="722"/>
                </a:cubicBezTo>
                <a:cubicBezTo>
                  <a:pt x="666" y="722"/>
                  <a:pt x="607" y="729"/>
                  <a:pt x="548" y="744"/>
                </a:cubicBezTo>
                <a:cubicBezTo>
                  <a:pt x="285" y="820"/>
                  <a:pt x="66" y="1040"/>
                  <a:pt x="0" y="1303"/>
                </a:cubicBezTo>
                <a:lnTo>
                  <a:pt x="5416" y="1358"/>
                </a:lnTo>
                <a:cubicBezTo>
                  <a:pt x="5428" y="1105"/>
                  <a:pt x="5296" y="842"/>
                  <a:pt x="5077" y="711"/>
                </a:cubicBezTo>
                <a:cubicBezTo>
                  <a:pt x="4972" y="648"/>
                  <a:pt x="4849" y="617"/>
                  <a:pt x="4726" y="617"/>
                </a:cubicBezTo>
                <a:cubicBezTo>
                  <a:pt x="4592" y="617"/>
                  <a:pt x="4456" y="653"/>
                  <a:pt x="4342" y="722"/>
                </a:cubicBezTo>
                <a:cubicBezTo>
                  <a:pt x="4287" y="360"/>
                  <a:pt x="3991" y="64"/>
                  <a:pt x="3640" y="9"/>
                </a:cubicBezTo>
                <a:cubicBezTo>
                  <a:pt x="3601" y="3"/>
                  <a:pt x="3563" y="0"/>
                  <a:pt x="352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26"/>
          <p:cNvSpPr/>
          <p:nvPr/>
        </p:nvSpPr>
        <p:spPr>
          <a:xfrm>
            <a:off x="-175498" y="3254536"/>
            <a:ext cx="588829" cy="147316"/>
          </a:xfrm>
          <a:custGeom>
            <a:rect b="b" l="l" r="r" t="t"/>
            <a:pathLst>
              <a:path extrusionOk="0" h="1358" w="5428">
                <a:moveTo>
                  <a:pt x="3524" y="0"/>
                </a:moveTo>
                <a:cubicBezTo>
                  <a:pt x="3201" y="0"/>
                  <a:pt x="2890" y="197"/>
                  <a:pt x="2752" y="481"/>
                </a:cubicBezTo>
                <a:cubicBezTo>
                  <a:pt x="2587" y="352"/>
                  <a:pt x="2379" y="286"/>
                  <a:pt x="2173" y="286"/>
                </a:cubicBezTo>
                <a:cubicBezTo>
                  <a:pt x="2079" y="286"/>
                  <a:pt x="1986" y="300"/>
                  <a:pt x="1897" y="327"/>
                </a:cubicBezTo>
                <a:cubicBezTo>
                  <a:pt x="1601" y="426"/>
                  <a:pt x="1371" y="678"/>
                  <a:pt x="1294" y="963"/>
                </a:cubicBezTo>
                <a:cubicBezTo>
                  <a:pt x="1149" y="810"/>
                  <a:pt x="937" y="722"/>
                  <a:pt x="726" y="722"/>
                </a:cubicBezTo>
                <a:cubicBezTo>
                  <a:pt x="666" y="722"/>
                  <a:pt x="607" y="729"/>
                  <a:pt x="548" y="744"/>
                </a:cubicBezTo>
                <a:cubicBezTo>
                  <a:pt x="285" y="820"/>
                  <a:pt x="66" y="1040"/>
                  <a:pt x="0" y="1303"/>
                </a:cubicBezTo>
                <a:lnTo>
                  <a:pt x="5416" y="1358"/>
                </a:lnTo>
                <a:cubicBezTo>
                  <a:pt x="5428" y="1105"/>
                  <a:pt x="5296" y="842"/>
                  <a:pt x="5077" y="711"/>
                </a:cubicBezTo>
                <a:cubicBezTo>
                  <a:pt x="4972" y="648"/>
                  <a:pt x="4849" y="617"/>
                  <a:pt x="4726" y="617"/>
                </a:cubicBezTo>
                <a:cubicBezTo>
                  <a:pt x="4592" y="617"/>
                  <a:pt x="4456" y="653"/>
                  <a:pt x="4342" y="722"/>
                </a:cubicBezTo>
                <a:cubicBezTo>
                  <a:pt x="4287" y="360"/>
                  <a:pt x="3991" y="64"/>
                  <a:pt x="3640" y="9"/>
                </a:cubicBezTo>
                <a:cubicBezTo>
                  <a:pt x="3601" y="3"/>
                  <a:pt x="3563" y="0"/>
                  <a:pt x="352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68" name="Google Shape;468;p26"/>
          <p:cNvGrpSpPr/>
          <p:nvPr/>
        </p:nvGrpSpPr>
        <p:grpSpPr>
          <a:xfrm flipH="1">
            <a:off x="8622323" y="1203763"/>
            <a:ext cx="416587" cy="596813"/>
            <a:chOff x="8555949" y="806163"/>
            <a:chExt cx="416587" cy="596813"/>
          </a:xfrm>
        </p:grpSpPr>
        <p:sp>
          <p:nvSpPr>
            <p:cNvPr id="469" name="Google Shape;469;p26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p26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p26"/>
            <p:cNvSpPr/>
            <p:nvPr/>
          </p:nvSpPr>
          <p:spPr>
            <a:xfrm>
              <a:off x="8879236" y="806163"/>
              <a:ext cx="93300" cy="93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26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73" name="Google Shape;473;p26"/>
          <p:cNvGrpSpPr/>
          <p:nvPr/>
        </p:nvGrpSpPr>
        <p:grpSpPr>
          <a:xfrm flipH="1">
            <a:off x="413323" y="1758575"/>
            <a:ext cx="400212" cy="418950"/>
            <a:chOff x="8555949" y="984025"/>
            <a:chExt cx="400212" cy="418950"/>
          </a:xfrm>
        </p:grpSpPr>
        <p:sp>
          <p:nvSpPr>
            <p:cNvPr id="474" name="Google Shape;474;p26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26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26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77" name="Google Shape;477;p26"/>
          <p:cNvGrpSpPr/>
          <p:nvPr/>
        </p:nvGrpSpPr>
        <p:grpSpPr>
          <a:xfrm>
            <a:off x="8402289" y="4373147"/>
            <a:ext cx="461594" cy="461695"/>
            <a:chOff x="3601725" y="3116375"/>
            <a:chExt cx="253275" cy="253400"/>
          </a:xfrm>
        </p:grpSpPr>
        <p:sp>
          <p:nvSpPr>
            <p:cNvPr id="478" name="Google Shape;478;p26"/>
            <p:cNvSpPr/>
            <p:nvPr/>
          </p:nvSpPr>
          <p:spPr>
            <a:xfrm>
              <a:off x="3601725" y="3116650"/>
              <a:ext cx="251900" cy="252200"/>
            </a:xfrm>
            <a:custGeom>
              <a:rect b="b" l="l" r="r" t="t"/>
              <a:pathLst>
                <a:path extrusionOk="0" h="10088" w="10076">
                  <a:moveTo>
                    <a:pt x="5044" y="1"/>
                  </a:moveTo>
                  <a:cubicBezTo>
                    <a:pt x="2259" y="1"/>
                    <a:pt x="0" y="2259"/>
                    <a:pt x="0" y="5044"/>
                  </a:cubicBezTo>
                  <a:cubicBezTo>
                    <a:pt x="0" y="7829"/>
                    <a:pt x="2259" y="10088"/>
                    <a:pt x="5044" y="10088"/>
                  </a:cubicBezTo>
                  <a:cubicBezTo>
                    <a:pt x="7817" y="10088"/>
                    <a:pt x="10076" y="7829"/>
                    <a:pt x="10076" y="5044"/>
                  </a:cubicBezTo>
                  <a:cubicBezTo>
                    <a:pt x="10076" y="2259"/>
                    <a:pt x="7817" y="1"/>
                    <a:pt x="5044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26"/>
            <p:cNvSpPr/>
            <p:nvPr/>
          </p:nvSpPr>
          <p:spPr>
            <a:xfrm>
              <a:off x="3623650" y="3116400"/>
              <a:ext cx="105275" cy="252200"/>
            </a:xfrm>
            <a:custGeom>
              <a:rect b="b" l="l" r="r" t="t"/>
              <a:pathLst>
                <a:path extrusionOk="0" h="10088" w="4211">
                  <a:moveTo>
                    <a:pt x="4046" y="0"/>
                  </a:moveTo>
                  <a:cubicBezTo>
                    <a:pt x="3180" y="88"/>
                    <a:pt x="2368" y="406"/>
                    <a:pt x="1721" y="976"/>
                  </a:cubicBezTo>
                  <a:cubicBezTo>
                    <a:pt x="1184" y="1448"/>
                    <a:pt x="768" y="2050"/>
                    <a:pt x="493" y="2708"/>
                  </a:cubicBezTo>
                  <a:cubicBezTo>
                    <a:pt x="77" y="3706"/>
                    <a:pt x="0" y="4813"/>
                    <a:pt x="164" y="5877"/>
                  </a:cubicBezTo>
                  <a:cubicBezTo>
                    <a:pt x="329" y="6886"/>
                    <a:pt x="691" y="7872"/>
                    <a:pt x="1348" y="8662"/>
                  </a:cubicBezTo>
                  <a:cubicBezTo>
                    <a:pt x="1962" y="9407"/>
                    <a:pt x="2839" y="9956"/>
                    <a:pt x="3804" y="10065"/>
                  </a:cubicBezTo>
                  <a:cubicBezTo>
                    <a:pt x="3925" y="10087"/>
                    <a:pt x="4046" y="10087"/>
                    <a:pt x="4167" y="10087"/>
                  </a:cubicBezTo>
                  <a:cubicBezTo>
                    <a:pt x="4210" y="10087"/>
                    <a:pt x="4210" y="10010"/>
                    <a:pt x="4167" y="10010"/>
                  </a:cubicBezTo>
                  <a:cubicBezTo>
                    <a:pt x="3202" y="9999"/>
                    <a:pt x="2291" y="9539"/>
                    <a:pt x="1623" y="8859"/>
                  </a:cubicBezTo>
                  <a:cubicBezTo>
                    <a:pt x="932" y="8136"/>
                    <a:pt x="515" y="7181"/>
                    <a:pt x="307" y="6206"/>
                  </a:cubicBezTo>
                  <a:cubicBezTo>
                    <a:pt x="99" y="5186"/>
                    <a:pt x="110" y="4111"/>
                    <a:pt x="427" y="3114"/>
                  </a:cubicBezTo>
                  <a:cubicBezTo>
                    <a:pt x="658" y="2423"/>
                    <a:pt x="1041" y="1765"/>
                    <a:pt x="1557" y="1239"/>
                  </a:cubicBezTo>
                  <a:cubicBezTo>
                    <a:pt x="2127" y="658"/>
                    <a:pt x="2873" y="274"/>
                    <a:pt x="3673" y="132"/>
                  </a:cubicBezTo>
                  <a:cubicBezTo>
                    <a:pt x="3794" y="110"/>
                    <a:pt x="3925" y="99"/>
                    <a:pt x="4046" y="88"/>
                  </a:cubicBezTo>
                  <a:cubicBezTo>
                    <a:pt x="4101" y="77"/>
                    <a:pt x="4101" y="0"/>
                    <a:pt x="4046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26"/>
            <p:cNvSpPr/>
            <p:nvPr/>
          </p:nvSpPr>
          <p:spPr>
            <a:xfrm>
              <a:off x="3665575" y="3116475"/>
              <a:ext cx="64850" cy="253300"/>
            </a:xfrm>
            <a:custGeom>
              <a:rect b="b" l="l" r="r" t="t"/>
              <a:pathLst>
                <a:path extrusionOk="0" h="10132" w="2594">
                  <a:moveTo>
                    <a:pt x="2369" y="0"/>
                  </a:moveTo>
                  <a:cubicBezTo>
                    <a:pt x="2362" y="0"/>
                    <a:pt x="2354" y="2"/>
                    <a:pt x="2347" y="8"/>
                  </a:cubicBezTo>
                  <a:cubicBezTo>
                    <a:pt x="1733" y="359"/>
                    <a:pt x="1240" y="940"/>
                    <a:pt x="856" y="1543"/>
                  </a:cubicBezTo>
                  <a:cubicBezTo>
                    <a:pt x="670" y="1839"/>
                    <a:pt x="505" y="2157"/>
                    <a:pt x="385" y="2486"/>
                  </a:cubicBezTo>
                  <a:cubicBezTo>
                    <a:pt x="242" y="2880"/>
                    <a:pt x="165" y="3297"/>
                    <a:pt x="110" y="3703"/>
                  </a:cubicBezTo>
                  <a:cubicBezTo>
                    <a:pt x="0" y="4580"/>
                    <a:pt x="22" y="5479"/>
                    <a:pt x="99" y="6356"/>
                  </a:cubicBezTo>
                  <a:cubicBezTo>
                    <a:pt x="143" y="6784"/>
                    <a:pt x="209" y="7212"/>
                    <a:pt x="307" y="7639"/>
                  </a:cubicBezTo>
                  <a:cubicBezTo>
                    <a:pt x="406" y="8012"/>
                    <a:pt x="527" y="8406"/>
                    <a:pt x="735" y="8747"/>
                  </a:cubicBezTo>
                  <a:cubicBezTo>
                    <a:pt x="1141" y="9415"/>
                    <a:pt x="1810" y="9853"/>
                    <a:pt x="2533" y="10128"/>
                  </a:cubicBezTo>
                  <a:cubicBezTo>
                    <a:pt x="2539" y="10131"/>
                    <a:pt x="2544" y="10132"/>
                    <a:pt x="2548" y="10132"/>
                  </a:cubicBezTo>
                  <a:cubicBezTo>
                    <a:pt x="2582" y="10132"/>
                    <a:pt x="2594" y="10070"/>
                    <a:pt x="2555" y="10051"/>
                  </a:cubicBezTo>
                  <a:cubicBezTo>
                    <a:pt x="1919" y="9810"/>
                    <a:pt x="1305" y="9426"/>
                    <a:pt x="911" y="8867"/>
                  </a:cubicBezTo>
                  <a:cubicBezTo>
                    <a:pt x="691" y="8549"/>
                    <a:pt x="560" y="8198"/>
                    <a:pt x="450" y="7848"/>
                  </a:cubicBezTo>
                  <a:cubicBezTo>
                    <a:pt x="329" y="7441"/>
                    <a:pt x="253" y="7014"/>
                    <a:pt x="209" y="6598"/>
                  </a:cubicBezTo>
                  <a:cubicBezTo>
                    <a:pt x="110" y="5764"/>
                    <a:pt x="88" y="4898"/>
                    <a:pt x="154" y="4054"/>
                  </a:cubicBezTo>
                  <a:cubicBezTo>
                    <a:pt x="187" y="3615"/>
                    <a:pt x="263" y="3187"/>
                    <a:pt x="373" y="2771"/>
                  </a:cubicBezTo>
                  <a:cubicBezTo>
                    <a:pt x="472" y="2442"/>
                    <a:pt x="614" y="2124"/>
                    <a:pt x="779" y="1817"/>
                  </a:cubicBezTo>
                  <a:cubicBezTo>
                    <a:pt x="987" y="1467"/>
                    <a:pt x="1228" y="1126"/>
                    <a:pt x="1503" y="819"/>
                  </a:cubicBezTo>
                  <a:cubicBezTo>
                    <a:pt x="1755" y="534"/>
                    <a:pt x="2051" y="271"/>
                    <a:pt x="2390" y="74"/>
                  </a:cubicBezTo>
                  <a:cubicBezTo>
                    <a:pt x="2427" y="56"/>
                    <a:pt x="2403" y="0"/>
                    <a:pt x="2369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26"/>
            <p:cNvSpPr/>
            <p:nvPr/>
          </p:nvSpPr>
          <p:spPr>
            <a:xfrm>
              <a:off x="3721225" y="3116450"/>
              <a:ext cx="8925" cy="252125"/>
            </a:xfrm>
            <a:custGeom>
              <a:rect b="b" l="l" r="r" t="t"/>
              <a:pathLst>
                <a:path extrusionOk="0" h="10085" w="357">
                  <a:moveTo>
                    <a:pt x="143" y="1"/>
                  </a:moveTo>
                  <a:cubicBezTo>
                    <a:pt x="121" y="1"/>
                    <a:pt x="99" y="15"/>
                    <a:pt x="99" y="42"/>
                  </a:cubicBezTo>
                  <a:cubicBezTo>
                    <a:pt x="33" y="1336"/>
                    <a:pt x="0" y="2640"/>
                    <a:pt x="0" y="3934"/>
                  </a:cubicBezTo>
                  <a:cubicBezTo>
                    <a:pt x="0" y="5250"/>
                    <a:pt x="33" y="6565"/>
                    <a:pt x="110" y="7881"/>
                  </a:cubicBezTo>
                  <a:cubicBezTo>
                    <a:pt x="154" y="8605"/>
                    <a:pt x="208" y="9328"/>
                    <a:pt x="274" y="10052"/>
                  </a:cubicBezTo>
                  <a:cubicBezTo>
                    <a:pt x="274" y="10074"/>
                    <a:pt x="296" y="10085"/>
                    <a:pt x="317" y="10085"/>
                  </a:cubicBezTo>
                  <a:cubicBezTo>
                    <a:pt x="337" y="10085"/>
                    <a:pt x="357" y="10074"/>
                    <a:pt x="351" y="10052"/>
                  </a:cubicBezTo>
                  <a:cubicBezTo>
                    <a:pt x="230" y="8758"/>
                    <a:pt x="154" y="7464"/>
                    <a:pt x="110" y="6160"/>
                  </a:cubicBezTo>
                  <a:cubicBezTo>
                    <a:pt x="77" y="4844"/>
                    <a:pt x="77" y="3529"/>
                    <a:pt x="99" y="2213"/>
                  </a:cubicBezTo>
                  <a:cubicBezTo>
                    <a:pt x="121" y="1489"/>
                    <a:pt x="143" y="766"/>
                    <a:pt x="186" y="42"/>
                  </a:cubicBezTo>
                  <a:cubicBezTo>
                    <a:pt x="186" y="15"/>
                    <a:pt x="164" y="1"/>
                    <a:pt x="143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26"/>
            <p:cNvSpPr/>
            <p:nvPr/>
          </p:nvSpPr>
          <p:spPr>
            <a:xfrm>
              <a:off x="3724325" y="3116375"/>
              <a:ext cx="72025" cy="253275"/>
            </a:xfrm>
            <a:custGeom>
              <a:rect b="b" l="l" r="r" t="t"/>
              <a:pathLst>
                <a:path extrusionOk="0" h="10131" w="2881">
                  <a:moveTo>
                    <a:pt x="63" y="0"/>
                  </a:moveTo>
                  <a:cubicBezTo>
                    <a:pt x="16" y="0"/>
                    <a:pt x="0" y="69"/>
                    <a:pt x="52" y="89"/>
                  </a:cubicBezTo>
                  <a:cubicBezTo>
                    <a:pt x="688" y="352"/>
                    <a:pt x="1246" y="791"/>
                    <a:pt x="1653" y="1350"/>
                  </a:cubicBezTo>
                  <a:cubicBezTo>
                    <a:pt x="2080" y="1931"/>
                    <a:pt x="2354" y="2599"/>
                    <a:pt x="2530" y="3291"/>
                  </a:cubicBezTo>
                  <a:cubicBezTo>
                    <a:pt x="2716" y="4069"/>
                    <a:pt x="2793" y="4902"/>
                    <a:pt x="2716" y="5691"/>
                  </a:cubicBezTo>
                  <a:cubicBezTo>
                    <a:pt x="2650" y="6503"/>
                    <a:pt x="2387" y="7281"/>
                    <a:pt x="1981" y="7994"/>
                  </a:cubicBezTo>
                  <a:cubicBezTo>
                    <a:pt x="1521" y="8794"/>
                    <a:pt x="896" y="9496"/>
                    <a:pt x="161" y="10066"/>
                  </a:cubicBezTo>
                  <a:cubicBezTo>
                    <a:pt x="127" y="10092"/>
                    <a:pt x="160" y="10131"/>
                    <a:pt x="191" y="10131"/>
                  </a:cubicBezTo>
                  <a:cubicBezTo>
                    <a:pt x="200" y="10131"/>
                    <a:pt x="209" y="10128"/>
                    <a:pt x="216" y="10121"/>
                  </a:cubicBezTo>
                  <a:cubicBezTo>
                    <a:pt x="874" y="9606"/>
                    <a:pt x="1455" y="8980"/>
                    <a:pt x="1904" y="8279"/>
                  </a:cubicBezTo>
                  <a:cubicBezTo>
                    <a:pt x="2343" y="7577"/>
                    <a:pt x="2650" y="6788"/>
                    <a:pt x="2771" y="5966"/>
                  </a:cubicBezTo>
                  <a:cubicBezTo>
                    <a:pt x="2881" y="5165"/>
                    <a:pt x="2825" y="4310"/>
                    <a:pt x="2661" y="3520"/>
                  </a:cubicBezTo>
                  <a:cubicBezTo>
                    <a:pt x="2508" y="2797"/>
                    <a:pt x="2255" y="2085"/>
                    <a:pt x="1839" y="1471"/>
                  </a:cubicBezTo>
                  <a:cubicBezTo>
                    <a:pt x="1455" y="900"/>
                    <a:pt x="929" y="418"/>
                    <a:pt x="304" y="111"/>
                  </a:cubicBezTo>
                  <a:cubicBezTo>
                    <a:pt x="227" y="78"/>
                    <a:pt x="150" y="34"/>
                    <a:pt x="74" y="1"/>
                  </a:cubicBezTo>
                  <a:cubicBezTo>
                    <a:pt x="70" y="1"/>
                    <a:pt x="66" y="0"/>
                    <a:pt x="63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26"/>
            <p:cNvSpPr/>
            <p:nvPr/>
          </p:nvSpPr>
          <p:spPr>
            <a:xfrm>
              <a:off x="3724500" y="3116400"/>
              <a:ext cx="107475" cy="253300"/>
            </a:xfrm>
            <a:custGeom>
              <a:rect b="b" l="l" r="r" t="t"/>
              <a:pathLst>
                <a:path extrusionOk="0" h="10132" w="4299">
                  <a:moveTo>
                    <a:pt x="55" y="0"/>
                  </a:moveTo>
                  <a:cubicBezTo>
                    <a:pt x="1" y="0"/>
                    <a:pt x="1" y="88"/>
                    <a:pt x="55" y="88"/>
                  </a:cubicBezTo>
                  <a:cubicBezTo>
                    <a:pt x="440" y="88"/>
                    <a:pt x="823" y="186"/>
                    <a:pt x="1174" y="329"/>
                  </a:cubicBezTo>
                  <a:cubicBezTo>
                    <a:pt x="1580" y="483"/>
                    <a:pt x="1974" y="702"/>
                    <a:pt x="2325" y="954"/>
                  </a:cubicBezTo>
                  <a:cubicBezTo>
                    <a:pt x="2665" y="1185"/>
                    <a:pt x="2994" y="1470"/>
                    <a:pt x="3257" y="1787"/>
                  </a:cubicBezTo>
                  <a:cubicBezTo>
                    <a:pt x="3542" y="2138"/>
                    <a:pt x="3739" y="2555"/>
                    <a:pt x="3871" y="2983"/>
                  </a:cubicBezTo>
                  <a:cubicBezTo>
                    <a:pt x="4189" y="3947"/>
                    <a:pt x="4200" y="5010"/>
                    <a:pt x="4024" y="6009"/>
                  </a:cubicBezTo>
                  <a:cubicBezTo>
                    <a:pt x="3860" y="6962"/>
                    <a:pt x="3498" y="7960"/>
                    <a:pt x="2840" y="8684"/>
                  </a:cubicBezTo>
                  <a:cubicBezTo>
                    <a:pt x="2238" y="9352"/>
                    <a:pt x="1382" y="9824"/>
                    <a:pt x="505" y="10010"/>
                  </a:cubicBezTo>
                  <a:cubicBezTo>
                    <a:pt x="396" y="10021"/>
                    <a:pt x="297" y="10043"/>
                    <a:pt x="187" y="10054"/>
                  </a:cubicBezTo>
                  <a:cubicBezTo>
                    <a:pt x="136" y="10054"/>
                    <a:pt x="133" y="10132"/>
                    <a:pt x="178" y="10132"/>
                  </a:cubicBezTo>
                  <a:cubicBezTo>
                    <a:pt x="181" y="10132"/>
                    <a:pt x="184" y="10132"/>
                    <a:pt x="187" y="10131"/>
                  </a:cubicBezTo>
                  <a:cubicBezTo>
                    <a:pt x="1086" y="10043"/>
                    <a:pt x="1985" y="9605"/>
                    <a:pt x="2654" y="8991"/>
                  </a:cubicBezTo>
                  <a:cubicBezTo>
                    <a:pt x="3388" y="8322"/>
                    <a:pt x="3805" y="7357"/>
                    <a:pt x="4024" y="6403"/>
                  </a:cubicBezTo>
                  <a:cubicBezTo>
                    <a:pt x="4255" y="5405"/>
                    <a:pt x="4299" y="4331"/>
                    <a:pt x="4058" y="3322"/>
                  </a:cubicBezTo>
                  <a:cubicBezTo>
                    <a:pt x="3937" y="2851"/>
                    <a:pt x="3761" y="2369"/>
                    <a:pt x="3487" y="1974"/>
                  </a:cubicBezTo>
                  <a:cubicBezTo>
                    <a:pt x="3257" y="1634"/>
                    <a:pt x="2961" y="1338"/>
                    <a:pt x="2643" y="1085"/>
                  </a:cubicBezTo>
                  <a:cubicBezTo>
                    <a:pt x="2292" y="812"/>
                    <a:pt x="1909" y="571"/>
                    <a:pt x="1503" y="373"/>
                  </a:cubicBezTo>
                  <a:cubicBezTo>
                    <a:pt x="1130" y="208"/>
                    <a:pt x="735" y="66"/>
                    <a:pt x="330" y="22"/>
                  </a:cubicBezTo>
                  <a:cubicBezTo>
                    <a:pt x="231" y="11"/>
                    <a:pt x="143" y="0"/>
                    <a:pt x="55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26"/>
            <p:cNvSpPr/>
            <p:nvPr/>
          </p:nvSpPr>
          <p:spPr>
            <a:xfrm>
              <a:off x="3601975" y="3246875"/>
              <a:ext cx="253025" cy="1925"/>
            </a:xfrm>
            <a:custGeom>
              <a:rect b="b" l="l" r="r" t="t"/>
              <a:pathLst>
                <a:path extrusionOk="0" h="77" w="10121">
                  <a:moveTo>
                    <a:pt x="45" y="0"/>
                  </a:moveTo>
                  <a:cubicBezTo>
                    <a:pt x="1" y="0"/>
                    <a:pt x="1" y="77"/>
                    <a:pt x="45" y="77"/>
                  </a:cubicBezTo>
                  <a:lnTo>
                    <a:pt x="10066" y="77"/>
                  </a:lnTo>
                  <a:cubicBezTo>
                    <a:pt x="10121" y="77"/>
                    <a:pt x="10121" y="0"/>
                    <a:pt x="10066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26"/>
            <p:cNvSpPr/>
            <p:nvPr/>
          </p:nvSpPr>
          <p:spPr>
            <a:xfrm>
              <a:off x="3621175" y="3175750"/>
              <a:ext cx="212450" cy="2175"/>
            </a:xfrm>
            <a:custGeom>
              <a:rect b="b" l="l" r="r" t="t"/>
              <a:pathLst>
                <a:path extrusionOk="0" h="87" w="8498">
                  <a:moveTo>
                    <a:pt x="176" y="0"/>
                  </a:moveTo>
                  <a:cubicBezTo>
                    <a:pt x="139" y="0"/>
                    <a:pt x="103" y="2"/>
                    <a:pt x="66" y="5"/>
                  </a:cubicBezTo>
                  <a:lnTo>
                    <a:pt x="55" y="5"/>
                  </a:lnTo>
                  <a:cubicBezTo>
                    <a:pt x="0" y="5"/>
                    <a:pt x="0" y="82"/>
                    <a:pt x="55" y="82"/>
                  </a:cubicBezTo>
                  <a:lnTo>
                    <a:pt x="8103" y="82"/>
                  </a:lnTo>
                  <a:cubicBezTo>
                    <a:pt x="8176" y="82"/>
                    <a:pt x="8249" y="87"/>
                    <a:pt x="8322" y="87"/>
                  </a:cubicBezTo>
                  <a:cubicBezTo>
                    <a:pt x="8359" y="87"/>
                    <a:pt x="8395" y="86"/>
                    <a:pt x="8432" y="82"/>
                  </a:cubicBezTo>
                  <a:lnTo>
                    <a:pt x="8442" y="82"/>
                  </a:lnTo>
                  <a:cubicBezTo>
                    <a:pt x="8498" y="82"/>
                    <a:pt x="8498" y="5"/>
                    <a:pt x="8442" y="5"/>
                  </a:cubicBezTo>
                  <a:lnTo>
                    <a:pt x="395" y="5"/>
                  </a:lnTo>
                  <a:cubicBezTo>
                    <a:pt x="322" y="5"/>
                    <a:pt x="249" y="0"/>
                    <a:pt x="176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26"/>
            <p:cNvSpPr/>
            <p:nvPr/>
          </p:nvSpPr>
          <p:spPr>
            <a:xfrm>
              <a:off x="3629675" y="3317850"/>
              <a:ext cx="196275" cy="2225"/>
            </a:xfrm>
            <a:custGeom>
              <a:rect b="b" l="l" r="r" t="t"/>
              <a:pathLst>
                <a:path extrusionOk="0" h="89" w="7851">
                  <a:moveTo>
                    <a:pt x="44" y="0"/>
                  </a:moveTo>
                  <a:cubicBezTo>
                    <a:pt x="1" y="0"/>
                    <a:pt x="1" y="88"/>
                    <a:pt x="44" y="88"/>
                  </a:cubicBezTo>
                  <a:lnTo>
                    <a:pt x="7795" y="88"/>
                  </a:lnTo>
                  <a:cubicBezTo>
                    <a:pt x="7851" y="88"/>
                    <a:pt x="7851" y="0"/>
                    <a:pt x="7795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7" name="Google Shape;487;p26"/>
          <p:cNvGrpSpPr/>
          <p:nvPr/>
        </p:nvGrpSpPr>
        <p:grpSpPr>
          <a:xfrm>
            <a:off x="280239" y="308647"/>
            <a:ext cx="461594" cy="461695"/>
            <a:chOff x="3601725" y="3116375"/>
            <a:chExt cx="253275" cy="253400"/>
          </a:xfrm>
        </p:grpSpPr>
        <p:sp>
          <p:nvSpPr>
            <p:cNvPr id="488" name="Google Shape;488;p26"/>
            <p:cNvSpPr/>
            <p:nvPr/>
          </p:nvSpPr>
          <p:spPr>
            <a:xfrm>
              <a:off x="3601725" y="3116650"/>
              <a:ext cx="251900" cy="252200"/>
            </a:xfrm>
            <a:custGeom>
              <a:rect b="b" l="l" r="r" t="t"/>
              <a:pathLst>
                <a:path extrusionOk="0" h="10088" w="10076">
                  <a:moveTo>
                    <a:pt x="5044" y="1"/>
                  </a:moveTo>
                  <a:cubicBezTo>
                    <a:pt x="2259" y="1"/>
                    <a:pt x="0" y="2259"/>
                    <a:pt x="0" y="5044"/>
                  </a:cubicBezTo>
                  <a:cubicBezTo>
                    <a:pt x="0" y="7829"/>
                    <a:pt x="2259" y="10088"/>
                    <a:pt x="5044" y="10088"/>
                  </a:cubicBezTo>
                  <a:cubicBezTo>
                    <a:pt x="7817" y="10088"/>
                    <a:pt x="10076" y="7829"/>
                    <a:pt x="10076" y="5044"/>
                  </a:cubicBezTo>
                  <a:cubicBezTo>
                    <a:pt x="10076" y="2259"/>
                    <a:pt x="7817" y="1"/>
                    <a:pt x="5044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26"/>
            <p:cNvSpPr/>
            <p:nvPr/>
          </p:nvSpPr>
          <p:spPr>
            <a:xfrm>
              <a:off x="3623650" y="3116400"/>
              <a:ext cx="105275" cy="252200"/>
            </a:xfrm>
            <a:custGeom>
              <a:rect b="b" l="l" r="r" t="t"/>
              <a:pathLst>
                <a:path extrusionOk="0" h="10088" w="4211">
                  <a:moveTo>
                    <a:pt x="4046" y="0"/>
                  </a:moveTo>
                  <a:cubicBezTo>
                    <a:pt x="3180" y="88"/>
                    <a:pt x="2368" y="406"/>
                    <a:pt x="1721" y="976"/>
                  </a:cubicBezTo>
                  <a:cubicBezTo>
                    <a:pt x="1184" y="1448"/>
                    <a:pt x="768" y="2050"/>
                    <a:pt x="493" y="2708"/>
                  </a:cubicBezTo>
                  <a:cubicBezTo>
                    <a:pt x="77" y="3706"/>
                    <a:pt x="0" y="4813"/>
                    <a:pt x="164" y="5877"/>
                  </a:cubicBezTo>
                  <a:cubicBezTo>
                    <a:pt x="329" y="6886"/>
                    <a:pt x="691" y="7872"/>
                    <a:pt x="1348" y="8662"/>
                  </a:cubicBezTo>
                  <a:cubicBezTo>
                    <a:pt x="1962" y="9407"/>
                    <a:pt x="2839" y="9956"/>
                    <a:pt x="3804" y="10065"/>
                  </a:cubicBezTo>
                  <a:cubicBezTo>
                    <a:pt x="3925" y="10087"/>
                    <a:pt x="4046" y="10087"/>
                    <a:pt x="4167" y="10087"/>
                  </a:cubicBezTo>
                  <a:cubicBezTo>
                    <a:pt x="4210" y="10087"/>
                    <a:pt x="4210" y="10010"/>
                    <a:pt x="4167" y="10010"/>
                  </a:cubicBezTo>
                  <a:cubicBezTo>
                    <a:pt x="3202" y="9999"/>
                    <a:pt x="2291" y="9539"/>
                    <a:pt x="1623" y="8859"/>
                  </a:cubicBezTo>
                  <a:cubicBezTo>
                    <a:pt x="932" y="8136"/>
                    <a:pt x="515" y="7181"/>
                    <a:pt x="307" y="6206"/>
                  </a:cubicBezTo>
                  <a:cubicBezTo>
                    <a:pt x="99" y="5186"/>
                    <a:pt x="110" y="4111"/>
                    <a:pt x="427" y="3114"/>
                  </a:cubicBezTo>
                  <a:cubicBezTo>
                    <a:pt x="658" y="2423"/>
                    <a:pt x="1041" y="1765"/>
                    <a:pt x="1557" y="1239"/>
                  </a:cubicBezTo>
                  <a:cubicBezTo>
                    <a:pt x="2127" y="658"/>
                    <a:pt x="2873" y="274"/>
                    <a:pt x="3673" y="132"/>
                  </a:cubicBezTo>
                  <a:cubicBezTo>
                    <a:pt x="3794" y="110"/>
                    <a:pt x="3925" y="99"/>
                    <a:pt x="4046" y="88"/>
                  </a:cubicBezTo>
                  <a:cubicBezTo>
                    <a:pt x="4101" y="77"/>
                    <a:pt x="4101" y="0"/>
                    <a:pt x="4046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26"/>
            <p:cNvSpPr/>
            <p:nvPr/>
          </p:nvSpPr>
          <p:spPr>
            <a:xfrm>
              <a:off x="3665575" y="3116475"/>
              <a:ext cx="64850" cy="253300"/>
            </a:xfrm>
            <a:custGeom>
              <a:rect b="b" l="l" r="r" t="t"/>
              <a:pathLst>
                <a:path extrusionOk="0" h="10132" w="2594">
                  <a:moveTo>
                    <a:pt x="2369" y="0"/>
                  </a:moveTo>
                  <a:cubicBezTo>
                    <a:pt x="2362" y="0"/>
                    <a:pt x="2354" y="2"/>
                    <a:pt x="2347" y="8"/>
                  </a:cubicBezTo>
                  <a:cubicBezTo>
                    <a:pt x="1733" y="359"/>
                    <a:pt x="1240" y="940"/>
                    <a:pt x="856" y="1543"/>
                  </a:cubicBezTo>
                  <a:cubicBezTo>
                    <a:pt x="670" y="1839"/>
                    <a:pt x="505" y="2157"/>
                    <a:pt x="385" y="2486"/>
                  </a:cubicBezTo>
                  <a:cubicBezTo>
                    <a:pt x="242" y="2880"/>
                    <a:pt x="165" y="3297"/>
                    <a:pt x="110" y="3703"/>
                  </a:cubicBezTo>
                  <a:cubicBezTo>
                    <a:pt x="0" y="4580"/>
                    <a:pt x="22" y="5479"/>
                    <a:pt x="99" y="6356"/>
                  </a:cubicBezTo>
                  <a:cubicBezTo>
                    <a:pt x="143" y="6784"/>
                    <a:pt x="209" y="7212"/>
                    <a:pt x="307" y="7639"/>
                  </a:cubicBezTo>
                  <a:cubicBezTo>
                    <a:pt x="406" y="8012"/>
                    <a:pt x="527" y="8406"/>
                    <a:pt x="735" y="8747"/>
                  </a:cubicBezTo>
                  <a:cubicBezTo>
                    <a:pt x="1141" y="9415"/>
                    <a:pt x="1810" y="9853"/>
                    <a:pt x="2533" y="10128"/>
                  </a:cubicBezTo>
                  <a:cubicBezTo>
                    <a:pt x="2539" y="10131"/>
                    <a:pt x="2544" y="10132"/>
                    <a:pt x="2548" y="10132"/>
                  </a:cubicBezTo>
                  <a:cubicBezTo>
                    <a:pt x="2582" y="10132"/>
                    <a:pt x="2594" y="10070"/>
                    <a:pt x="2555" y="10051"/>
                  </a:cubicBezTo>
                  <a:cubicBezTo>
                    <a:pt x="1919" y="9810"/>
                    <a:pt x="1305" y="9426"/>
                    <a:pt x="911" y="8867"/>
                  </a:cubicBezTo>
                  <a:cubicBezTo>
                    <a:pt x="691" y="8549"/>
                    <a:pt x="560" y="8198"/>
                    <a:pt x="450" y="7848"/>
                  </a:cubicBezTo>
                  <a:cubicBezTo>
                    <a:pt x="329" y="7441"/>
                    <a:pt x="253" y="7014"/>
                    <a:pt x="209" y="6598"/>
                  </a:cubicBezTo>
                  <a:cubicBezTo>
                    <a:pt x="110" y="5764"/>
                    <a:pt x="88" y="4898"/>
                    <a:pt x="154" y="4054"/>
                  </a:cubicBezTo>
                  <a:cubicBezTo>
                    <a:pt x="187" y="3615"/>
                    <a:pt x="263" y="3187"/>
                    <a:pt x="373" y="2771"/>
                  </a:cubicBezTo>
                  <a:cubicBezTo>
                    <a:pt x="472" y="2442"/>
                    <a:pt x="614" y="2124"/>
                    <a:pt x="779" y="1817"/>
                  </a:cubicBezTo>
                  <a:cubicBezTo>
                    <a:pt x="987" y="1467"/>
                    <a:pt x="1228" y="1126"/>
                    <a:pt x="1503" y="819"/>
                  </a:cubicBezTo>
                  <a:cubicBezTo>
                    <a:pt x="1755" y="534"/>
                    <a:pt x="2051" y="271"/>
                    <a:pt x="2390" y="74"/>
                  </a:cubicBezTo>
                  <a:cubicBezTo>
                    <a:pt x="2427" y="56"/>
                    <a:pt x="2403" y="0"/>
                    <a:pt x="2369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26"/>
            <p:cNvSpPr/>
            <p:nvPr/>
          </p:nvSpPr>
          <p:spPr>
            <a:xfrm>
              <a:off x="3721225" y="3116450"/>
              <a:ext cx="8925" cy="252125"/>
            </a:xfrm>
            <a:custGeom>
              <a:rect b="b" l="l" r="r" t="t"/>
              <a:pathLst>
                <a:path extrusionOk="0" h="10085" w="357">
                  <a:moveTo>
                    <a:pt x="143" y="1"/>
                  </a:moveTo>
                  <a:cubicBezTo>
                    <a:pt x="121" y="1"/>
                    <a:pt x="99" y="15"/>
                    <a:pt x="99" y="42"/>
                  </a:cubicBezTo>
                  <a:cubicBezTo>
                    <a:pt x="33" y="1336"/>
                    <a:pt x="0" y="2640"/>
                    <a:pt x="0" y="3934"/>
                  </a:cubicBezTo>
                  <a:cubicBezTo>
                    <a:pt x="0" y="5250"/>
                    <a:pt x="33" y="6565"/>
                    <a:pt x="110" y="7881"/>
                  </a:cubicBezTo>
                  <a:cubicBezTo>
                    <a:pt x="154" y="8605"/>
                    <a:pt x="208" y="9328"/>
                    <a:pt x="274" y="10052"/>
                  </a:cubicBezTo>
                  <a:cubicBezTo>
                    <a:pt x="274" y="10074"/>
                    <a:pt x="296" y="10085"/>
                    <a:pt x="317" y="10085"/>
                  </a:cubicBezTo>
                  <a:cubicBezTo>
                    <a:pt x="337" y="10085"/>
                    <a:pt x="357" y="10074"/>
                    <a:pt x="351" y="10052"/>
                  </a:cubicBezTo>
                  <a:cubicBezTo>
                    <a:pt x="230" y="8758"/>
                    <a:pt x="154" y="7464"/>
                    <a:pt x="110" y="6160"/>
                  </a:cubicBezTo>
                  <a:cubicBezTo>
                    <a:pt x="77" y="4844"/>
                    <a:pt x="77" y="3529"/>
                    <a:pt x="99" y="2213"/>
                  </a:cubicBezTo>
                  <a:cubicBezTo>
                    <a:pt x="121" y="1489"/>
                    <a:pt x="143" y="766"/>
                    <a:pt x="186" y="42"/>
                  </a:cubicBezTo>
                  <a:cubicBezTo>
                    <a:pt x="186" y="15"/>
                    <a:pt x="164" y="1"/>
                    <a:pt x="143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26"/>
            <p:cNvSpPr/>
            <p:nvPr/>
          </p:nvSpPr>
          <p:spPr>
            <a:xfrm>
              <a:off x="3724325" y="3116375"/>
              <a:ext cx="72025" cy="253275"/>
            </a:xfrm>
            <a:custGeom>
              <a:rect b="b" l="l" r="r" t="t"/>
              <a:pathLst>
                <a:path extrusionOk="0" h="10131" w="2881">
                  <a:moveTo>
                    <a:pt x="63" y="0"/>
                  </a:moveTo>
                  <a:cubicBezTo>
                    <a:pt x="16" y="0"/>
                    <a:pt x="0" y="69"/>
                    <a:pt x="52" y="89"/>
                  </a:cubicBezTo>
                  <a:cubicBezTo>
                    <a:pt x="688" y="352"/>
                    <a:pt x="1246" y="791"/>
                    <a:pt x="1653" y="1350"/>
                  </a:cubicBezTo>
                  <a:cubicBezTo>
                    <a:pt x="2080" y="1931"/>
                    <a:pt x="2354" y="2599"/>
                    <a:pt x="2530" y="3291"/>
                  </a:cubicBezTo>
                  <a:cubicBezTo>
                    <a:pt x="2716" y="4069"/>
                    <a:pt x="2793" y="4902"/>
                    <a:pt x="2716" y="5691"/>
                  </a:cubicBezTo>
                  <a:cubicBezTo>
                    <a:pt x="2650" y="6503"/>
                    <a:pt x="2387" y="7281"/>
                    <a:pt x="1981" y="7994"/>
                  </a:cubicBezTo>
                  <a:cubicBezTo>
                    <a:pt x="1521" y="8794"/>
                    <a:pt x="896" y="9496"/>
                    <a:pt x="161" y="10066"/>
                  </a:cubicBezTo>
                  <a:cubicBezTo>
                    <a:pt x="127" y="10092"/>
                    <a:pt x="160" y="10131"/>
                    <a:pt x="191" y="10131"/>
                  </a:cubicBezTo>
                  <a:cubicBezTo>
                    <a:pt x="200" y="10131"/>
                    <a:pt x="209" y="10128"/>
                    <a:pt x="216" y="10121"/>
                  </a:cubicBezTo>
                  <a:cubicBezTo>
                    <a:pt x="874" y="9606"/>
                    <a:pt x="1455" y="8980"/>
                    <a:pt x="1904" y="8279"/>
                  </a:cubicBezTo>
                  <a:cubicBezTo>
                    <a:pt x="2343" y="7577"/>
                    <a:pt x="2650" y="6788"/>
                    <a:pt x="2771" y="5966"/>
                  </a:cubicBezTo>
                  <a:cubicBezTo>
                    <a:pt x="2881" y="5165"/>
                    <a:pt x="2825" y="4310"/>
                    <a:pt x="2661" y="3520"/>
                  </a:cubicBezTo>
                  <a:cubicBezTo>
                    <a:pt x="2508" y="2797"/>
                    <a:pt x="2255" y="2085"/>
                    <a:pt x="1839" y="1471"/>
                  </a:cubicBezTo>
                  <a:cubicBezTo>
                    <a:pt x="1455" y="900"/>
                    <a:pt x="929" y="418"/>
                    <a:pt x="304" y="111"/>
                  </a:cubicBezTo>
                  <a:cubicBezTo>
                    <a:pt x="227" y="78"/>
                    <a:pt x="150" y="34"/>
                    <a:pt x="74" y="1"/>
                  </a:cubicBezTo>
                  <a:cubicBezTo>
                    <a:pt x="70" y="1"/>
                    <a:pt x="66" y="0"/>
                    <a:pt x="63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26"/>
            <p:cNvSpPr/>
            <p:nvPr/>
          </p:nvSpPr>
          <p:spPr>
            <a:xfrm>
              <a:off x="3724500" y="3116400"/>
              <a:ext cx="107475" cy="253300"/>
            </a:xfrm>
            <a:custGeom>
              <a:rect b="b" l="l" r="r" t="t"/>
              <a:pathLst>
                <a:path extrusionOk="0" h="10132" w="4299">
                  <a:moveTo>
                    <a:pt x="55" y="0"/>
                  </a:moveTo>
                  <a:cubicBezTo>
                    <a:pt x="1" y="0"/>
                    <a:pt x="1" y="88"/>
                    <a:pt x="55" y="88"/>
                  </a:cubicBezTo>
                  <a:cubicBezTo>
                    <a:pt x="440" y="88"/>
                    <a:pt x="823" y="186"/>
                    <a:pt x="1174" y="329"/>
                  </a:cubicBezTo>
                  <a:cubicBezTo>
                    <a:pt x="1580" y="483"/>
                    <a:pt x="1974" y="702"/>
                    <a:pt x="2325" y="954"/>
                  </a:cubicBezTo>
                  <a:cubicBezTo>
                    <a:pt x="2665" y="1185"/>
                    <a:pt x="2994" y="1470"/>
                    <a:pt x="3257" y="1787"/>
                  </a:cubicBezTo>
                  <a:cubicBezTo>
                    <a:pt x="3542" y="2138"/>
                    <a:pt x="3739" y="2555"/>
                    <a:pt x="3871" y="2983"/>
                  </a:cubicBezTo>
                  <a:cubicBezTo>
                    <a:pt x="4189" y="3947"/>
                    <a:pt x="4200" y="5010"/>
                    <a:pt x="4024" y="6009"/>
                  </a:cubicBezTo>
                  <a:cubicBezTo>
                    <a:pt x="3860" y="6962"/>
                    <a:pt x="3498" y="7960"/>
                    <a:pt x="2840" y="8684"/>
                  </a:cubicBezTo>
                  <a:cubicBezTo>
                    <a:pt x="2238" y="9352"/>
                    <a:pt x="1382" y="9824"/>
                    <a:pt x="505" y="10010"/>
                  </a:cubicBezTo>
                  <a:cubicBezTo>
                    <a:pt x="396" y="10021"/>
                    <a:pt x="297" y="10043"/>
                    <a:pt x="187" y="10054"/>
                  </a:cubicBezTo>
                  <a:cubicBezTo>
                    <a:pt x="136" y="10054"/>
                    <a:pt x="133" y="10132"/>
                    <a:pt x="178" y="10132"/>
                  </a:cubicBezTo>
                  <a:cubicBezTo>
                    <a:pt x="181" y="10132"/>
                    <a:pt x="184" y="10132"/>
                    <a:pt x="187" y="10131"/>
                  </a:cubicBezTo>
                  <a:cubicBezTo>
                    <a:pt x="1086" y="10043"/>
                    <a:pt x="1985" y="9605"/>
                    <a:pt x="2654" y="8991"/>
                  </a:cubicBezTo>
                  <a:cubicBezTo>
                    <a:pt x="3388" y="8322"/>
                    <a:pt x="3805" y="7357"/>
                    <a:pt x="4024" y="6403"/>
                  </a:cubicBezTo>
                  <a:cubicBezTo>
                    <a:pt x="4255" y="5405"/>
                    <a:pt x="4299" y="4331"/>
                    <a:pt x="4058" y="3322"/>
                  </a:cubicBezTo>
                  <a:cubicBezTo>
                    <a:pt x="3937" y="2851"/>
                    <a:pt x="3761" y="2369"/>
                    <a:pt x="3487" y="1974"/>
                  </a:cubicBezTo>
                  <a:cubicBezTo>
                    <a:pt x="3257" y="1634"/>
                    <a:pt x="2961" y="1338"/>
                    <a:pt x="2643" y="1085"/>
                  </a:cubicBezTo>
                  <a:cubicBezTo>
                    <a:pt x="2292" y="812"/>
                    <a:pt x="1909" y="571"/>
                    <a:pt x="1503" y="373"/>
                  </a:cubicBezTo>
                  <a:cubicBezTo>
                    <a:pt x="1130" y="208"/>
                    <a:pt x="735" y="66"/>
                    <a:pt x="330" y="22"/>
                  </a:cubicBezTo>
                  <a:cubicBezTo>
                    <a:pt x="231" y="11"/>
                    <a:pt x="143" y="0"/>
                    <a:pt x="55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26"/>
            <p:cNvSpPr/>
            <p:nvPr/>
          </p:nvSpPr>
          <p:spPr>
            <a:xfrm>
              <a:off x="3601975" y="3246875"/>
              <a:ext cx="253025" cy="1925"/>
            </a:xfrm>
            <a:custGeom>
              <a:rect b="b" l="l" r="r" t="t"/>
              <a:pathLst>
                <a:path extrusionOk="0" h="77" w="10121">
                  <a:moveTo>
                    <a:pt x="45" y="0"/>
                  </a:moveTo>
                  <a:cubicBezTo>
                    <a:pt x="1" y="0"/>
                    <a:pt x="1" y="77"/>
                    <a:pt x="45" y="77"/>
                  </a:cubicBezTo>
                  <a:lnTo>
                    <a:pt x="10066" y="77"/>
                  </a:lnTo>
                  <a:cubicBezTo>
                    <a:pt x="10121" y="77"/>
                    <a:pt x="10121" y="0"/>
                    <a:pt x="10066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26"/>
            <p:cNvSpPr/>
            <p:nvPr/>
          </p:nvSpPr>
          <p:spPr>
            <a:xfrm>
              <a:off x="3621175" y="3175750"/>
              <a:ext cx="212450" cy="2175"/>
            </a:xfrm>
            <a:custGeom>
              <a:rect b="b" l="l" r="r" t="t"/>
              <a:pathLst>
                <a:path extrusionOk="0" h="87" w="8498">
                  <a:moveTo>
                    <a:pt x="176" y="0"/>
                  </a:moveTo>
                  <a:cubicBezTo>
                    <a:pt x="139" y="0"/>
                    <a:pt x="103" y="2"/>
                    <a:pt x="66" y="5"/>
                  </a:cubicBezTo>
                  <a:lnTo>
                    <a:pt x="55" y="5"/>
                  </a:lnTo>
                  <a:cubicBezTo>
                    <a:pt x="0" y="5"/>
                    <a:pt x="0" y="82"/>
                    <a:pt x="55" y="82"/>
                  </a:cubicBezTo>
                  <a:lnTo>
                    <a:pt x="8103" y="82"/>
                  </a:lnTo>
                  <a:cubicBezTo>
                    <a:pt x="8176" y="82"/>
                    <a:pt x="8249" y="87"/>
                    <a:pt x="8322" y="87"/>
                  </a:cubicBezTo>
                  <a:cubicBezTo>
                    <a:pt x="8359" y="87"/>
                    <a:pt x="8395" y="86"/>
                    <a:pt x="8432" y="82"/>
                  </a:cubicBezTo>
                  <a:lnTo>
                    <a:pt x="8442" y="82"/>
                  </a:lnTo>
                  <a:cubicBezTo>
                    <a:pt x="8498" y="82"/>
                    <a:pt x="8498" y="5"/>
                    <a:pt x="8442" y="5"/>
                  </a:cubicBezTo>
                  <a:lnTo>
                    <a:pt x="395" y="5"/>
                  </a:lnTo>
                  <a:cubicBezTo>
                    <a:pt x="322" y="5"/>
                    <a:pt x="249" y="0"/>
                    <a:pt x="176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26"/>
            <p:cNvSpPr/>
            <p:nvPr/>
          </p:nvSpPr>
          <p:spPr>
            <a:xfrm>
              <a:off x="3629675" y="3317850"/>
              <a:ext cx="196275" cy="2225"/>
            </a:xfrm>
            <a:custGeom>
              <a:rect b="b" l="l" r="r" t="t"/>
              <a:pathLst>
                <a:path extrusionOk="0" h="89" w="7851">
                  <a:moveTo>
                    <a:pt x="44" y="0"/>
                  </a:moveTo>
                  <a:cubicBezTo>
                    <a:pt x="1" y="0"/>
                    <a:pt x="1" y="88"/>
                    <a:pt x="44" y="88"/>
                  </a:cubicBezTo>
                  <a:lnTo>
                    <a:pt x="7795" y="88"/>
                  </a:lnTo>
                  <a:cubicBezTo>
                    <a:pt x="7851" y="88"/>
                    <a:pt x="7851" y="0"/>
                    <a:pt x="7795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97" name="Google Shape;497;p26"/>
          <p:cNvSpPr/>
          <p:nvPr/>
        </p:nvSpPr>
        <p:spPr>
          <a:xfrm flipH="1" rot="598330">
            <a:off x="8417618" y="782087"/>
            <a:ext cx="152164" cy="190205"/>
          </a:xfrm>
          <a:custGeom>
            <a:rect b="b" l="l" r="r" t="t"/>
            <a:pathLst>
              <a:path extrusionOk="0" h="4276" w="3421">
                <a:moveTo>
                  <a:pt x="1718" y="979"/>
                </a:moveTo>
                <a:cubicBezTo>
                  <a:pt x="2155" y="979"/>
                  <a:pt x="2500" y="1388"/>
                  <a:pt x="2423" y="1864"/>
                </a:cubicBezTo>
                <a:cubicBezTo>
                  <a:pt x="2380" y="2149"/>
                  <a:pt x="2171" y="2380"/>
                  <a:pt x="1908" y="2445"/>
                </a:cubicBezTo>
                <a:cubicBezTo>
                  <a:pt x="1839" y="2466"/>
                  <a:pt x="1772" y="2475"/>
                  <a:pt x="1706" y="2475"/>
                </a:cubicBezTo>
                <a:cubicBezTo>
                  <a:pt x="1275" y="2475"/>
                  <a:pt x="923" y="2066"/>
                  <a:pt x="1009" y="1590"/>
                </a:cubicBezTo>
                <a:cubicBezTo>
                  <a:pt x="1053" y="1305"/>
                  <a:pt x="1261" y="1074"/>
                  <a:pt x="1513" y="1009"/>
                </a:cubicBezTo>
                <a:cubicBezTo>
                  <a:pt x="1583" y="988"/>
                  <a:pt x="1652" y="979"/>
                  <a:pt x="1718" y="979"/>
                </a:cubicBezTo>
                <a:close/>
                <a:moveTo>
                  <a:pt x="1716" y="0"/>
                </a:moveTo>
                <a:cubicBezTo>
                  <a:pt x="1628" y="0"/>
                  <a:pt x="1538" y="7"/>
                  <a:pt x="1447" y="22"/>
                </a:cubicBezTo>
                <a:cubicBezTo>
                  <a:pt x="680" y="143"/>
                  <a:pt x="77" y="823"/>
                  <a:pt x="22" y="1634"/>
                </a:cubicBezTo>
                <a:cubicBezTo>
                  <a:pt x="0" y="2029"/>
                  <a:pt x="99" y="2402"/>
                  <a:pt x="285" y="2697"/>
                </a:cubicBezTo>
                <a:cubicBezTo>
                  <a:pt x="329" y="2774"/>
                  <a:pt x="384" y="2840"/>
                  <a:pt x="439" y="2906"/>
                </a:cubicBezTo>
                <a:lnTo>
                  <a:pt x="1535" y="4144"/>
                </a:lnTo>
                <a:cubicBezTo>
                  <a:pt x="1612" y="4231"/>
                  <a:pt x="1719" y="4275"/>
                  <a:pt x="1828" y="4275"/>
                </a:cubicBezTo>
                <a:cubicBezTo>
                  <a:pt x="1953" y="4275"/>
                  <a:pt x="2078" y="4218"/>
                  <a:pt x="2160" y="4100"/>
                </a:cubicBezTo>
                <a:lnTo>
                  <a:pt x="2840" y="3147"/>
                </a:lnTo>
                <a:cubicBezTo>
                  <a:pt x="2894" y="3048"/>
                  <a:pt x="3016" y="2873"/>
                  <a:pt x="3114" y="2719"/>
                </a:cubicBezTo>
                <a:cubicBezTo>
                  <a:pt x="3311" y="2412"/>
                  <a:pt x="3421" y="2061"/>
                  <a:pt x="3410" y="1700"/>
                </a:cubicBezTo>
                <a:lnTo>
                  <a:pt x="3410" y="1688"/>
                </a:lnTo>
                <a:cubicBezTo>
                  <a:pt x="3370" y="740"/>
                  <a:pt x="2620" y="0"/>
                  <a:pt x="171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26"/>
          <p:cNvSpPr/>
          <p:nvPr/>
        </p:nvSpPr>
        <p:spPr>
          <a:xfrm rot="-598330">
            <a:off x="552518" y="4402062"/>
            <a:ext cx="152164" cy="190205"/>
          </a:xfrm>
          <a:custGeom>
            <a:rect b="b" l="l" r="r" t="t"/>
            <a:pathLst>
              <a:path extrusionOk="0" h="4276" w="3421">
                <a:moveTo>
                  <a:pt x="1718" y="979"/>
                </a:moveTo>
                <a:cubicBezTo>
                  <a:pt x="2155" y="979"/>
                  <a:pt x="2500" y="1388"/>
                  <a:pt x="2423" y="1864"/>
                </a:cubicBezTo>
                <a:cubicBezTo>
                  <a:pt x="2380" y="2149"/>
                  <a:pt x="2171" y="2380"/>
                  <a:pt x="1908" y="2445"/>
                </a:cubicBezTo>
                <a:cubicBezTo>
                  <a:pt x="1839" y="2466"/>
                  <a:pt x="1772" y="2475"/>
                  <a:pt x="1706" y="2475"/>
                </a:cubicBezTo>
                <a:cubicBezTo>
                  <a:pt x="1275" y="2475"/>
                  <a:pt x="923" y="2066"/>
                  <a:pt x="1009" y="1590"/>
                </a:cubicBezTo>
                <a:cubicBezTo>
                  <a:pt x="1053" y="1305"/>
                  <a:pt x="1261" y="1074"/>
                  <a:pt x="1513" y="1009"/>
                </a:cubicBezTo>
                <a:cubicBezTo>
                  <a:pt x="1583" y="988"/>
                  <a:pt x="1652" y="979"/>
                  <a:pt x="1718" y="979"/>
                </a:cubicBezTo>
                <a:close/>
                <a:moveTo>
                  <a:pt x="1716" y="0"/>
                </a:moveTo>
                <a:cubicBezTo>
                  <a:pt x="1628" y="0"/>
                  <a:pt x="1538" y="7"/>
                  <a:pt x="1447" y="22"/>
                </a:cubicBezTo>
                <a:cubicBezTo>
                  <a:pt x="680" y="143"/>
                  <a:pt x="77" y="823"/>
                  <a:pt x="22" y="1634"/>
                </a:cubicBezTo>
                <a:cubicBezTo>
                  <a:pt x="0" y="2029"/>
                  <a:pt x="99" y="2402"/>
                  <a:pt x="285" y="2697"/>
                </a:cubicBezTo>
                <a:cubicBezTo>
                  <a:pt x="329" y="2774"/>
                  <a:pt x="384" y="2840"/>
                  <a:pt x="439" y="2906"/>
                </a:cubicBezTo>
                <a:lnTo>
                  <a:pt x="1535" y="4144"/>
                </a:lnTo>
                <a:cubicBezTo>
                  <a:pt x="1612" y="4231"/>
                  <a:pt x="1719" y="4275"/>
                  <a:pt x="1828" y="4275"/>
                </a:cubicBezTo>
                <a:cubicBezTo>
                  <a:pt x="1953" y="4275"/>
                  <a:pt x="2078" y="4218"/>
                  <a:pt x="2160" y="4100"/>
                </a:cubicBezTo>
                <a:lnTo>
                  <a:pt x="2840" y="3147"/>
                </a:lnTo>
                <a:cubicBezTo>
                  <a:pt x="2894" y="3048"/>
                  <a:pt x="3016" y="2873"/>
                  <a:pt x="3114" y="2719"/>
                </a:cubicBezTo>
                <a:cubicBezTo>
                  <a:pt x="3311" y="2412"/>
                  <a:pt x="3421" y="2061"/>
                  <a:pt x="3410" y="1700"/>
                </a:cubicBezTo>
                <a:lnTo>
                  <a:pt x="3410" y="1688"/>
                </a:lnTo>
                <a:cubicBezTo>
                  <a:pt x="3370" y="740"/>
                  <a:pt x="2620" y="0"/>
                  <a:pt x="171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bg>
      <p:bgPr>
        <a:solidFill>
          <a:schemeClr val="accent2"/>
        </a:solidFill>
      </p:bgPr>
    </p:bg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27"/>
          <p:cNvSpPr/>
          <p:nvPr/>
        </p:nvSpPr>
        <p:spPr>
          <a:xfrm flipH="1" rot="-7802080">
            <a:off x="-219857" y="3308846"/>
            <a:ext cx="4195605" cy="2007300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1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501" name="Google Shape;501;p27"/>
          <p:cNvSpPr/>
          <p:nvPr/>
        </p:nvSpPr>
        <p:spPr>
          <a:xfrm flipH="1">
            <a:off x="-1280775" y="-501775"/>
            <a:ext cx="3899475" cy="1866000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1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502" name="Google Shape;502;p27"/>
          <p:cNvSpPr/>
          <p:nvPr/>
        </p:nvSpPr>
        <p:spPr>
          <a:xfrm flipH="1">
            <a:off x="8692688" y="1364225"/>
            <a:ext cx="964387" cy="1748853"/>
          </a:xfrm>
          <a:custGeom>
            <a:rect b="b" l="l" r="r" t="t"/>
            <a:pathLst>
              <a:path extrusionOk="0" h="44975" w="24801">
                <a:moveTo>
                  <a:pt x="0" y="0"/>
                </a:moveTo>
                <a:cubicBezTo>
                  <a:pt x="9939" y="2840"/>
                  <a:pt x="22701" y="8942"/>
                  <a:pt x="24402" y="19138"/>
                </a:cubicBezTo>
                <a:cubicBezTo>
                  <a:pt x="25999" y="28707"/>
                  <a:pt x="19683" y="40640"/>
                  <a:pt x="11004" y="44975"/>
                </a:cubicBezTo>
              </a:path>
            </a:pathLst>
          </a:custGeom>
          <a:noFill/>
          <a:ln cap="flat" cmpd="sng" w="9525">
            <a:solidFill>
              <a:schemeClr val="lt1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503" name="Google Shape;503;p27"/>
          <p:cNvSpPr/>
          <p:nvPr/>
        </p:nvSpPr>
        <p:spPr>
          <a:xfrm flipH="1" rot="2700000">
            <a:off x="5107948" y="-1450221"/>
            <a:ext cx="2219058" cy="2190191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1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504" name="Google Shape;504;p27"/>
          <p:cNvSpPr/>
          <p:nvPr/>
        </p:nvSpPr>
        <p:spPr>
          <a:xfrm flipH="1" rot="-10799680">
            <a:off x="6889388" y="3493524"/>
            <a:ext cx="4195445" cy="2007256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1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505" name="Google Shape;505;p27"/>
          <p:cNvSpPr/>
          <p:nvPr/>
        </p:nvSpPr>
        <p:spPr>
          <a:xfrm flipH="1">
            <a:off x="7585969" y="1056449"/>
            <a:ext cx="588829" cy="147316"/>
          </a:xfrm>
          <a:custGeom>
            <a:rect b="b" l="l" r="r" t="t"/>
            <a:pathLst>
              <a:path extrusionOk="0" h="1358" w="5428">
                <a:moveTo>
                  <a:pt x="3524" y="0"/>
                </a:moveTo>
                <a:cubicBezTo>
                  <a:pt x="3201" y="0"/>
                  <a:pt x="2890" y="197"/>
                  <a:pt x="2752" y="481"/>
                </a:cubicBezTo>
                <a:cubicBezTo>
                  <a:pt x="2587" y="352"/>
                  <a:pt x="2379" y="286"/>
                  <a:pt x="2173" y="286"/>
                </a:cubicBezTo>
                <a:cubicBezTo>
                  <a:pt x="2079" y="286"/>
                  <a:pt x="1986" y="300"/>
                  <a:pt x="1897" y="327"/>
                </a:cubicBezTo>
                <a:cubicBezTo>
                  <a:pt x="1601" y="426"/>
                  <a:pt x="1371" y="678"/>
                  <a:pt x="1294" y="963"/>
                </a:cubicBezTo>
                <a:cubicBezTo>
                  <a:pt x="1149" y="810"/>
                  <a:pt x="937" y="722"/>
                  <a:pt x="726" y="722"/>
                </a:cubicBezTo>
                <a:cubicBezTo>
                  <a:pt x="666" y="722"/>
                  <a:pt x="607" y="729"/>
                  <a:pt x="548" y="744"/>
                </a:cubicBezTo>
                <a:cubicBezTo>
                  <a:pt x="285" y="820"/>
                  <a:pt x="66" y="1040"/>
                  <a:pt x="0" y="1303"/>
                </a:cubicBezTo>
                <a:lnTo>
                  <a:pt x="5416" y="1358"/>
                </a:lnTo>
                <a:cubicBezTo>
                  <a:pt x="5428" y="1105"/>
                  <a:pt x="5296" y="842"/>
                  <a:pt x="5077" y="711"/>
                </a:cubicBezTo>
                <a:cubicBezTo>
                  <a:pt x="4972" y="648"/>
                  <a:pt x="4849" y="617"/>
                  <a:pt x="4726" y="617"/>
                </a:cubicBezTo>
                <a:cubicBezTo>
                  <a:pt x="4592" y="617"/>
                  <a:pt x="4456" y="653"/>
                  <a:pt x="4342" y="722"/>
                </a:cubicBezTo>
                <a:cubicBezTo>
                  <a:pt x="4287" y="360"/>
                  <a:pt x="3991" y="64"/>
                  <a:pt x="3640" y="9"/>
                </a:cubicBezTo>
                <a:cubicBezTo>
                  <a:pt x="3601" y="3"/>
                  <a:pt x="3563" y="0"/>
                  <a:pt x="352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27"/>
          <p:cNvSpPr/>
          <p:nvPr/>
        </p:nvSpPr>
        <p:spPr>
          <a:xfrm flipH="1">
            <a:off x="-239881" y="2636886"/>
            <a:ext cx="588829" cy="147316"/>
          </a:xfrm>
          <a:custGeom>
            <a:rect b="b" l="l" r="r" t="t"/>
            <a:pathLst>
              <a:path extrusionOk="0" h="1358" w="5428">
                <a:moveTo>
                  <a:pt x="3524" y="0"/>
                </a:moveTo>
                <a:cubicBezTo>
                  <a:pt x="3201" y="0"/>
                  <a:pt x="2890" y="197"/>
                  <a:pt x="2752" y="481"/>
                </a:cubicBezTo>
                <a:cubicBezTo>
                  <a:pt x="2587" y="352"/>
                  <a:pt x="2379" y="286"/>
                  <a:pt x="2173" y="286"/>
                </a:cubicBezTo>
                <a:cubicBezTo>
                  <a:pt x="2079" y="286"/>
                  <a:pt x="1986" y="300"/>
                  <a:pt x="1897" y="327"/>
                </a:cubicBezTo>
                <a:cubicBezTo>
                  <a:pt x="1601" y="426"/>
                  <a:pt x="1371" y="678"/>
                  <a:pt x="1294" y="963"/>
                </a:cubicBezTo>
                <a:cubicBezTo>
                  <a:pt x="1149" y="810"/>
                  <a:pt x="937" y="722"/>
                  <a:pt x="726" y="722"/>
                </a:cubicBezTo>
                <a:cubicBezTo>
                  <a:pt x="666" y="722"/>
                  <a:pt x="607" y="729"/>
                  <a:pt x="548" y="744"/>
                </a:cubicBezTo>
                <a:cubicBezTo>
                  <a:pt x="285" y="820"/>
                  <a:pt x="66" y="1040"/>
                  <a:pt x="0" y="1303"/>
                </a:cubicBezTo>
                <a:lnTo>
                  <a:pt x="5416" y="1358"/>
                </a:lnTo>
                <a:cubicBezTo>
                  <a:pt x="5428" y="1105"/>
                  <a:pt x="5296" y="842"/>
                  <a:pt x="5077" y="711"/>
                </a:cubicBezTo>
                <a:cubicBezTo>
                  <a:pt x="4972" y="648"/>
                  <a:pt x="4849" y="617"/>
                  <a:pt x="4726" y="617"/>
                </a:cubicBezTo>
                <a:cubicBezTo>
                  <a:pt x="4592" y="617"/>
                  <a:pt x="4456" y="653"/>
                  <a:pt x="4342" y="722"/>
                </a:cubicBezTo>
                <a:cubicBezTo>
                  <a:pt x="4287" y="360"/>
                  <a:pt x="3991" y="64"/>
                  <a:pt x="3640" y="9"/>
                </a:cubicBezTo>
                <a:cubicBezTo>
                  <a:pt x="3601" y="3"/>
                  <a:pt x="3563" y="0"/>
                  <a:pt x="352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27"/>
          <p:cNvSpPr/>
          <p:nvPr/>
        </p:nvSpPr>
        <p:spPr>
          <a:xfrm flipH="1">
            <a:off x="2092575" y="320521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27"/>
          <p:cNvSpPr/>
          <p:nvPr/>
        </p:nvSpPr>
        <p:spPr>
          <a:xfrm flipH="1">
            <a:off x="875119" y="4478861"/>
            <a:ext cx="588829" cy="147316"/>
          </a:xfrm>
          <a:custGeom>
            <a:rect b="b" l="l" r="r" t="t"/>
            <a:pathLst>
              <a:path extrusionOk="0" h="1358" w="5428">
                <a:moveTo>
                  <a:pt x="3524" y="0"/>
                </a:moveTo>
                <a:cubicBezTo>
                  <a:pt x="3201" y="0"/>
                  <a:pt x="2890" y="197"/>
                  <a:pt x="2752" y="481"/>
                </a:cubicBezTo>
                <a:cubicBezTo>
                  <a:pt x="2587" y="352"/>
                  <a:pt x="2379" y="286"/>
                  <a:pt x="2173" y="286"/>
                </a:cubicBezTo>
                <a:cubicBezTo>
                  <a:pt x="2079" y="286"/>
                  <a:pt x="1986" y="300"/>
                  <a:pt x="1897" y="327"/>
                </a:cubicBezTo>
                <a:cubicBezTo>
                  <a:pt x="1601" y="426"/>
                  <a:pt x="1371" y="678"/>
                  <a:pt x="1294" y="963"/>
                </a:cubicBezTo>
                <a:cubicBezTo>
                  <a:pt x="1149" y="810"/>
                  <a:pt x="937" y="722"/>
                  <a:pt x="726" y="722"/>
                </a:cubicBezTo>
                <a:cubicBezTo>
                  <a:pt x="666" y="722"/>
                  <a:pt x="607" y="729"/>
                  <a:pt x="548" y="744"/>
                </a:cubicBezTo>
                <a:cubicBezTo>
                  <a:pt x="285" y="820"/>
                  <a:pt x="66" y="1040"/>
                  <a:pt x="0" y="1303"/>
                </a:cubicBezTo>
                <a:lnTo>
                  <a:pt x="5416" y="1358"/>
                </a:lnTo>
                <a:cubicBezTo>
                  <a:pt x="5428" y="1105"/>
                  <a:pt x="5296" y="842"/>
                  <a:pt x="5077" y="711"/>
                </a:cubicBezTo>
                <a:cubicBezTo>
                  <a:pt x="4972" y="648"/>
                  <a:pt x="4849" y="617"/>
                  <a:pt x="4726" y="617"/>
                </a:cubicBezTo>
                <a:cubicBezTo>
                  <a:pt x="4592" y="617"/>
                  <a:pt x="4456" y="653"/>
                  <a:pt x="4342" y="722"/>
                </a:cubicBezTo>
                <a:cubicBezTo>
                  <a:pt x="4287" y="360"/>
                  <a:pt x="3991" y="64"/>
                  <a:pt x="3640" y="9"/>
                </a:cubicBezTo>
                <a:cubicBezTo>
                  <a:pt x="3601" y="3"/>
                  <a:pt x="3563" y="0"/>
                  <a:pt x="352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27"/>
          <p:cNvSpPr/>
          <p:nvPr/>
        </p:nvSpPr>
        <p:spPr>
          <a:xfrm flipH="1">
            <a:off x="8199281" y="3943699"/>
            <a:ext cx="588829" cy="147316"/>
          </a:xfrm>
          <a:custGeom>
            <a:rect b="b" l="l" r="r" t="t"/>
            <a:pathLst>
              <a:path extrusionOk="0" h="1358" w="5428">
                <a:moveTo>
                  <a:pt x="3524" y="0"/>
                </a:moveTo>
                <a:cubicBezTo>
                  <a:pt x="3201" y="0"/>
                  <a:pt x="2890" y="197"/>
                  <a:pt x="2752" y="481"/>
                </a:cubicBezTo>
                <a:cubicBezTo>
                  <a:pt x="2587" y="352"/>
                  <a:pt x="2379" y="286"/>
                  <a:pt x="2173" y="286"/>
                </a:cubicBezTo>
                <a:cubicBezTo>
                  <a:pt x="2079" y="286"/>
                  <a:pt x="1986" y="300"/>
                  <a:pt x="1897" y="327"/>
                </a:cubicBezTo>
                <a:cubicBezTo>
                  <a:pt x="1601" y="426"/>
                  <a:pt x="1371" y="678"/>
                  <a:pt x="1294" y="963"/>
                </a:cubicBezTo>
                <a:cubicBezTo>
                  <a:pt x="1149" y="810"/>
                  <a:pt x="937" y="722"/>
                  <a:pt x="726" y="722"/>
                </a:cubicBezTo>
                <a:cubicBezTo>
                  <a:pt x="666" y="722"/>
                  <a:pt x="607" y="729"/>
                  <a:pt x="548" y="744"/>
                </a:cubicBezTo>
                <a:cubicBezTo>
                  <a:pt x="285" y="820"/>
                  <a:pt x="66" y="1040"/>
                  <a:pt x="0" y="1303"/>
                </a:cubicBezTo>
                <a:lnTo>
                  <a:pt x="5416" y="1358"/>
                </a:lnTo>
                <a:cubicBezTo>
                  <a:pt x="5428" y="1105"/>
                  <a:pt x="5296" y="842"/>
                  <a:pt x="5077" y="711"/>
                </a:cubicBezTo>
                <a:cubicBezTo>
                  <a:pt x="4972" y="648"/>
                  <a:pt x="4849" y="617"/>
                  <a:pt x="4726" y="617"/>
                </a:cubicBezTo>
                <a:cubicBezTo>
                  <a:pt x="4592" y="617"/>
                  <a:pt x="4456" y="653"/>
                  <a:pt x="4342" y="722"/>
                </a:cubicBezTo>
                <a:cubicBezTo>
                  <a:pt x="4287" y="360"/>
                  <a:pt x="3991" y="64"/>
                  <a:pt x="3640" y="9"/>
                </a:cubicBezTo>
                <a:cubicBezTo>
                  <a:pt x="3601" y="3"/>
                  <a:pt x="3563" y="0"/>
                  <a:pt x="352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10" name="Google Shape;510;p27"/>
          <p:cNvGrpSpPr/>
          <p:nvPr/>
        </p:nvGrpSpPr>
        <p:grpSpPr>
          <a:xfrm flipH="1" rot="-5400000">
            <a:off x="7927439" y="-54062"/>
            <a:ext cx="416587" cy="977813"/>
            <a:chOff x="8555949" y="425163"/>
            <a:chExt cx="416587" cy="977813"/>
          </a:xfrm>
        </p:grpSpPr>
        <p:sp>
          <p:nvSpPr>
            <p:cNvPr id="511" name="Google Shape;511;p27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" name="Google Shape;512;p27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27"/>
            <p:cNvSpPr/>
            <p:nvPr/>
          </p:nvSpPr>
          <p:spPr>
            <a:xfrm>
              <a:off x="8879236" y="425163"/>
              <a:ext cx="93300" cy="93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27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15" name="Google Shape;515;p27"/>
          <p:cNvGrpSpPr/>
          <p:nvPr/>
        </p:nvGrpSpPr>
        <p:grpSpPr>
          <a:xfrm flipH="1" rot="-5400000">
            <a:off x="-214005" y="4060144"/>
            <a:ext cx="1238412" cy="385925"/>
            <a:chOff x="8251149" y="734000"/>
            <a:chExt cx="1238412" cy="385925"/>
          </a:xfrm>
        </p:grpSpPr>
        <p:sp>
          <p:nvSpPr>
            <p:cNvPr id="516" name="Google Shape;516;p27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27"/>
            <p:cNvSpPr/>
            <p:nvPr/>
          </p:nvSpPr>
          <p:spPr>
            <a:xfrm>
              <a:off x="9396261" y="928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27"/>
            <p:cNvSpPr/>
            <p:nvPr/>
          </p:nvSpPr>
          <p:spPr>
            <a:xfrm>
              <a:off x="9031636" y="806163"/>
              <a:ext cx="93300" cy="93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27"/>
            <p:cNvSpPr/>
            <p:nvPr/>
          </p:nvSpPr>
          <p:spPr>
            <a:xfrm>
              <a:off x="8251149" y="734000"/>
              <a:ext cx="54900" cy="54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0" name="Google Shape;520;p27"/>
          <p:cNvSpPr/>
          <p:nvPr/>
        </p:nvSpPr>
        <p:spPr>
          <a:xfrm flipH="1" rot="598330">
            <a:off x="8417618" y="782087"/>
            <a:ext cx="152164" cy="190205"/>
          </a:xfrm>
          <a:custGeom>
            <a:rect b="b" l="l" r="r" t="t"/>
            <a:pathLst>
              <a:path extrusionOk="0" h="4276" w="3421">
                <a:moveTo>
                  <a:pt x="1718" y="979"/>
                </a:moveTo>
                <a:cubicBezTo>
                  <a:pt x="2155" y="979"/>
                  <a:pt x="2500" y="1388"/>
                  <a:pt x="2423" y="1864"/>
                </a:cubicBezTo>
                <a:cubicBezTo>
                  <a:pt x="2380" y="2149"/>
                  <a:pt x="2171" y="2380"/>
                  <a:pt x="1908" y="2445"/>
                </a:cubicBezTo>
                <a:cubicBezTo>
                  <a:pt x="1839" y="2466"/>
                  <a:pt x="1772" y="2475"/>
                  <a:pt x="1706" y="2475"/>
                </a:cubicBezTo>
                <a:cubicBezTo>
                  <a:pt x="1275" y="2475"/>
                  <a:pt x="923" y="2066"/>
                  <a:pt x="1009" y="1590"/>
                </a:cubicBezTo>
                <a:cubicBezTo>
                  <a:pt x="1053" y="1305"/>
                  <a:pt x="1261" y="1074"/>
                  <a:pt x="1513" y="1009"/>
                </a:cubicBezTo>
                <a:cubicBezTo>
                  <a:pt x="1583" y="988"/>
                  <a:pt x="1652" y="979"/>
                  <a:pt x="1718" y="979"/>
                </a:cubicBezTo>
                <a:close/>
                <a:moveTo>
                  <a:pt x="1716" y="0"/>
                </a:moveTo>
                <a:cubicBezTo>
                  <a:pt x="1628" y="0"/>
                  <a:pt x="1538" y="7"/>
                  <a:pt x="1447" y="22"/>
                </a:cubicBezTo>
                <a:cubicBezTo>
                  <a:pt x="680" y="143"/>
                  <a:pt x="77" y="823"/>
                  <a:pt x="22" y="1634"/>
                </a:cubicBezTo>
                <a:cubicBezTo>
                  <a:pt x="0" y="2029"/>
                  <a:pt x="99" y="2402"/>
                  <a:pt x="285" y="2697"/>
                </a:cubicBezTo>
                <a:cubicBezTo>
                  <a:pt x="329" y="2774"/>
                  <a:pt x="384" y="2840"/>
                  <a:pt x="439" y="2906"/>
                </a:cubicBezTo>
                <a:lnTo>
                  <a:pt x="1535" y="4144"/>
                </a:lnTo>
                <a:cubicBezTo>
                  <a:pt x="1612" y="4231"/>
                  <a:pt x="1719" y="4275"/>
                  <a:pt x="1828" y="4275"/>
                </a:cubicBezTo>
                <a:cubicBezTo>
                  <a:pt x="1953" y="4275"/>
                  <a:pt x="2078" y="4218"/>
                  <a:pt x="2160" y="4100"/>
                </a:cubicBezTo>
                <a:lnTo>
                  <a:pt x="2840" y="3147"/>
                </a:lnTo>
                <a:cubicBezTo>
                  <a:pt x="2894" y="3048"/>
                  <a:pt x="3016" y="2873"/>
                  <a:pt x="3114" y="2719"/>
                </a:cubicBezTo>
                <a:cubicBezTo>
                  <a:pt x="3311" y="2412"/>
                  <a:pt x="3421" y="2061"/>
                  <a:pt x="3410" y="1700"/>
                </a:cubicBezTo>
                <a:lnTo>
                  <a:pt x="3410" y="1688"/>
                </a:lnTo>
                <a:cubicBezTo>
                  <a:pt x="3370" y="740"/>
                  <a:pt x="2620" y="0"/>
                  <a:pt x="171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27"/>
          <p:cNvSpPr/>
          <p:nvPr/>
        </p:nvSpPr>
        <p:spPr>
          <a:xfrm rot="-598330">
            <a:off x="552518" y="4402062"/>
            <a:ext cx="152164" cy="190205"/>
          </a:xfrm>
          <a:custGeom>
            <a:rect b="b" l="l" r="r" t="t"/>
            <a:pathLst>
              <a:path extrusionOk="0" h="4276" w="3421">
                <a:moveTo>
                  <a:pt x="1718" y="979"/>
                </a:moveTo>
                <a:cubicBezTo>
                  <a:pt x="2155" y="979"/>
                  <a:pt x="2500" y="1388"/>
                  <a:pt x="2423" y="1864"/>
                </a:cubicBezTo>
                <a:cubicBezTo>
                  <a:pt x="2380" y="2149"/>
                  <a:pt x="2171" y="2380"/>
                  <a:pt x="1908" y="2445"/>
                </a:cubicBezTo>
                <a:cubicBezTo>
                  <a:pt x="1839" y="2466"/>
                  <a:pt x="1772" y="2475"/>
                  <a:pt x="1706" y="2475"/>
                </a:cubicBezTo>
                <a:cubicBezTo>
                  <a:pt x="1275" y="2475"/>
                  <a:pt x="923" y="2066"/>
                  <a:pt x="1009" y="1590"/>
                </a:cubicBezTo>
                <a:cubicBezTo>
                  <a:pt x="1053" y="1305"/>
                  <a:pt x="1261" y="1074"/>
                  <a:pt x="1513" y="1009"/>
                </a:cubicBezTo>
                <a:cubicBezTo>
                  <a:pt x="1583" y="988"/>
                  <a:pt x="1652" y="979"/>
                  <a:pt x="1718" y="979"/>
                </a:cubicBezTo>
                <a:close/>
                <a:moveTo>
                  <a:pt x="1716" y="0"/>
                </a:moveTo>
                <a:cubicBezTo>
                  <a:pt x="1628" y="0"/>
                  <a:pt x="1538" y="7"/>
                  <a:pt x="1447" y="22"/>
                </a:cubicBezTo>
                <a:cubicBezTo>
                  <a:pt x="680" y="143"/>
                  <a:pt x="77" y="823"/>
                  <a:pt x="22" y="1634"/>
                </a:cubicBezTo>
                <a:cubicBezTo>
                  <a:pt x="0" y="2029"/>
                  <a:pt x="99" y="2402"/>
                  <a:pt x="285" y="2697"/>
                </a:cubicBezTo>
                <a:cubicBezTo>
                  <a:pt x="329" y="2774"/>
                  <a:pt x="384" y="2840"/>
                  <a:pt x="439" y="2906"/>
                </a:cubicBezTo>
                <a:lnTo>
                  <a:pt x="1535" y="4144"/>
                </a:lnTo>
                <a:cubicBezTo>
                  <a:pt x="1612" y="4231"/>
                  <a:pt x="1719" y="4275"/>
                  <a:pt x="1828" y="4275"/>
                </a:cubicBezTo>
                <a:cubicBezTo>
                  <a:pt x="1953" y="4275"/>
                  <a:pt x="2078" y="4218"/>
                  <a:pt x="2160" y="4100"/>
                </a:cubicBezTo>
                <a:lnTo>
                  <a:pt x="2840" y="3147"/>
                </a:lnTo>
                <a:cubicBezTo>
                  <a:pt x="2894" y="3048"/>
                  <a:pt x="3016" y="2873"/>
                  <a:pt x="3114" y="2719"/>
                </a:cubicBezTo>
                <a:cubicBezTo>
                  <a:pt x="3311" y="2412"/>
                  <a:pt x="3421" y="2061"/>
                  <a:pt x="3410" y="1700"/>
                </a:cubicBezTo>
                <a:lnTo>
                  <a:pt x="3410" y="1688"/>
                </a:lnTo>
                <a:cubicBezTo>
                  <a:pt x="3370" y="740"/>
                  <a:pt x="2620" y="0"/>
                  <a:pt x="171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27"/>
          <p:cNvSpPr/>
          <p:nvPr/>
        </p:nvSpPr>
        <p:spPr>
          <a:xfrm flipH="1">
            <a:off x="598169" y="803536"/>
            <a:ext cx="588829" cy="147316"/>
          </a:xfrm>
          <a:custGeom>
            <a:rect b="b" l="l" r="r" t="t"/>
            <a:pathLst>
              <a:path extrusionOk="0" h="1358" w="5428">
                <a:moveTo>
                  <a:pt x="3524" y="0"/>
                </a:moveTo>
                <a:cubicBezTo>
                  <a:pt x="3201" y="0"/>
                  <a:pt x="2890" y="197"/>
                  <a:pt x="2752" y="481"/>
                </a:cubicBezTo>
                <a:cubicBezTo>
                  <a:pt x="2587" y="352"/>
                  <a:pt x="2379" y="286"/>
                  <a:pt x="2173" y="286"/>
                </a:cubicBezTo>
                <a:cubicBezTo>
                  <a:pt x="2079" y="286"/>
                  <a:pt x="1986" y="300"/>
                  <a:pt x="1897" y="327"/>
                </a:cubicBezTo>
                <a:cubicBezTo>
                  <a:pt x="1601" y="426"/>
                  <a:pt x="1371" y="678"/>
                  <a:pt x="1294" y="963"/>
                </a:cubicBezTo>
                <a:cubicBezTo>
                  <a:pt x="1149" y="810"/>
                  <a:pt x="937" y="722"/>
                  <a:pt x="726" y="722"/>
                </a:cubicBezTo>
                <a:cubicBezTo>
                  <a:pt x="666" y="722"/>
                  <a:pt x="607" y="729"/>
                  <a:pt x="548" y="744"/>
                </a:cubicBezTo>
                <a:cubicBezTo>
                  <a:pt x="285" y="820"/>
                  <a:pt x="66" y="1040"/>
                  <a:pt x="0" y="1303"/>
                </a:cubicBezTo>
                <a:lnTo>
                  <a:pt x="5416" y="1358"/>
                </a:lnTo>
                <a:cubicBezTo>
                  <a:pt x="5428" y="1105"/>
                  <a:pt x="5296" y="842"/>
                  <a:pt x="5077" y="711"/>
                </a:cubicBezTo>
                <a:cubicBezTo>
                  <a:pt x="4972" y="648"/>
                  <a:pt x="4849" y="617"/>
                  <a:pt x="4726" y="617"/>
                </a:cubicBezTo>
                <a:cubicBezTo>
                  <a:pt x="4592" y="617"/>
                  <a:pt x="4456" y="653"/>
                  <a:pt x="4342" y="722"/>
                </a:cubicBezTo>
                <a:cubicBezTo>
                  <a:pt x="4287" y="360"/>
                  <a:pt x="3991" y="64"/>
                  <a:pt x="3640" y="9"/>
                </a:cubicBezTo>
                <a:cubicBezTo>
                  <a:pt x="3601" y="3"/>
                  <a:pt x="3563" y="0"/>
                  <a:pt x="352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28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5" name="Google Shape;525;p28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26" name="Google Shape;526;p2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27" name="Google Shape;527;p2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28" name="Google Shape;528;p2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>
  <p:cSld name="TITLE_1"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29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1" name="Google Shape;531;p29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32" name="Google Shape;532;p2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3" name="Google Shape;533;p2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4" name="Google Shape;534;p2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 1">
  <p:cSld name="TITLE_2"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3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37" name="Google Shape;537;p3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38" name="Google Shape;538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lvl="0">
              <a:buNone/>
              <a:defRPr sz="1100"/>
            </a:lvl1pPr>
            <a:lvl2pPr lvl="1">
              <a:buNone/>
              <a:defRPr sz="1100"/>
            </a:lvl2pPr>
            <a:lvl3pPr lvl="2">
              <a:buNone/>
              <a:defRPr sz="1100"/>
            </a:lvl3pPr>
            <a:lvl4pPr lvl="3">
              <a:buNone/>
              <a:defRPr sz="1100"/>
            </a:lvl4pPr>
            <a:lvl5pPr lvl="4">
              <a:buNone/>
              <a:defRPr sz="1100"/>
            </a:lvl5pPr>
            <a:lvl6pPr lvl="5">
              <a:buNone/>
              <a:defRPr sz="1100"/>
            </a:lvl6pPr>
            <a:lvl7pPr lvl="6">
              <a:buNone/>
              <a:defRPr sz="1100"/>
            </a:lvl7pPr>
            <a:lvl8pPr lvl="7">
              <a:buNone/>
              <a:defRPr sz="1100"/>
            </a:lvl8pPr>
            <a:lvl9pPr lvl="8">
              <a:buNone/>
              <a:defRPr sz="1100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 1">
  <p:cSld name="TITLE_3"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31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41" name="Google Shape;541;p31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42" name="Google Shape;542;p3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43" name="Google Shape;543;p3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44" name="Google Shape;544;p3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33"/>
          <p:cNvSpPr/>
          <p:nvPr/>
        </p:nvSpPr>
        <p:spPr>
          <a:xfrm>
            <a:off x="6074000" y="-288800"/>
            <a:ext cx="3899475" cy="1866000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rgbClr val="52AFC8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550" name="Google Shape;550;p33"/>
          <p:cNvSpPr/>
          <p:nvPr/>
        </p:nvSpPr>
        <p:spPr>
          <a:xfrm>
            <a:off x="-442575" y="944975"/>
            <a:ext cx="620025" cy="1124375"/>
          </a:xfrm>
          <a:custGeom>
            <a:rect b="b" l="l" r="r" t="t"/>
            <a:pathLst>
              <a:path extrusionOk="0" h="44975" w="24801">
                <a:moveTo>
                  <a:pt x="0" y="0"/>
                </a:moveTo>
                <a:cubicBezTo>
                  <a:pt x="9939" y="2840"/>
                  <a:pt x="22701" y="8942"/>
                  <a:pt x="24402" y="19138"/>
                </a:cubicBezTo>
                <a:cubicBezTo>
                  <a:pt x="25999" y="28707"/>
                  <a:pt x="19683" y="40640"/>
                  <a:pt x="11004" y="44975"/>
                </a:cubicBezTo>
              </a:path>
            </a:pathLst>
          </a:custGeom>
          <a:noFill/>
          <a:ln cap="flat" cmpd="sng" w="9525">
            <a:solidFill>
              <a:srgbClr val="52AFC8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551" name="Google Shape;551;p33"/>
          <p:cNvSpPr/>
          <p:nvPr/>
        </p:nvSpPr>
        <p:spPr>
          <a:xfrm rot="-2397370">
            <a:off x="3545248" y="-584398"/>
            <a:ext cx="1010520" cy="997374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rgbClr val="52AFC8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552" name="Google Shape;552;p33"/>
          <p:cNvSpPr/>
          <p:nvPr/>
        </p:nvSpPr>
        <p:spPr>
          <a:xfrm rot="10799680">
            <a:off x="-130646" y="4479036"/>
            <a:ext cx="4195445" cy="2007256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rgbClr val="52AFC8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553" name="Google Shape;553;p33"/>
          <p:cNvSpPr txBox="1"/>
          <p:nvPr>
            <p:ph type="ctrTitle"/>
          </p:nvPr>
        </p:nvSpPr>
        <p:spPr>
          <a:xfrm>
            <a:off x="713214" y="985900"/>
            <a:ext cx="4147800" cy="250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800">
                <a:latin typeface="Bakbak One"/>
                <a:ea typeface="Bakbak One"/>
                <a:cs typeface="Bakbak One"/>
                <a:sym typeface="Bakbak On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554" name="Google Shape;554;p33"/>
          <p:cNvSpPr txBox="1"/>
          <p:nvPr>
            <p:ph idx="1" type="subTitle"/>
          </p:nvPr>
        </p:nvSpPr>
        <p:spPr>
          <a:xfrm>
            <a:off x="713214" y="3681825"/>
            <a:ext cx="4147800" cy="4758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lt1"/>
                </a:solidFill>
                <a:latin typeface="Anek Gujarati"/>
                <a:ea typeface="Anek Gujarati"/>
                <a:cs typeface="Anek Gujarati"/>
                <a:sym typeface="Anek Gujarati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55" name="Google Shape;555;p33"/>
          <p:cNvSpPr/>
          <p:nvPr/>
        </p:nvSpPr>
        <p:spPr>
          <a:xfrm flipH="1" rot="-10799680">
            <a:off x="7987179" y="3199061"/>
            <a:ext cx="4195445" cy="2007256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rgbClr val="52AFC8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556" name="Google Shape;556;p33"/>
          <p:cNvSpPr txBox="1"/>
          <p:nvPr>
            <p:ph idx="2" type="subTitle"/>
          </p:nvPr>
        </p:nvSpPr>
        <p:spPr>
          <a:xfrm>
            <a:off x="2411400" y="3154200"/>
            <a:ext cx="4321200" cy="4971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34"/>
          <p:cNvSpPr/>
          <p:nvPr/>
        </p:nvSpPr>
        <p:spPr>
          <a:xfrm>
            <a:off x="4385200" y="-35875"/>
            <a:ext cx="4758900" cy="5213100"/>
          </a:xfrm>
          <a:prstGeom prst="rect">
            <a:avLst/>
          </a:prstGeom>
          <a:solidFill>
            <a:srgbClr val="7BB930"/>
          </a:solidFill>
          <a:ln>
            <a:noFill/>
          </a:ln>
          <a:effectLst>
            <a:outerShdw blurRad="57150" rotWithShape="0" algn="bl" dir="4200000" dist="114300">
              <a:schemeClr val="dk1">
                <a:alpha val="1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34"/>
          <p:cNvSpPr txBox="1"/>
          <p:nvPr>
            <p:ph type="title"/>
          </p:nvPr>
        </p:nvSpPr>
        <p:spPr>
          <a:xfrm>
            <a:off x="4525925" y="2175900"/>
            <a:ext cx="3904800" cy="131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5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60" name="Google Shape;560;p34"/>
          <p:cNvSpPr txBox="1"/>
          <p:nvPr>
            <p:ph hasCustomPrompt="1" idx="2" type="title"/>
          </p:nvPr>
        </p:nvSpPr>
        <p:spPr>
          <a:xfrm>
            <a:off x="7059475" y="1154500"/>
            <a:ext cx="1371300" cy="841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72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1" name="Google Shape;561;p34"/>
          <p:cNvSpPr/>
          <p:nvPr/>
        </p:nvSpPr>
        <p:spPr>
          <a:xfrm rot="7802080">
            <a:off x="5238753" y="3521846"/>
            <a:ext cx="4195605" cy="2007300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1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562" name="Google Shape;562;p34"/>
          <p:cNvSpPr/>
          <p:nvPr/>
        </p:nvSpPr>
        <p:spPr>
          <a:xfrm>
            <a:off x="6595800" y="-501775"/>
            <a:ext cx="3899475" cy="1866000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1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563" name="Google Shape;563;p34"/>
          <p:cNvSpPr/>
          <p:nvPr/>
        </p:nvSpPr>
        <p:spPr>
          <a:xfrm rot="-4238987">
            <a:off x="4532162" y="-506466"/>
            <a:ext cx="1119366" cy="1104804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1"/>
            </a:solidFill>
            <a:prstDash val="lgDash"/>
            <a:round/>
            <a:headEnd len="med" w="med" type="none"/>
            <a:tailEnd len="med" w="med" type="none"/>
          </a:ln>
        </p:spPr>
      </p:sp>
      <p:grpSp>
        <p:nvGrpSpPr>
          <p:cNvPr id="564" name="Google Shape;564;p34"/>
          <p:cNvGrpSpPr/>
          <p:nvPr/>
        </p:nvGrpSpPr>
        <p:grpSpPr>
          <a:xfrm rot="5400000">
            <a:off x="6674224" y="-129862"/>
            <a:ext cx="416587" cy="977813"/>
            <a:chOff x="8555949" y="425163"/>
            <a:chExt cx="416587" cy="977813"/>
          </a:xfrm>
        </p:grpSpPr>
        <p:sp>
          <p:nvSpPr>
            <p:cNvPr id="565" name="Google Shape;565;p34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34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34"/>
            <p:cNvSpPr/>
            <p:nvPr/>
          </p:nvSpPr>
          <p:spPr>
            <a:xfrm>
              <a:off x="8879236" y="425163"/>
              <a:ext cx="93300" cy="93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34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69" name="Google Shape;569;p34"/>
          <p:cNvGrpSpPr/>
          <p:nvPr/>
        </p:nvGrpSpPr>
        <p:grpSpPr>
          <a:xfrm rot="5400000">
            <a:off x="8139343" y="4220094"/>
            <a:ext cx="1238412" cy="385925"/>
            <a:chOff x="8251149" y="734000"/>
            <a:chExt cx="1238412" cy="385925"/>
          </a:xfrm>
        </p:grpSpPr>
        <p:sp>
          <p:nvSpPr>
            <p:cNvPr id="570" name="Google Shape;570;p34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34"/>
            <p:cNvSpPr/>
            <p:nvPr/>
          </p:nvSpPr>
          <p:spPr>
            <a:xfrm>
              <a:off x="9396261" y="928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34"/>
            <p:cNvSpPr/>
            <p:nvPr/>
          </p:nvSpPr>
          <p:spPr>
            <a:xfrm>
              <a:off x="9031636" y="806163"/>
              <a:ext cx="93300" cy="93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" name="Google Shape;573;p34"/>
            <p:cNvSpPr/>
            <p:nvPr/>
          </p:nvSpPr>
          <p:spPr>
            <a:xfrm>
              <a:off x="8251149" y="734000"/>
              <a:ext cx="54900" cy="54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4" name="Google Shape;574;p34"/>
          <p:cNvSpPr/>
          <p:nvPr/>
        </p:nvSpPr>
        <p:spPr>
          <a:xfrm flipH="1" rot="-10799680">
            <a:off x="193005" y="3936561"/>
            <a:ext cx="4195445" cy="2007256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rgbClr val="7BB930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575" name="Google Shape;575;p34"/>
          <p:cNvSpPr/>
          <p:nvPr/>
        </p:nvSpPr>
        <p:spPr>
          <a:xfrm flipH="1">
            <a:off x="-493158" y="-164900"/>
            <a:ext cx="3899475" cy="1866000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rgbClr val="7BB930"/>
            </a:solidFill>
            <a:prstDash val="lgDash"/>
            <a:round/>
            <a:headEnd len="med" w="med" type="none"/>
            <a:tailEnd len="med" w="med" type="none"/>
          </a:ln>
        </p:spPr>
      </p:sp>
      <p:grpSp>
        <p:nvGrpSpPr>
          <p:cNvPr id="576" name="Google Shape;576;p34"/>
          <p:cNvGrpSpPr/>
          <p:nvPr/>
        </p:nvGrpSpPr>
        <p:grpSpPr>
          <a:xfrm rot="5400000">
            <a:off x="137099" y="469700"/>
            <a:ext cx="568987" cy="596813"/>
            <a:chOff x="8555949" y="806163"/>
            <a:chExt cx="568987" cy="596813"/>
          </a:xfrm>
        </p:grpSpPr>
        <p:sp>
          <p:nvSpPr>
            <p:cNvPr id="577" name="Google Shape;577;p34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2"/>
            </a:solidFill>
            <a:ln cap="flat" cmpd="sng" w="9525">
              <a:solidFill>
                <a:srgbClr val="7BB93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highlight>
                  <a:srgbClr val="7BB930"/>
                </a:highlight>
              </a:endParaRPr>
            </a:p>
          </p:txBody>
        </p:sp>
        <p:sp>
          <p:nvSpPr>
            <p:cNvPr id="578" name="Google Shape;578;p34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rgbClr val="7BB93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highlight>
                  <a:srgbClr val="7BB930"/>
                </a:highlight>
              </a:endParaRPr>
            </a:p>
          </p:txBody>
        </p:sp>
        <p:sp>
          <p:nvSpPr>
            <p:cNvPr id="579" name="Google Shape;579;p34"/>
            <p:cNvSpPr/>
            <p:nvPr/>
          </p:nvSpPr>
          <p:spPr>
            <a:xfrm>
              <a:off x="9031636" y="806163"/>
              <a:ext cx="93300" cy="93300"/>
            </a:xfrm>
            <a:prstGeom prst="ellipse">
              <a:avLst/>
            </a:prstGeom>
            <a:solidFill>
              <a:srgbClr val="7BB930"/>
            </a:solidFill>
            <a:ln cap="flat" cmpd="sng" w="19050">
              <a:solidFill>
                <a:srgbClr val="7BB93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highlight>
                  <a:srgbClr val="7BB930"/>
                </a:highlight>
              </a:endParaRPr>
            </a:p>
          </p:txBody>
        </p:sp>
        <p:sp>
          <p:nvSpPr>
            <p:cNvPr id="580" name="Google Shape;580;p34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7BB93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highlight>
                  <a:srgbClr val="7BB930"/>
                </a:highlight>
              </a:endParaRPr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35"/>
          <p:cNvSpPr/>
          <p:nvPr>
            <p:ph idx="2" type="pic"/>
          </p:nvPr>
        </p:nvSpPr>
        <p:spPr>
          <a:xfrm>
            <a:off x="5813325" y="-75687"/>
            <a:ext cx="4107300" cy="5295000"/>
          </a:xfrm>
          <a:prstGeom prst="rect">
            <a:avLst/>
          </a:prstGeom>
          <a:noFill/>
          <a:ln>
            <a:noFill/>
          </a:ln>
        </p:spPr>
      </p:sp>
      <p:sp>
        <p:nvSpPr>
          <p:cNvPr id="583" name="Google Shape;583;p35"/>
          <p:cNvSpPr/>
          <p:nvPr/>
        </p:nvSpPr>
        <p:spPr>
          <a:xfrm>
            <a:off x="-71775" y="-35875"/>
            <a:ext cx="5885100" cy="5213100"/>
          </a:xfrm>
          <a:prstGeom prst="rect">
            <a:avLst/>
          </a:prstGeom>
          <a:solidFill>
            <a:srgbClr val="52AFC8"/>
          </a:solidFill>
          <a:ln>
            <a:noFill/>
          </a:ln>
          <a:effectLst>
            <a:outerShdw blurRad="57150" rotWithShape="0" algn="bl" dir="4200000" dist="114300">
              <a:schemeClr val="dk1">
                <a:alpha val="1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35"/>
          <p:cNvSpPr/>
          <p:nvPr/>
        </p:nvSpPr>
        <p:spPr>
          <a:xfrm rot="10799680">
            <a:off x="-574246" y="4320611"/>
            <a:ext cx="4195445" cy="2007256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1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585" name="Google Shape;585;p35"/>
          <p:cNvSpPr/>
          <p:nvPr/>
        </p:nvSpPr>
        <p:spPr>
          <a:xfrm rot="-2700226">
            <a:off x="-373517" y="-1266334"/>
            <a:ext cx="4195301" cy="2007164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1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586" name="Google Shape;586;p35"/>
          <p:cNvSpPr/>
          <p:nvPr/>
        </p:nvSpPr>
        <p:spPr>
          <a:xfrm>
            <a:off x="5119550" y="-288800"/>
            <a:ext cx="693775" cy="684750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1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587" name="Google Shape;587;p35">
            <a:hlinkClick action="ppaction://hlinkshowjump?jump=nextslide"/>
          </p:cNvPr>
          <p:cNvSpPr/>
          <p:nvPr/>
        </p:nvSpPr>
        <p:spPr>
          <a:xfrm>
            <a:off x="265001" y="4781610"/>
            <a:ext cx="210600" cy="210600"/>
          </a:xfrm>
          <a:prstGeom prst="ellipse">
            <a:avLst/>
          </a:prstGeom>
          <a:solidFill>
            <a:srgbClr val="52AFC8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88" name="Google Shape;588;p35"/>
          <p:cNvGrpSpPr/>
          <p:nvPr/>
        </p:nvGrpSpPr>
        <p:grpSpPr>
          <a:xfrm>
            <a:off x="297143" y="4836077"/>
            <a:ext cx="146328" cy="101338"/>
            <a:chOff x="-797260" y="3184175"/>
            <a:chExt cx="502500" cy="348000"/>
          </a:xfrm>
        </p:grpSpPr>
        <p:cxnSp>
          <p:nvCxnSpPr>
            <p:cNvPr id="589" name="Google Shape;589;p35"/>
            <p:cNvCxnSpPr/>
            <p:nvPr/>
          </p:nvCxnSpPr>
          <p:spPr>
            <a:xfrm>
              <a:off x="-797260" y="3361225"/>
              <a:ext cx="5025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0" name="Google Shape;590;p35"/>
            <p:cNvCxnSpPr/>
            <p:nvPr/>
          </p:nvCxnSpPr>
          <p:spPr>
            <a:xfrm>
              <a:off x="-471875" y="3184175"/>
              <a:ext cx="174000" cy="1740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1" name="Google Shape;591;p35"/>
            <p:cNvCxnSpPr/>
            <p:nvPr/>
          </p:nvCxnSpPr>
          <p:spPr>
            <a:xfrm flipH="1" rot="10800000">
              <a:off x="-471875" y="3358175"/>
              <a:ext cx="174000" cy="1740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592" name="Google Shape;592;p35"/>
          <p:cNvGrpSpPr/>
          <p:nvPr/>
        </p:nvGrpSpPr>
        <p:grpSpPr>
          <a:xfrm rot="5400000">
            <a:off x="4847243" y="3991494"/>
            <a:ext cx="1238412" cy="385925"/>
            <a:chOff x="8251149" y="734000"/>
            <a:chExt cx="1238412" cy="385925"/>
          </a:xfrm>
        </p:grpSpPr>
        <p:sp>
          <p:nvSpPr>
            <p:cNvPr id="593" name="Google Shape;593;p35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" name="Google Shape;594;p35"/>
            <p:cNvSpPr/>
            <p:nvPr/>
          </p:nvSpPr>
          <p:spPr>
            <a:xfrm>
              <a:off x="9396261" y="928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35"/>
            <p:cNvSpPr/>
            <p:nvPr/>
          </p:nvSpPr>
          <p:spPr>
            <a:xfrm>
              <a:off x="9031636" y="806163"/>
              <a:ext cx="93300" cy="93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35"/>
            <p:cNvSpPr/>
            <p:nvPr/>
          </p:nvSpPr>
          <p:spPr>
            <a:xfrm>
              <a:off x="8251149" y="734000"/>
              <a:ext cx="54900" cy="54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7" name="Google Shape;597;p35"/>
          <p:cNvSpPr txBox="1"/>
          <p:nvPr>
            <p:ph type="title"/>
          </p:nvPr>
        </p:nvSpPr>
        <p:spPr>
          <a:xfrm>
            <a:off x="720000" y="445025"/>
            <a:ext cx="4483500" cy="121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98" name="Google Shape;598;p35"/>
          <p:cNvSpPr txBox="1"/>
          <p:nvPr>
            <p:ph idx="1" type="body"/>
          </p:nvPr>
        </p:nvSpPr>
        <p:spPr>
          <a:xfrm>
            <a:off x="720000" y="1997600"/>
            <a:ext cx="4124400" cy="263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KoHo SemiBold"/>
              <a:buAutoNum type="arabicPeriod"/>
              <a:defRPr/>
            </a:lvl1pPr>
            <a:lvl2pPr indent="-3175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Darker Grotesque SemiBold"/>
              <a:buAutoNum type="alphaLcPeriod"/>
              <a:defRPr/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AutoNum type="romanLcPeriod"/>
              <a:defRPr/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AutoNum type="arabicPeriod"/>
              <a:defRPr/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AutoNum type="alphaLcPeriod"/>
              <a:defRPr/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AutoNum type="romanLcPeriod"/>
              <a:defRPr/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AutoNum type="arabicPeriod"/>
              <a:defRPr/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AutoNum type="alphaLcPeriod"/>
              <a:defRPr/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AutoNum type="romanLcPeriod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3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01" name="Google Shape;601;p36"/>
          <p:cNvSpPr txBox="1"/>
          <p:nvPr>
            <p:ph idx="1" type="subTitle"/>
          </p:nvPr>
        </p:nvSpPr>
        <p:spPr>
          <a:xfrm>
            <a:off x="5064212" y="3025999"/>
            <a:ext cx="3046200" cy="15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02" name="Google Shape;602;p36"/>
          <p:cNvSpPr txBox="1"/>
          <p:nvPr>
            <p:ph idx="2" type="subTitle"/>
          </p:nvPr>
        </p:nvSpPr>
        <p:spPr>
          <a:xfrm>
            <a:off x="1033587" y="3025999"/>
            <a:ext cx="3046200" cy="15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03" name="Google Shape;603;p36"/>
          <p:cNvSpPr txBox="1"/>
          <p:nvPr>
            <p:ph idx="3" type="subTitle"/>
          </p:nvPr>
        </p:nvSpPr>
        <p:spPr>
          <a:xfrm>
            <a:off x="1033587" y="2498300"/>
            <a:ext cx="30462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04" name="Google Shape;604;p36"/>
          <p:cNvSpPr txBox="1"/>
          <p:nvPr>
            <p:ph idx="4" type="subTitle"/>
          </p:nvPr>
        </p:nvSpPr>
        <p:spPr>
          <a:xfrm>
            <a:off x="5064213" y="2498300"/>
            <a:ext cx="30462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05" name="Google Shape;605;p36"/>
          <p:cNvSpPr/>
          <p:nvPr/>
        </p:nvSpPr>
        <p:spPr>
          <a:xfrm rot="1095117">
            <a:off x="5801043" y="-393669"/>
            <a:ext cx="3899522" cy="1866023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606" name="Google Shape;606;p36"/>
          <p:cNvSpPr/>
          <p:nvPr/>
        </p:nvSpPr>
        <p:spPr>
          <a:xfrm rot="10799680">
            <a:off x="-130646" y="4479036"/>
            <a:ext cx="4195445" cy="2007256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607" name="Google Shape;607;p36"/>
          <p:cNvSpPr/>
          <p:nvPr/>
        </p:nvSpPr>
        <p:spPr>
          <a:xfrm>
            <a:off x="8562625" y="-288800"/>
            <a:ext cx="693775" cy="684750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608" name="Google Shape;608;p36"/>
          <p:cNvSpPr/>
          <p:nvPr/>
        </p:nvSpPr>
        <p:spPr>
          <a:xfrm rot="5400000">
            <a:off x="8198450" y="3915325"/>
            <a:ext cx="2405873" cy="2374576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609" name="Google Shape;609;p36"/>
          <p:cNvSpPr/>
          <p:nvPr/>
        </p:nvSpPr>
        <p:spPr>
          <a:xfrm rot="-2499097">
            <a:off x="-630975" y="-879433"/>
            <a:ext cx="3899477" cy="1866001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610" name="Google Shape;610;p36"/>
          <p:cNvSpPr/>
          <p:nvPr/>
        </p:nvSpPr>
        <p:spPr>
          <a:xfrm rot="-598330">
            <a:off x="552518" y="782087"/>
            <a:ext cx="152164" cy="190205"/>
          </a:xfrm>
          <a:custGeom>
            <a:rect b="b" l="l" r="r" t="t"/>
            <a:pathLst>
              <a:path extrusionOk="0" h="4276" w="3421">
                <a:moveTo>
                  <a:pt x="1718" y="979"/>
                </a:moveTo>
                <a:cubicBezTo>
                  <a:pt x="2155" y="979"/>
                  <a:pt x="2500" y="1388"/>
                  <a:pt x="2423" y="1864"/>
                </a:cubicBezTo>
                <a:cubicBezTo>
                  <a:pt x="2380" y="2149"/>
                  <a:pt x="2171" y="2380"/>
                  <a:pt x="1908" y="2445"/>
                </a:cubicBezTo>
                <a:cubicBezTo>
                  <a:pt x="1839" y="2466"/>
                  <a:pt x="1772" y="2475"/>
                  <a:pt x="1706" y="2475"/>
                </a:cubicBezTo>
                <a:cubicBezTo>
                  <a:pt x="1275" y="2475"/>
                  <a:pt x="923" y="2066"/>
                  <a:pt x="1009" y="1590"/>
                </a:cubicBezTo>
                <a:cubicBezTo>
                  <a:pt x="1053" y="1305"/>
                  <a:pt x="1261" y="1074"/>
                  <a:pt x="1513" y="1009"/>
                </a:cubicBezTo>
                <a:cubicBezTo>
                  <a:pt x="1583" y="988"/>
                  <a:pt x="1652" y="979"/>
                  <a:pt x="1718" y="979"/>
                </a:cubicBezTo>
                <a:close/>
                <a:moveTo>
                  <a:pt x="1716" y="0"/>
                </a:moveTo>
                <a:cubicBezTo>
                  <a:pt x="1628" y="0"/>
                  <a:pt x="1538" y="7"/>
                  <a:pt x="1447" y="22"/>
                </a:cubicBezTo>
                <a:cubicBezTo>
                  <a:pt x="680" y="143"/>
                  <a:pt x="77" y="823"/>
                  <a:pt x="22" y="1634"/>
                </a:cubicBezTo>
                <a:cubicBezTo>
                  <a:pt x="0" y="2029"/>
                  <a:pt x="99" y="2402"/>
                  <a:pt x="285" y="2697"/>
                </a:cubicBezTo>
                <a:cubicBezTo>
                  <a:pt x="329" y="2774"/>
                  <a:pt x="384" y="2840"/>
                  <a:pt x="439" y="2906"/>
                </a:cubicBezTo>
                <a:lnTo>
                  <a:pt x="1535" y="4144"/>
                </a:lnTo>
                <a:cubicBezTo>
                  <a:pt x="1612" y="4231"/>
                  <a:pt x="1719" y="4275"/>
                  <a:pt x="1828" y="4275"/>
                </a:cubicBezTo>
                <a:cubicBezTo>
                  <a:pt x="1953" y="4275"/>
                  <a:pt x="2078" y="4218"/>
                  <a:pt x="2160" y="4100"/>
                </a:cubicBezTo>
                <a:lnTo>
                  <a:pt x="2840" y="3147"/>
                </a:lnTo>
                <a:cubicBezTo>
                  <a:pt x="2894" y="3048"/>
                  <a:pt x="3016" y="2873"/>
                  <a:pt x="3114" y="2719"/>
                </a:cubicBezTo>
                <a:cubicBezTo>
                  <a:pt x="3311" y="2412"/>
                  <a:pt x="3421" y="2061"/>
                  <a:pt x="3410" y="1700"/>
                </a:cubicBezTo>
                <a:lnTo>
                  <a:pt x="3410" y="1688"/>
                </a:lnTo>
                <a:cubicBezTo>
                  <a:pt x="3370" y="740"/>
                  <a:pt x="2620" y="0"/>
                  <a:pt x="171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36"/>
          <p:cNvSpPr/>
          <p:nvPr/>
        </p:nvSpPr>
        <p:spPr>
          <a:xfrm flipH="1" rot="598330">
            <a:off x="8417618" y="4402062"/>
            <a:ext cx="152164" cy="190205"/>
          </a:xfrm>
          <a:custGeom>
            <a:rect b="b" l="l" r="r" t="t"/>
            <a:pathLst>
              <a:path extrusionOk="0" h="4276" w="3421">
                <a:moveTo>
                  <a:pt x="1718" y="979"/>
                </a:moveTo>
                <a:cubicBezTo>
                  <a:pt x="2155" y="979"/>
                  <a:pt x="2500" y="1388"/>
                  <a:pt x="2423" y="1864"/>
                </a:cubicBezTo>
                <a:cubicBezTo>
                  <a:pt x="2380" y="2149"/>
                  <a:pt x="2171" y="2380"/>
                  <a:pt x="1908" y="2445"/>
                </a:cubicBezTo>
                <a:cubicBezTo>
                  <a:pt x="1839" y="2466"/>
                  <a:pt x="1772" y="2475"/>
                  <a:pt x="1706" y="2475"/>
                </a:cubicBezTo>
                <a:cubicBezTo>
                  <a:pt x="1275" y="2475"/>
                  <a:pt x="923" y="2066"/>
                  <a:pt x="1009" y="1590"/>
                </a:cubicBezTo>
                <a:cubicBezTo>
                  <a:pt x="1053" y="1305"/>
                  <a:pt x="1261" y="1074"/>
                  <a:pt x="1513" y="1009"/>
                </a:cubicBezTo>
                <a:cubicBezTo>
                  <a:pt x="1583" y="988"/>
                  <a:pt x="1652" y="979"/>
                  <a:pt x="1718" y="979"/>
                </a:cubicBezTo>
                <a:close/>
                <a:moveTo>
                  <a:pt x="1716" y="0"/>
                </a:moveTo>
                <a:cubicBezTo>
                  <a:pt x="1628" y="0"/>
                  <a:pt x="1538" y="7"/>
                  <a:pt x="1447" y="22"/>
                </a:cubicBezTo>
                <a:cubicBezTo>
                  <a:pt x="680" y="143"/>
                  <a:pt x="77" y="823"/>
                  <a:pt x="22" y="1634"/>
                </a:cubicBezTo>
                <a:cubicBezTo>
                  <a:pt x="0" y="2029"/>
                  <a:pt x="99" y="2402"/>
                  <a:pt x="285" y="2697"/>
                </a:cubicBezTo>
                <a:cubicBezTo>
                  <a:pt x="329" y="2774"/>
                  <a:pt x="384" y="2840"/>
                  <a:pt x="439" y="2906"/>
                </a:cubicBezTo>
                <a:lnTo>
                  <a:pt x="1535" y="4144"/>
                </a:lnTo>
                <a:cubicBezTo>
                  <a:pt x="1612" y="4231"/>
                  <a:pt x="1719" y="4275"/>
                  <a:pt x="1828" y="4275"/>
                </a:cubicBezTo>
                <a:cubicBezTo>
                  <a:pt x="1953" y="4275"/>
                  <a:pt x="2078" y="4218"/>
                  <a:pt x="2160" y="4100"/>
                </a:cubicBezTo>
                <a:lnTo>
                  <a:pt x="2840" y="3147"/>
                </a:lnTo>
                <a:cubicBezTo>
                  <a:pt x="2894" y="3048"/>
                  <a:pt x="3016" y="2873"/>
                  <a:pt x="3114" y="2719"/>
                </a:cubicBezTo>
                <a:cubicBezTo>
                  <a:pt x="3311" y="2412"/>
                  <a:pt x="3421" y="2061"/>
                  <a:pt x="3410" y="1700"/>
                </a:cubicBezTo>
                <a:lnTo>
                  <a:pt x="3410" y="1688"/>
                </a:lnTo>
                <a:cubicBezTo>
                  <a:pt x="3370" y="740"/>
                  <a:pt x="2620" y="0"/>
                  <a:pt x="171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36"/>
          <p:cNvSpPr/>
          <p:nvPr/>
        </p:nvSpPr>
        <p:spPr>
          <a:xfrm>
            <a:off x="8214107" y="454246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36"/>
          <p:cNvSpPr/>
          <p:nvPr/>
        </p:nvSpPr>
        <p:spPr>
          <a:xfrm>
            <a:off x="2350782" y="126846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36"/>
          <p:cNvSpPr/>
          <p:nvPr/>
        </p:nvSpPr>
        <p:spPr>
          <a:xfrm>
            <a:off x="8464807" y="3242521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36"/>
          <p:cNvSpPr/>
          <p:nvPr/>
        </p:nvSpPr>
        <p:spPr>
          <a:xfrm>
            <a:off x="2441007" y="4816196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36"/>
          <p:cNvSpPr/>
          <p:nvPr/>
        </p:nvSpPr>
        <p:spPr>
          <a:xfrm>
            <a:off x="-364043" y="2429271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17" name="Google Shape;617;p36"/>
          <p:cNvGrpSpPr/>
          <p:nvPr/>
        </p:nvGrpSpPr>
        <p:grpSpPr>
          <a:xfrm>
            <a:off x="8555949" y="806163"/>
            <a:ext cx="416587" cy="596813"/>
            <a:chOff x="8555949" y="806163"/>
            <a:chExt cx="416587" cy="596813"/>
          </a:xfrm>
        </p:grpSpPr>
        <p:sp>
          <p:nvSpPr>
            <p:cNvPr id="618" name="Google Shape;618;p36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36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36"/>
            <p:cNvSpPr/>
            <p:nvPr/>
          </p:nvSpPr>
          <p:spPr>
            <a:xfrm>
              <a:off x="8879236" y="806163"/>
              <a:ext cx="93300" cy="93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" name="Google Shape;621;p36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22" name="Google Shape;622;p36"/>
          <p:cNvGrpSpPr/>
          <p:nvPr/>
        </p:nvGrpSpPr>
        <p:grpSpPr>
          <a:xfrm rot="5400000">
            <a:off x="137099" y="3885763"/>
            <a:ext cx="568987" cy="596813"/>
            <a:chOff x="8555949" y="806163"/>
            <a:chExt cx="568987" cy="596813"/>
          </a:xfrm>
        </p:grpSpPr>
        <p:sp>
          <p:nvSpPr>
            <p:cNvPr id="623" name="Google Shape;623;p36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" name="Google Shape;624;p36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5" name="Google Shape;625;p36"/>
            <p:cNvSpPr/>
            <p:nvPr/>
          </p:nvSpPr>
          <p:spPr>
            <a:xfrm>
              <a:off x="9031636" y="806163"/>
              <a:ext cx="93300" cy="93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" name="Google Shape;626;p36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3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29" name="Google Shape;629;p37"/>
          <p:cNvSpPr/>
          <p:nvPr/>
        </p:nvSpPr>
        <p:spPr>
          <a:xfrm rot="1095117">
            <a:off x="5801043" y="-393669"/>
            <a:ext cx="3899522" cy="1866023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rgbClr val="52AFC8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630" name="Google Shape;630;p37"/>
          <p:cNvSpPr/>
          <p:nvPr/>
        </p:nvSpPr>
        <p:spPr>
          <a:xfrm rot="10799680">
            <a:off x="-130646" y="4479036"/>
            <a:ext cx="4195445" cy="2007256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rgbClr val="52AFC8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631" name="Google Shape;631;p37"/>
          <p:cNvSpPr/>
          <p:nvPr/>
        </p:nvSpPr>
        <p:spPr>
          <a:xfrm>
            <a:off x="-299350" y="-370825"/>
            <a:ext cx="1019350" cy="1339700"/>
          </a:xfrm>
          <a:custGeom>
            <a:rect b="b" l="l" r="r" t="t"/>
            <a:pathLst>
              <a:path extrusionOk="0" h="53588" w="40774">
                <a:moveTo>
                  <a:pt x="33493" y="0"/>
                </a:moveTo>
                <a:cubicBezTo>
                  <a:pt x="44905" y="5708"/>
                  <a:pt x="41319" y="28589"/>
                  <a:pt x="33014" y="38277"/>
                </a:cubicBezTo>
                <a:cubicBezTo>
                  <a:pt x="25119" y="47487"/>
                  <a:pt x="12131" y="53588"/>
                  <a:pt x="0" y="53588"/>
                </a:cubicBezTo>
              </a:path>
            </a:pathLst>
          </a:custGeom>
          <a:noFill/>
          <a:ln cap="flat" cmpd="sng" w="9525">
            <a:solidFill>
              <a:srgbClr val="52AFC8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632" name="Google Shape;632;p37"/>
          <p:cNvSpPr/>
          <p:nvPr/>
        </p:nvSpPr>
        <p:spPr>
          <a:xfrm rot="10061061">
            <a:off x="8561918" y="4386800"/>
            <a:ext cx="1019363" cy="1339717"/>
          </a:xfrm>
          <a:custGeom>
            <a:rect b="b" l="l" r="r" t="t"/>
            <a:pathLst>
              <a:path extrusionOk="0" h="53588" w="40774">
                <a:moveTo>
                  <a:pt x="33493" y="0"/>
                </a:moveTo>
                <a:cubicBezTo>
                  <a:pt x="44905" y="5708"/>
                  <a:pt x="41319" y="28589"/>
                  <a:pt x="33014" y="38277"/>
                </a:cubicBezTo>
                <a:cubicBezTo>
                  <a:pt x="25119" y="47487"/>
                  <a:pt x="12131" y="53588"/>
                  <a:pt x="0" y="53588"/>
                </a:cubicBezTo>
              </a:path>
            </a:pathLst>
          </a:custGeom>
          <a:noFill/>
          <a:ln cap="flat" cmpd="sng" w="9525">
            <a:solidFill>
              <a:srgbClr val="52AFC8"/>
            </a:solidFill>
            <a:prstDash val="lgDash"/>
            <a:round/>
            <a:headEnd len="med" w="med" type="none"/>
            <a:tailEnd len="med" w="med" type="none"/>
          </a:ln>
        </p:spPr>
      </p:sp>
      <p:grpSp>
        <p:nvGrpSpPr>
          <p:cNvPr id="633" name="Google Shape;633;p37"/>
          <p:cNvGrpSpPr/>
          <p:nvPr/>
        </p:nvGrpSpPr>
        <p:grpSpPr>
          <a:xfrm>
            <a:off x="8402289" y="308647"/>
            <a:ext cx="461594" cy="461695"/>
            <a:chOff x="3601725" y="3116375"/>
            <a:chExt cx="253275" cy="253400"/>
          </a:xfrm>
        </p:grpSpPr>
        <p:sp>
          <p:nvSpPr>
            <p:cNvPr id="634" name="Google Shape;634;p37"/>
            <p:cNvSpPr/>
            <p:nvPr/>
          </p:nvSpPr>
          <p:spPr>
            <a:xfrm>
              <a:off x="3601725" y="3116650"/>
              <a:ext cx="251900" cy="252200"/>
            </a:xfrm>
            <a:custGeom>
              <a:rect b="b" l="l" r="r" t="t"/>
              <a:pathLst>
                <a:path extrusionOk="0" h="10088" w="10076">
                  <a:moveTo>
                    <a:pt x="5044" y="1"/>
                  </a:moveTo>
                  <a:cubicBezTo>
                    <a:pt x="2259" y="1"/>
                    <a:pt x="0" y="2259"/>
                    <a:pt x="0" y="5044"/>
                  </a:cubicBezTo>
                  <a:cubicBezTo>
                    <a:pt x="0" y="7829"/>
                    <a:pt x="2259" y="10088"/>
                    <a:pt x="5044" y="10088"/>
                  </a:cubicBezTo>
                  <a:cubicBezTo>
                    <a:pt x="7817" y="10088"/>
                    <a:pt x="10076" y="7829"/>
                    <a:pt x="10076" y="5044"/>
                  </a:cubicBezTo>
                  <a:cubicBezTo>
                    <a:pt x="10076" y="2259"/>
                    <a:pt x="7817" y="1"/>
                    <a:pt x="5044" y="1"/>
                  </a:cubicBezTo>
                  <a:close/>
                </a:path>
              </a:pathLst>
            </a:custGeom>
            <a:solidFill>
              <a:srgbClr val="52AFC8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5" name="Google Shape;635;p37"/>
            <p:cNvSpPr/>
            <p:nvPr/>
          </p:nvSpPr>
          <p:spPr>
            <a:xfrm>
              <a:off x="3623650" y="3116400"/>
              <a:ext cx="105275" cy="252200"/>
            </a:xfrm>
            <a:custGeom>
              <a:rect b="b" l="l" r="r" t="t"/>
              <a:pathLst>
                <a:path extrusionOk="0" h="10088" w="4211">
                  <a:moveTo>
                    <a:pt x="4046" y="0"/>
                  </a:moveTo>
                  <a:cubicBezTo>
                    <a:pt x="3180" y="88"/>
                    <a:pt x="2368" y="406"/>
                    <a:pt x="1721" y="976"/>
                  </a:cubicBezTo>
                  <a:cubicBezTo>
                    <a:pt x="1184" y="1448"/>
                    <a:pt x="768" y="2050"/>
                    <a:pt x="493" y="2708"/>
                  </a:cubicBezTo>
                  <a:cubicBezTo>
                    <a:pt x="77" y="3706"/>
                    <a:pt x="0" y="4813"/>
                    <a:pt x="164" y="5877"/>
                  </a:cubicBezTo>
                  <a:cubicBezTo>
                    <a:pt x="329" y="6886"/>
                    <a:pt x="691" y="7872"/>
                    <a:pt x="1348" y="8662"/>
                  </a:cubicBezTo>
                  <a:cubicBezTo>
                    <a:pt x="1962" y="9407"/>
                    <a:pt x="2839" y="9956"/>
                    <a:pt x="3804" y="10065"/>
                  </a:cubicBezTo>
                  <a:cubicBezTo>
                    <a:pt x="3925" y="10087"/>
                    <a:pt x="4046" y="10087"/>
                    <a:pt x="4167" y="10087"/>
                  </a:cubicBezTo>
                  <a:cubicBezTo>
                    <a:pt x="4210" y="10087"/>
                    <a:pt x="4210" y="10010"/>
                    <a:pt x="4167" y="10010"/>
                  </a:cubicBezTo>
                  <a:cubicBezTo>
                    <a:pt x="3202" y="9999"/>
                    <a:pt x="2291" y="9539"/>
                    <a:pt x="1623" y="8859"/>
                  </a:cubicBezTo>
                  <a:cubicBezTo>
                    <a:pt x="932" y="8136"/>
                    <a:pt x="515" y="7181"/>
                    <a:pt x="307" y="6206"/>
                  </a:cubicBezTo>
                  <a:cubicBezTo>
                    <a:pt x="99" y="5186"/>
                    <a:pt x="110" y="4111"/>
                    <a:pt x="427" y="3114"/>
                  </a:cubicBezTo>
                  <a:cubicBezTo>
                    <a:pt x="658" y="2423"/>
                    <a:pt x="1041" y="1765"/>
                    <a:pt x="1557" y="1239"/>
                  </a:cubicBezTo>
                  <a:cubicBezTo>
                    <a:pt x="2127" y="658"/>
                    <a:pt x="2873" y="274"/>
                    <a:pt x="3673" y="132"/>
                  </a:cubicBezTo>
                  <a:cubicBezTo>
                    <a:pt x="3794" y="110"/>
                    <a:pt x="3925" y="99"/>
                    <a:pt x="4046" y="88"/>
                  </a:cubicBezTo>
                  <a:cubicBezTo>
                    <a:pt x="4101" y="77"/>
                    <a:pt x="4101" y="0"/>
                    <a:pt x="4046" y="0"/>
                  </a:cubicBezTo>
                  <a:close/>
                </a:path>
              </a:pathLst>
            </a:custGeom>
            <a:solidFill>
              <a:srgbClr val="52AFC8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6" name="Google Shape;636;p37"/>
            <p:cNvSpPr/>
            <p:nvPr/>
          </p:nvSpPr>
          <p:spPr>
            <a:xfrm>
              <a:off x="3665575" y="3116475"/>
              <a:ext cx="64850" cy="253300"/>
            </a:xfrm>
            <a:custGeom>
              <a:rect b="b" l="l" r="r" t="t"/>
              <a:pathLst>
                <a:path extrusionOk="0" h="10132" w="2594">
                  <a:moveTo>
                    <a:pt x="2369" y="0"/>
                  </a:moveTo>
                  <a:cubicBezTo>
                    <a:pt x="2362" y="0"/>
                    <a:pt x="2354" y="2"/>
                    <a:pt x="2347" y="8"/>
                  </a:cubicBezTo>
                  <a:cubicBezTo>
                    <a:pt x="1733" y="359"/>
                    <a:pt x="1240" y="940"/>
                    <a:pt x="856" y="1543"/>
                  </a:cubicBezTo>
                  <a:cubicBezTo>
                    <a:pt x="670" y="1839"/>
                    <a:pt x="505" y="2157"/>
                    <a:pt x="385" y="2486"/>
                  </a:cubicBezTo>
                  <a:cubicBezTo>
                    <a:pt x="242" y="2880"/>
                    <a:pt x="165" y="3297"/>
                    <a:pt x="110" y="3703"/>
                  </a:cubicBezTo>
                  <a:cubicBezTo>
                    <a:pt x="0" y="4580"/>
                    <a:pt x="22" y="5479"/>
                    <a:pt x="99" y="6356"/>
                  </a:cubicBezTo>
                  <a:cubicBezTo>
                    <a:pt x="143" y="6784"/>
                    <a:pt x="209" y="7212"/>
                    <a:pt x="307" y="7639"/>
                  </a:cubicBezTo>
                  <a:cubicBezTo>
                    <a:pt x="406" y="8012"/>
                    <a:pt x="527" y="8406"/>
                    <a:pt x="735" y="8747"/>
                  </a:cubicBezTo>
                  <a:cubicBezTo>
                    <a:pt x="1141" y="9415"/>
                    <a:pt x="1810" y="9853"/>
                    <a:pt x="2533" y="10128"/>
                  </a:cubicBezTo>
                  <a:cubicBezTo>
                    <a:pt x="2539" y="10131"/>
                    <a:pt x="2544" y="10132"/>
                    <a:pt x="2548" y="10132"/>
                  </a:cubicBezTo>
                  <a:cubicBezTo>
                    <a:pt x="2582" y="10132"/>
                    <a:pt x="2594" y="10070"/>
                    <a:pt x="2555" y="10051"/>
                  </a:cubicBezTo>
                  <a:cubicBezTo>
                    <a:pt x="1919" y="9810"/>
                    <a:pt x="1305" y="9426"/>
                    <a:pt x="911" y="8867"/>
                  </a:cubicBezTo>
                  <a:cubicBezTo>
                    <a:pt x="691" y="8549"/>
                    <a:pt x="560" y="8198"/>
                    <a:pt x="450" y="7848"/>
                  </a:cubicBezTo>
                  <a:cubicBezTo>
                    <a:pt x="329" y="7441"/>
                    <a:pt x="253" y="7014"/>
                    <a:pt x="209" y="6598"/>
                  </a:cubicBezTo>
                  <a:cubicBezTo>
                    <a:pt x="110" y="5764"/>
                    <a:pt x="88" y="4898"/>
                    <a:pt x="154" y="4054"/>
                  </a:cubicBezTo>
                  <a:cubicBezTo>
                    <a:pt x="187" y="3615"/>
                    <a:pt x="263" y="3187"/>
                    <a:pt x="373" y="2771"/>
                  </a:cubicBezTo>
                  <a:cubicBezTo>
                    <a:pt x="472" y="2442"/>
                    <a:pt x="614" y="2124"/>
                    <a:pt x="779" y="1817"/>
                  </a:cubicBezTo>
                  <a:cubicBezTo>
                    <a:pt x="987" y="1467"/>
                    <a:pt x="1228" y="1126"/>
                    <a:pt x="1503" y="819"/>
                  </a:cubicBezTo>
                  <a:cubicBezTo>
                    <a:pt x="1755" y="534"/>
                    <a:pt x="2051" y="271"/>
                    <a:pt x="2390" y="74"/>
                  </a:cubicBezTo>
                  <a:cubicBezTo>
                    <a:pt x="2427" y="56"/>
                    <a:pt x="2403" y="0"/>
                    <a:pt x="2369" y="0"/>
                  </a:cubicBezTo>
                  <a:close/>
                </a:path>
              </a:pathLst>
            </a:custGeom>
            <a:solidFill>
              <a:srgbClr val="52AFC8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7" name="Google Shape;637;p37"/>
            <p:cNvSpPr/>
            <p:nvPr/>
          </p:nvSpPr>
          <p:spPr>
            <a:xfrm>
              <a:off x="3721225" y="3116450"/>
              <a:ext cx="8925" cy="252125"/>
            </a:xfrm>
            <a:custGeom>
              <a:rect b="b" l="l" r="r" t="t"/>
              <a:pathLst>
                <a:path extrusionOk="0" h="10085" w="357">
                  <a:moveTo>
                    <a:pt x="143" y="1"/>
                  </a:moveTo>
                  <a:cubicBezTo>
                    <a:pt x="121" y="1"/>
                    <a:pt x="99" y="15"/>
                    <a:pt x="99" y="42"/>
                  </a:cubicBezTo>
                  <a:cubicBezTo>
                    <a:pt x="33" y="1336"/>
                    <a:pt x="0" y="2640"/>
                    <a:pt x="0" y="3934"/>
                  </a:cubicBezTo>
                  <a:cubicBezTo>
                    <a:pt x="0" y="5250"/>
                    <a:pt x="33" y="6565"/>
                    <a:pt x="110" y="7881"/>
                  </a:cubicBezTo>
                  <a:cubicBezTo>
                    <a:pt x="154" y="8605"/>
                    <a:pt x="208" y="9328"/>
                    <a:pt x="274" y="10052"/>
                  </a:cubicBezTo>
                  <a:cubicBezTo>
                    <a:pt x="274" y="10074"/>
                    <a:pt x="296" y="10085"/>
                    <a:pt x="317" y="10085"/>
                  </a:cubicBezTo>
                  <a:cubicBezTo>
                    <a:pt x="337" y="10085"/>
                    <a:pt x="357" y="10074"/>
                    <a:pt x="351" y="10052"/>
                  </a:cubicBezTo>
                  <a:cubicBezTo>
                    <a:pt x="230" y="8758"/>
                    <a:pt x="154" y="7464"/>
                    <a:pt x="110" y="6160"/>
                  </a:cubicBezTo>
                  <a:cubicBezTo>
                    <a:pt x="77" y="4844"/>
                    <a:pt x="77" y="3529"/>
                    <a:pt x="99" y="2213"/>
                  </a:cubicBezTo>
                  <a:cubicBezTo>
                    <a:pt x="121" y="1489"/>
                    <a:pt x="143" y="766"/>
                    <a:pt x="186" y="42"/>
                  </a:cubicBezTo>
                  <a:cubicBezTo>
                    <a:pt x="186" y="15"/>
                    <a:pt x="164" y="1"/>
                    <a:pt x="143" y="1"/>
                  </a:cubicBezTo>
                  <a:close/>
                </a:path>
              </a:pathLst>
            </a:custGeom>
            <a:solidFill>
              <a:srgbClr val="52AFC8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" name="Google Shape;638;p37"/>
            <p:cNvSpPr/>
            <p:nvPr/>
          </p:nvSpPr>
          <p:spPr>
            <a:xfrm>
              <a:off x="3724325" y="3116375"/>
              <a:ext cx="72025" cy="253275"/>
            </a:xfrm>
            <a:custGeom>
              <a:rect b="b" l="l" r="r" t="t"/>
              <a:pathLst>
                <a:path extrusionOk="0" h="10131" w="2881">
                  <a:moveTo>
                    <a:pt x="63" y="0"/>
                  </a:moveTo>
                  <a:cubicBezTo>
                    <a:pt x="16" y="0"/>
                    <a:pt x="0" y="69"/>
                    <a:pt x="52" y="89"/>
                  </a:cubicBezTo>
                  <a:cubicBezTo>
                    <a:pt x="688" y="352"/>
                    <a:pt x="1246" y="791"/>
                    <a:pt x="1653" y="1350"/>
                  </a:cubicBezTo>
                  <a:cubicBezTo>
                    <a:pt x="2080" y="1931"/>
                    <a:pt x="2354" y="2599"/>
                    <a:pt x="2530" y="3291"/>
                  </a:cubicBezTo>
                  <a:cubicBezTo>
                    <a:pt x="2716" y="4069"/>
                    <a:pt x="2793" y="4902"/>
                    <a:pt x="2716" y="5691"/>
                  </a:cubicBezTo>
                  <a:cubicBezTo>
                    <a:pt x="2650" y="6503"/>
                    <a:pt x="2387" y="7281"/>
                    <a:pt x="1981" y="7994"/>
                  </a:cubicBezTo>
                  <a:cubicBezTo>
                    <a:pt x="1521" y="8794"/>
                    <a:pt x="896" y="9496"/>
                    <a:pt x="161" y="10066"/>
                  </a:cubicBezTo>
                  <a:cubicBezTo>
                    <a:pt x="127" y="10092"/>
                    <a:pt x="160" y="10131"/>
                    <a:pt x="191" y="10131"/>
                  </a:cubicBezTo>
                  <a:cubicBezTo>
                    <a:pt x="200" y="10131"/>
                    <a:pt x="209" y="10128"/>
                    <a:pt x="216" y="10121"/>
                  </a:cubicBezTo>
                  <a:cubicBezTo>
                    <a:pt x="874" y="9606"/>
                    <a:pt x="1455" y="8980"/>
                    <a:pt x="1904" y="8279"/>
                  </a:cubicBezTo>
                  <a:cubicBezTo>
                    <a:pt x="2343" y="7577"/>
                    <a:pt x="2650" y="6788"/>
                    <a:pt x="2771" y="5966"/>
                  </a:cubicBezTo>
                  <a:cubicBezTo>
                    <a:pt x="2881" y="5165"/>
                    <a:pt x="2825" y="4310"/>
                    <a:pt x="2661" y="3520"/>
                  </a:cubicBezTo>
                  <a:cubicBezTo>
                    <a:pt x="2508" y="2797"/>
                    <a:pt x="2255" y="2085"/>
                    <a:pt x="1839" y="1471"/>
                  </a:cubicBezTo>
                  <a:cubicBezTo>
                    <a:pt x="1455" y="900"/>
                    <a:pt x="929" y="418"/>
                    <a:pt x="304" y="111"/>
                  </a:cubicBezTo>
                  <a:cubicBezTo>
                    <a:pt x="227" y="78"/>
                    <a:pt x="150" y="34"/>
                    <a:pt x="74" y="1"/>
                  </a:cubicBezTo>
                  <a:cubicBezTo>
                    <a:pt x="70" y="1"/>
                    <a:pt x="66" y="0"/>
                    <a:pt x="63" y="0"/>
                  </a:cubicBezTo>
                  <a:close/>
                </a:path>
              </a:pathLst>
            </a:custGeom>
            <a:solidFill>
              <a:srgbClr val="52AFC8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" name="Google Shape;639;p37"/>
            <p:cNvSpPr/>
            <p:nvPr/>
          </p:nvSpPr>
          <p:spPr>
            <a:xfrm>
              <a:off x="3724500" y="3116400"/>
              <a:ext cx="107475" cy="253300"/>
            </a:xfrm>
            <a:custGeom>
              <a:rect b="b" l="l" r="r" t="t"/>
              <a:pathLst>
                <a:path extrusionOk="0" h="10132" w="4299">
                  <a:moveTo>
                    <a:pt x="55" y="0"/>
                  </a:moveTo>
                  <a:cubicBezTo>
                    <a:pt x="1" y="0"/>
                    <a:pt x="1" y="88"/>
                    <a:pt x="55" y="88"/>
                  </a:cubicBezTo>
                  <a:cubicBezTo>
                    <a:pt x="440" y="88"/>
                    <a:pt x="823" y="186"/>
                    <a:pt x="1174" y="329"/>
                  </a:cubicBezTo>
                  <a:cubicBezTo>
                    <a:pt x="1580" y="483"/>
                    <a:pt x="1974" y="702"/>
                    <a:pt x="2325" y="954"/>
                  </a:cubicBezTo>
                  <a:cubicBezTo>
                    <a:pt x="2665" y="1185"/>
                    <a:pt x="2994" y="1470"/>
                    <a:pt x="3257" y="1787"/>
                  </a:cubicBezTo>
                  <a:cubicBezTo>
                    <a:pt x="3542" y="2138"/>
                    <a:pt x="3739" y="2555"/>
                    <a:pt x="3871" y="2983"/>
                  </a:cubicBezTo>
                  <a:cubicBezTo>
                    <a:pt x="4189" y="3947"/>
                    <a:pt x="4200" y="5010"/>
                    <a:pt x="4024" y="6009"/>
                  </a:cubicBezTo>
                  <a:cubicBezTo>
                    <a:pt x="3860" y="6962"/>
                    <a:pt x="3498" y="7960"/>
                    <a:pt x="2840" y="8684"/>
                  </a:cubicBezTo>
                  <a:cubicBezTo>
                    <a:pt x="2238" y="9352"/>
                    <a:pt x="1382" y="9824"/>
                    <a:pt x="505" y="10010"/>
                  </a:cubicBezTo>
                  <a:cubicBezTo>
                    <a:pt x="396" y="10021"/>
                    <a:pt x="297" y="10043"/>
                    <a:pt x="187" y="10054"/>
                  </a:cubicBezTo>
                  <a:cubicBezTo>
                    <a:pt x="136" y="10054"/>
                    <a:pt x="133" y="10132"/>
                    <a:pt x="178" y="10132"/>
                  </a:cubicBezTo>
                  <a:cubicBezTo>
                    <a:pt x="181" y="10132"/>
                    <a:pt x="184" y="10132"/>
                    <a:pt x="187" y="10131"/>
                  </a:cubicBezTo>
                  <a:cubicBezTo>
                    <a:pt x="1086" y="10043"/>
                    <a:pt x="1985" y="9605"/>
                    <a:pt x="2654" y="8991"/>
                  </a:cubicBezTo>
                  <a:cubicBezTo>
                    <a:pt x="3388" y="8322"/>
                    <a:pt x="3805" y="7357"/>
                    <a:pt x="4024" y="6403"/>
                  </a:cubicBezTo>
                  <a:cubicBezTo>
                    <a:pt x="4255" y="5405"/>
                    <a:pt x="4299" y="4331"/>
                    <a:pt x="4058" y="3322"/>
                  </a:cubicBezTo>
                  <a:cubicBezTo>
                    <a:pt x="3937" y="2851"/>
                    <a:pt x="3761" y="2369"/>
                    <a:pt x="3487" y="1974"/>
                  </a:cubicBezTo>
                  <a:cubicBezTo>
                    <a:pt x="3257" y="1634"/>
                    <a:pt x="2961" y="1338"/>
                    <a:pt x="2643" y="1085"/>
                  </a:cubicBezTo>
                  <a:cubicBezTo>
                    <a:pt x="2292" y="812"/>
                    <a:pt x="1909" y="571"/>
                    <a:pt x="1503" y="373"/>
                  </a:cubicBezTo>
                  <a:cubicBezTo>
                    <a:pt x="1130" y="208"/>
                    <a:pt x="735" y="66"/>
                    <a:pt x="330" y="22"/>
                  </a:cubicBezTo>
                  <a:cubicBezTo>
                    <a:pt x="231" y="11"/>
                    <a:pt x="143" y="0"/>
                    <a:pt x="55" y="0"/>
                  </a:cubicBezTo>
                  <a:close/>
                </a:path>
              </a:pathLst>
            </a:custGeom>
            <a:solidFill>
              <a:srgbClr val="52AFC8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" name="Google Shape;640;p37"/>
            <p:cNvSpPr/>
            <p:nvPr/>
          </p:nvSpPr>
          <p:spPr>
            <a:xfrm>
              <a:off x="3601975" y="3246875"/>
              <a:ext cx="253025" cy="1925"/>
            </a:xfrm>
            <a:custGeom>
              <a:rect b="b" l="l" r="r" t="t"/>
              <a:pathLst>
                <a:path extrusionOk="0" h="77" w="10121">
                  <a:moveTo>
                    <a:pt x="45" y="0"/>
                  </a:moveTo>
                  <a:cubicBezTo>
                    <a:pt x="1" y="0"/>
                    <a:pt x="1" y="77"/>
                    <a:pt x="45" y="77"/>
                  </a:cubicBezTo>
                  <a:lnTo>
                    <a:pt x="10066" y="77"/>
                  </a:lnTo>
                  <a:cubicBezTo>
                    <a:pt x="10121" y="77"/>
                    <a:pt x="10121" y="0"/>
                    <a:pt x="10066" y="0"/>
                  </a:cubicBezTo>
                  <a:close/>
                </a:path>
              </a:pathLst>
            </a:custGeom>
            <a:solidFill>
              <a:srgbClr val="52AFC8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" name="Google Shape;641;p37"/>
            <p:cNvSpPr/>
            <p:nvPr/>
          </p:nvSpPr>
          <p:spPr>
            <a:xfrm>
              <a:off x="3621175" y="3175750"/>
              <a:ext cx="212450" cy="2175"/>
            </a:xfrm>
            <a:custGeom>
              <a:rect b="b" l="l" r="r" t="t"/>
              <a:pathLst>
                <a:path extrusionOk="0" h="87" w="8498">
                  <a:moveTo>
                    <a:pt x="176" y="0"/>
                  </a:moveTo>
                  <a:cubicBezTo>
                    <a:pt x="139" y="0"/>
                    <a:pt x="103" y="2"/>
                    <a:pt x="66" y="5"/>
                  </a:cubicBezTo>
                  <a:lnTo>
                    <a:pt x="55" y="5"/>
                  </a:lnTo>
                  <a:cubicBezTo>
                    <a:pt x="0" y="5"/>
                    <a:pt x="0" y="82"/>
                    <a:pt x="55" y="82"/>
                  </a:cubicBezTo>
                  <a:lnTo>
                    <a:pt x="8103" y="82"/>
                  </a:lnTo>
                  <a:cubicBezTo>
                    <a:pt x="8176" y="82"/>
                    <a:pt x="8249" y="87"/>
                    <a:pt x="8322" y="87"/>
                  </a:cubicBezTo>
                  <a:cubicBezTo>
                    <a:pt x="8359" y="87"/>
                    <a:pt x="8395" y="86"/>
                    <a:pt x="8432" y="82"/>
                  </a:cubicBezTo>
                  <a:lnTo>
                    <a:pt x="8442" y="82"/>
                  </a:lnTo>
                  <a:cubicBezTo>
                    <a:pt x="8498" y="82"/>
                    <a:pt x="8498" y="5"/>
                    <a:pt x="8442" y="5"/>
                  </a:cubicBezTo>
                  <a:lnTo>
                    <a:pt x="395" y="5"/>
                  </a:lnTo>
                  <a:cubicBezTo>
                    <a:pt x="322" y="5"/>
                    <a:pt x="249" y="0"/>
                    <a:pt x="176" y="0"/>
                  </a:cubicBezTo>
                  <a:close/>
                </a:path>
              </a:pathLst>
            </a:custGeom>
            <a:solidFill>
              <a:srgbClr val="52AFC8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2" name="Google Shape;642;p37"/>
            <p:cNvSpPr/>
            <p:nvPr/>
          </p:nvSpPr>
          <p:spPr>
            <a:xfrm>
              <a:off x="3629675" y="3317850"/>
              <a:ext cx="196275" cy="2225"/>
            </a:xfrm>
            <a:custGeom>
              <a:rect b="b" l="l" r="r" t="t"/>
              <a:pathLst>
                <a:path extrusionOk="0" h="89" w="7851">
                  <a:moveTo>
                    <a:pt x="44" y="0"/>
                  </a:moveTo>
                  <a:cubicBezTo>
                    <a:pt x="1" y="0"/>
                    <a:pt x="1" y="88"/>
                    <a:pt x="44" y="88"/>
                  </a:cubicBezTo>
                  <a:lnTo>
                    <a:pt x="7795" y="88"/>
                  </a:lnTo>
                  <a:cubicBezTo>
                    <a:pt x="7851" y="88"/>
                    <a:pt x="7851" y="0"/>
                    <a:pt x="7795" y="0"/>
                  </a:cubicBezTo>
                  <a:close/>
                </a:path>
              </a:pathLst>
            </a:custGeom>
            <a:solidFill>
              <a:srgbClr val="52AFC8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43" name="Google Shape;643;p37"/>
          <p:cNvGrpSpPr/>
          <p:nvPr/>
        </p:nvGrpSpPr>
        <p:grpSpPr>
          <a:xfrm>
            <a:off x="265001" y="4781610"/>
            <a:ext cx="210596" cy="210596"/>
            <a:chOff x="777346" y="3496226"/>
            <a:chExt cx="356700" cy="356700"/>
          </a:xfrm>
        </p:grpSpPr>
        <p:sp>
          <p:nvSpPr>
            <p:cNvPr id="644" name="Google Shape;644;p37">
              <a:hlinkClick action="ppaction://hlinkshowjump?jump=nextslide"/>
            </p:cNvPr>
            <p:cNvSpPr/>
            <p:nvPr/>
          </p:nvSpPr>
          <p:spPr>
            <a:xfrm>
              <a:off x="777346" y="3496226"/>
              <a:ext cx="356700" cy="3567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rgbClr val="52AFC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45" name="Google Shape;645;p37"/>
            <p:cNvGrpSpPr/>
            <p:nvPr/>
          </p:nvGrpSpPr>
          <p:grpSpPr>
            <a:xfrm>
              <a:off x="831727" y="3588720"/>
              <a:ext cx="247883" cy="171668"/>
              <a:chOff x="-797260" y="3184175"/>
              <a:chExt cx="502500" cy="348000"/>
            </a:xfrm>
          </p:grpSpPr>
          <p:cxnSp>
            <p:nvCxnSpPr>
              <p:cNvPr id="646" name="Google Shape;646;p37"/>
              <p:cNvCxnSpPr/>
              <p:nvPr/>
            </p:nvCxnSpPr>
            <p:spPr>
              <a:xfrm>
                <a:off x="-797260" y="3361225"/>
                <a:ext cx="502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52AFC8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47" name="Google Shape;647;p37"/>
              <p:cNvCxnSpPr/>
              <p:nvPr/>
            </p:nvCxnSpPr>
            <p:spPr>
              <a:xfrm>
                <a:off x="-471875" y="3184175"/>
                <a:ext cx="174000" cy="174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52AFC8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48" name="Google Shape;648;p37"/>
              <p:cNvCxnSpPr/>
              <p:nvPr/>
            </p:nvCxnSpPr>
            <p:spPr>
              <a:xfrm flipH="1" rot="10800000">
                <a:off x="-471875" y="3358175"/>
                <a:ext cx="174000" cy="174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52AFC8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rgbClr val="7BB930"/>
        </a:solidFill>
      </p:bgPr>
    </p:bg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38"/>
          <p:cNvSpPr/>
          <p:nvPr/>
        </p:nvSpPr>
        <p:spPr>
          <a:xfrm flipH="1" rot="-8387282">
            <a:off x="-19816" y="3600341"/>
            <a:ext cx="4195327" cy="2007190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accent6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651" name="Google Shape;651;p38"/>
          <p:cNvSpPr/>
          <p:nvPr/>
        </p:nvSpPr>
        <p:spPr>
          <a:xfrm>
            <a:off x="1303950" y="-1420975"/>
            <a:ext cx="3899475" cy="1866000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accent6"/>
            </a:solidFill>
            <a:prstDash val="lgDash"/>
            <a:round/>
            <a:headEnd len="med" w="med" type="none"/>
            <a:tailEnd len="med" w="med" type="none"/>
          </a:ln>
        </p:spPr>
      </p:sp>
      <p:grpSp>
        <p:nvGrpSpPr>
          <p:cNvPr id="652" name="Google Shape;652;p38"/>
          <p:cNvGrpSpPr/>
          <p:nvPr/>
        </p:nvGrpSpPr>
        <p:grpSpPr>
          <a:xfrm>
            <a:off x="140920" y="285789"/>
            <a:ext cx="305816" cy="438180"/>
            <a:chOff x="8555949" y="806163"/>
            <a:chExt cx="416587" cy="596813"/>
          </a:xfrm>
        </p:grpSpPr>
        <p:sp>
          <p:nvSpPr>
            <p:cNvPr id="653" name="Google Shape;653;p38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4" name="Google Shape;654;p38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5" name="Google Shape;655;p38"/>
            <p:cNvSpPr/>
            <p:nvPr/>
          </p:nvSpPr>
          <p:spPr>
            <a:xfrm>
              <a:off x="8879236" y="806163"/>
              <a:ext cx="93300" cy="93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6" name="Google Shape;656;p38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57" name="Google Shape;657;p38"/>
          <p:cNvGrpSpPr/>
          <p:nvPr/>
        </p:nvGrpSpPr>
        <p:grpSpPr>
          <a:xfrm rot="5400000">
            <a:off x="428737" y="4305600"/>
            <a:ext cx="568987" cy="596813"/>
            <a:chOff x="8555949" y="806163"/>
            <a:chExt cx="568987" cy="596813"/>
          </a:xfrm>
        </p:grpSpPr>
        <p:sp>
          <p:nvSpPr>
            <p:cNvPr id="658" name="Google Shape;658;p38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9" name="Google Shape;659;p38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rgbClr val="7BB93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0" name="Google Shape;660;p38"/>
            <p:cNvSpPr/>
            <p:nvPr/>
          </p:nvSpPr>
          <p:spPr>
            <a:xfrm>
              <a:off x="9031636" y="806163"/>
              <a:ext cx="93300" cy="93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1" name="Google Shape;661;p38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2" name="Google Shape;662;p38"/>
          <p:cNvSpPr txBox="1"/>
          <p:nvPr>
            <p:ph type="title"/>
          </p:nvPr>
        </p:nvSpPr>
        <p:spPr>
          <a:xfrm>
            <a:off x="720000" y="445025"/>
            <a:ext cx="429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3" name="Google Shape;663;p38"/>
          <p:cNvSpPr txBox="1"/>
          <p:nvPr>
            <p:ph idx="1" type="subTitle"/>
          </p:nvPr>
        </p:nvSpPr>
        <p:spPr>
          <a:xfrm>
            <a:off x="720000" y="1543050"/>
            <a:ext cx="4294800" cy="280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Light"/>
              <a:buChar char="●"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Light"/>
              <a:buChar char="○"/>
              <a:defRPr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Light"/>
              <a:buChar char="■"/>
              <a:defRPr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Light"/>
              <a:buChar char="●"/>
              <a:defRPr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Light"/>
              <a:buChar char="○"/>
              <a:defRPr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Light"/>
              <a:buChar char="■"/>
              <a:defRPr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Light"/>
              <a:buChar char="●"/>
              <a:defRPr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Light"/>
              <a:buChar char="○"/>
              <a:defRPr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Font typeface="Nunito Light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4" name="Google Shape;664;p38"/>
          <p:cNvSpPr/>
          <p:nvPr/>
        </p:nvSpPr>
        <p:spPr>
          <a:xfrm>
            <a:off x="5203425" y="-35875"/>
            <a:ext cx="3940500" cy="52131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7150" rotWithShape="0" algn="bl" dir="4200000" dist="114300">
              <a:schemeClr val="dk1">
                <a:alpha val="1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38"/>
          <p:cNvSpPr/>
          <p:nvPr/>
        </p:nvSpPr>
        <p:spPr>
          <a:xfrm rot="10799680">
            <a:off x="5203429" y="2263211"/>
            <a:ext cx="4195445" cy="2007256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rgbClr val="7BB930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666" name="Google Shape;666;p38"/>
          <p:cNvSpPr/>
          <p:nvPr/>
        </p:nvSpPr>
        <p:spPr>
          <a:xfrm>
            <a:off x="6154900" y="-164900"/>
            <a:ext cx="3899475" cy="1866000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rgbClr val="7BB930"/>
            </a:solidFill>
            <a:prstDash val="lgDash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39"/>
          <p:cNvSpPr txBox="1"/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40"/>
          <p:cNvSpPr txBox="1"/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1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71" name="Google Shape;671;p40"/>
          <p:cNvSpPr txBox="1"/>
          <p:nvPr>
            <p:ph idx="1" type="subTitle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41"/>
          <p:cNvSpPr txBox="1"/>
          <p:nvPr>
            <p:ph type="title"/>
          </p:nvPr>
        </p:nvSpPr>
        <p:spPr>
          <a:xfrm>
            <a:off x="720000" y="539500"/>
            <a:ext cx="4508100" cy="133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rgbClr val="7BB930"/>
        </a:solidFill>
      </p:bgPr>
    </p:bg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42"/>
          <p:cNvSpPr/>
          <p:nvPr/>
        </p:nvSpPr>
        <p:spPr>
          <a:xfrm rot="7802080">
            <a:off x="5238753" y="3613646"/>
            <a:ext cx="4195605" cy="2007300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1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676" name="Google Shape;676;p42"/>
          <p:cNvSpPr/>
          <p:nvPr/>
        </p:nvSpPr>
        <p:spPr>
          <a:xfrm>
            <a:off x="6595800" y="-501775"/>
            <a:ext cx="3899475" cy="1866000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1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677" name="Google Shape;677;p42"/>
          <p:cNvSpPr/>
          <p:nvPr/>
        </p:nvSpPr>
        <p:spPr>
          <a:xfrm>
            <a:off x="-442575" y="320525"/>
            <a:ext cx="964387" cy="1748853"/>
          </a:xfrm>
          <a:custGeom>
            <a:rect b="b" l="l" r="r" t="t"/>
            <a:pathLst>
              <a:path extrusionOk="0" h="44975" w="24801">
                <a:moveTo>
                  <a:pt x="0" y="0"/>
                </a:moveTo>
                <a:cubicBezTo>
                  <a:pt x="9939" y="2840"/>
                  <a:pt x="22701" y="8942"/>
                  <a:pt x="24402" y="19138"/>
                </a:cubicBezTo>
                <a:cubicBezTo>
                  <a:pt x="25999" y="28707"/>
                  <a:pt x="19683" y="40640"/>
                  <a:pt x="11004" y="44975"/>
                </a:cubicBezTo>
              </a:path>
            </a:pathLst>
          </a:custGeom>
          <a:noFill/>
          <a:ln cap="flat" cmpd="sng" w="9525">
            <a:solidFill>
              <a:schemeClr val="lt1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678" name="Google Shape;678;p42"/>
          <p:cNvSpPr/>
          <p:nvPr/>
        </p:nvSpPr>
        <p:spPr>
          <a:xfrm rot="-2700000">
            <a:off x="2523063" y="-602314"/>
            <a:ext cx="1119389" cy="1104828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1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679" name="Google Shape;679;p42"/>
          <p:cNvSpPr/>
          <p:nvPr/>
        </p:nvSpPr>
        <p:spPr>
          <a:xfrm rot="10799680">
            <a:off x="-130646" y="4479036"/>
            <a:ext cx="4195445" cy="2007256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1"/>
            </a:solidFill>
            <a:prstDash val="lgDash"/>
            <a:round/>
            <a:headEnd len="med" w="med" type="none"/>
            <a:tailEnd len="med" w="med" type="none"/>
          </a:ln>
        </p:spPr>
      </p:sp>
      <p:grpSp>
        <p:nvGrpSpPr>
          <p:cNvPr id="680" name="Google Shape;680;p42"/>
          <p:cNvGrpSpPr/>
          <p:nvPr/>
        </p:nvGrpSpPr>
        <p:grpSpPr>
          <a:xfrm>
            <a:off x="8144346" y="4178365"/>
            <a:ext cx="572857" cy="573064"/>
            <a:chOff x="3601725" y="3116375"/>
            <a:chExt cx="253275" cy="253400"/>
          </a:xfrm>
        </p:grpSpPr>
        <p:sp>
          <p:nvSpPr>
            <p:cNvPr id="681" name="Google Shape;681;p42"/>
            <p:cNvSpPr/>
            <p:nvPr/>
          </p:nvSpPr>
          <p:spPr>
            <a:xfrm>
              <a:off x="3601725" y="3116650"/>
              <a:ext cx="251900" cy="252200"/>
            </a:xfrm>
            <a:custGeom>
              <a:rect b="b" l="l" r="r" t="t"/>
              <a:pathLst>
                <a:path extrusionOk="0" h="10088" w="10076">
                  <a:moveTo>
                    <a:pt x="5044" y="1"/>
                  </a:moveTo>
                  <a:cubicBezTo>
                    <a:pt x="2259" y="1"/>
                    <a:pt x="0" y="2259"/>
                    <a:pt x="0" y="5044"/>
                  </a:cubicBezTo>
                  <a:cubicBezTo>
                    <a:pt x="0" y="7829"/>
                    <a:pt x="2259" y="10088"/>
                    <a:pt x="5044" y="10088"/>
                  </a:cubicBezTo>
                  <a:cubicBezTo>
                    <a:pt x="7817" y="10088"/>
                    <a:pt x="10076" y="7829"/>
                    <a:pt x="10076" y="5044"/>
                  </a:cubicBezTo>
                  <a:cubicBezTo>
                    <a:pt x="10076" y="2259"/>
                    <a:pt x="7817" y="1"/>
                    <a:pt x="5044" y="1"/>
                  </a:cubicBezTo>
                  <a:close/>
                </a:path>
              </a:pathLst>
            </a:custGeom>
            <a:solidFill>
              <a:srgbClr val="7BB930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42"/>
            <p:cNvSpPr/>
            <p:nvPr/>
          </p:nvSpPr>
          <p:spPr>
            <a:xfrm>
              <a:off x="3623650" y="3116400"/>
              <a:ext cx="105275" cy="252200"/>
            </a:xfrm>
            <a:custGeom>
              <a:rect b="b" l="l" r="r" t="t"/>
              <a:pathLst>
                <a:path extrusionOk="0" h="10088" w="4211">
                  <a:moveTo>
                    <a:pt x="4046" y="0"/>
                  </a:moveTo>
                  <a:cubicBezTo>
                    <a:pt x="3180" y="88"/>
                    <a:pt x="2368" y="406"/>
                    <a:pt x="1721" y="976"/>
                  </a:cubicBezTo>
                  <a:cubicBezTo>
                    <a:pt x="1184" y="1448"/>
                    <a:pt x="768" y="2050"/>
                    <a:pt x="493" y="2708"/>
                  </a:cubicBezTo>
                  <a:cubicBezTo>
                    <a:pt x="77" y="3706"/>
                    <a:pt x="0" y="4813"/>
                    <a:pt x="164" y="5877"/>
                  </a:cubicBezTo>
                  <a:cubicBezTo>
                    <a:pt x="329" y="6886"/>
                    <a:pt x="691" y="7872"/>
                    <a:pt x="1348" y="8662"/>
                  </a:cubicBezTo>
                  <a:cubicBezTo>
                    <a:pt x="1962" y="9407"/>
                    <a:pt x="2839" y="9956"/>
                    <a:pt x="3804" y="10065"/>
                  </a:cubicBezTo>
                  <a:cubicBezTo>
                    <a:pt x="3925" y="10087"/>
                    <a:pt x="4046" y="10087"/>
                    <a:pt x="4167" y="10087"/>
                  </a:cubicBezTo>
                  <a:cubicBezTo>
                    <a:pt x="4210" y="10087"/>
                    <a:pt x="4210" y="10010"/>
                    <a:pt x="4167" y="10010"/>
                  </a:cubicBezTo>
                  <a:cubicBezTo>
                    <a:pt x="3202" y="9999"/>
                    <a:pt x="2291" y="9539"/>
                    <a:pt x="1623" y="8859"/>
                  </a:cubicBezTo>
                  <a:cubicBezTo>
                    <a:pt x="932" y="8136"/>
                    <a:pt x="515" y="7181"/>
                    <a:pt x="307" y="6206"/>
                  </a:cubicBezTo>
                  <a:cubicBezTo>
                    <a:pt x="99" y="5186"/>
                    <a:pt x="110" y="4111"/>
                    <a:pt x="427" y="3114"/>
                  </a:cubicBezTo>
                  <a:cubicBezTo>
                    <a:pt x="658" y="2423"/>
                    <a:pt x="1041" y="1765"/>
                    <a:pt x="1557" y="1239"/>
                  </a:cubicBezTo>
                  <a:cubicBezTo>
                    <a:pt x="2127" y="658"/>
                    <a:pt x="2873" y="274"/>
                    <a:pt x="3673" y="132"/>
                  </a:cubicBezTo>
                  <a:cubicBezTo>
                    <a:pt x="3794" y="110"/>
                    <a:pt x="3925" y="99"/>
                    <a:pt x="4046" y="88"/>
                  </a:cubicBezTo>
                  <a:cubicBezTo>
                    <a:pt x="4101" y="77"/>
                    <a:pt x="4101" y="0"/>
                    <a:pt x="4046" y="0"/>
                  </a:cubicBezTo>
                  <a:close/>
                </a:path>
              </a:pathLst>
            </a:custGeom>
            <a:solidFill>
              <a:srgbClr val="7BB930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3" name="Google Shape;683;p42"/>
            <p:cNvSpPr/>
            <p:nvPr/>
          </p:nvSpPr>
          <p:spPr>
            <a:xfrm>
              <a:off x="3665575" y="3116475"/>
              <a:ext cx="64850" cy="253300"/>
            </a:xfrm>
            <a:custGeom>
              <a:rect b="b" l="l" r="r" t="t"/>
              <a:pathLst>
                <a:path extrusionOk="0" h="10132" w="2594">
                  <a:moveTo>
                    <a:pt x="2369" y="0"/>
                  </a:moveTo>
                  <a:cubicBezTo>
                    <a:pt x="2362" y="0"/>
                    <a:pt x="2354" y="2"/>
                    <a:pt x="2347" y="8"/>
                  </a:cubicBezTo>
                  <a:cubicBezTo>
                    <a:pt x="1733" y="359"/>
                    <a:pt x="1240" y="940"/>
                    <a:pt x="856" y="1543"/>
                  </a:cubicBezTo>
                  <a:cubicBezTo>
                    <a:pt x="670" y="1839"/>
                    <a:pt x="505" y="2157"/>
                    <a:pt x="385" y="2486"/>
                  </a:cubicBezTo>
                  <a:cubicBezTo>
                    <a:pt x="242" y="2880"/>
                    <a:pt x="165" y="3297"/>
                    <a:pt x="110" y="3703"/>
                  </a:cubicBezTo>
                  <a:cubicBezTo>
                    <a:pt x="0" y="4580"/>
                    <a:pt x="22" y="5479"/>
                    <a:pt x="99" y="6356"/>
                  </a:cubicBezTo>
                  <a:cubicBezTo>
                    <a:pt x="143" y="6784"/>
                    <a:pt x="209" y="7212"/>
                    <a:pt x="307" y="7639"/>
                  </a:cubicBezTo>
                  <a:cubicBezTo>
                    <a:pt x="406" y="8012"/>
                    <a:pt x="527" y="8406"/>
                    <a:pt x="735" y="8747"/>
                  </a:cubicBezTo>
                  <a:cubicBezTo>
                    <a:pt x="1141" y="9415"/>
                    <a:pt x="1810" y="9853"/>
                    <a:pt x="2533" y="10128"/>
                  </a:cubicBezTo>
                  <a:cubicBezTo>
                    <a:pt x="2539" y="10131"/>
                    <a:pt x="2544" y="10132"/>
                    <a:pt x="2548" y="10132"/>
                  </a:cubicBezTo>
                  <a:cubicBezTo>
                    <a:pt x="2582" y="10132"/>
                    <a:pt x="2594" y="10070"/>
                    <a:pt x="2555" y="10051"/>
                  </a:cubicBezTo>
                  <a:cubicBezTo>
                    <a:pt x="1919" y="9810"/>
                    <a:pt x="1305" y="9426"/>
                    <a:pt x="911" y="8867"/>
                  </a:cubicBezTo>
                  <a:cubicBezTo>
                    <a:pt x="691" y="8549"/>
                    <a:pt x="560" y="8198"/>
                    <a:pt x="450" y="7848"/>
                  </a:cubicBezTo>
                  <a:cubicBezTo>
                    <a:pt x="329" y="7441"/>
                    <a:pt x="253" y="7014"/>
                    <a:pt x="209" y="6598"/>
                  </a:cubicBezTo>
                  <a:cubicBezTo>
                    <a:pt x="110" y="5764"/>
                    <a:pt x="88" y="4898"/>
                    <a:pt x="154" y="4054"/>
                  </a:cubicBezTo>
                  <a:cubicBezTo>
                    <a:pt x="187" y="3615"/>
                    <a:pt x="263" y="3187"/>
                    <a:pt x="373" y="2771"/>
                  </a:cubicBezTo>
                  <a:cubicBezTo>
                    <a:pt x="472" y="2442"/>
                    <a:pt x="614" y="2124"/>
                    <a:pt x="779" y="1817"/>
                  </a:cubicBezTo>
                  <a:cubicBezTo>
                    <a:pt x="987" y="1467"/>
                    <a:pt x="1228" y="1126"/>
                    <a:pt x="1503" y="819"/>
                  </a:cubicBezTo>
                  <a:cubicBezTo>
                    <a:pt x="1755" y="534"/>
                    <a:pt x="2051" y="271"/>
                    <a:pt x="2390" y="74"/>
                  </a:cubicBezTo>
                  <a:cubicBezTo>
                    <a:pt x="2427" y="56"/>
                    <a:pt x="2403" y="0"/>
                    <a:pt x="2369" y="0"/>
                  </a:cubicBezTo>
                  <a:close/>
                </a:path>
              </a:pathLst>
            </a:custGeom>
            <a:solidFill>
              <a:srgbClr val="7BB930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4" name="Google Shape;684;p42"/>
            <p:cNvSpPr/>
            <p:nvPr/>
          </p:nvSpPr>
          <p:spPr>
            <a:xfrm>
              <a:off x="3721225" y="3116450"/>
              <a:ext cx="8925" cy="252125"/>
            </a:xfrm>
            <a:custGeom>
              <a:rect b="b" l="l" r="r" t="t"/>
              <a:pathLst>
                <a:path extrusionOk="0" h="10085" w="357">
                  <a:moveTo>
                    <a:pt x="143" y="1"/>
                  </a:moveTo>
                  <a:cubicBezTo>
                    <a:pt x="121" y="1"/>
                    <a:pt x="99" y="15"/>
                    <a:pt x="99" y="42"/>
                  </a:cubicBezTo>
                  <a:cubicBezTo>
                    <a:pt x="33" y="1336"/>
                    <a:pt x="0" y="2640"/>
                    <a:pt x="0" y="3934"/>
                  </a:cubicBezTo>
                  <a:cubicBezTo>
                    <a:pt x="0" y="5250"/>
                    <a:pt x="33" y="6565"/>
                    <a:pt x="110" y="7881"/>
                  </a:cubicBezTo>
                  <a:cubicBezTo>
                    <a:pt x="154" y="8605"/>
                    <a:pt x="208" y="9328"/>
                    <a:pt x="274" y="10052"/>
                  </a:cubicBezTo>
                  <a:cubicBezTo>
                    <a:pt x="274" y="10074"/>
                    <a:pt x="296" y="10085"/>
                    <a:pt x="317" y="10085"/>
                  </a:cubicBezTo>
                  <a:cubicBezTo>
                    <a:pt x="337" y="10085"/>
                    <a:pt x="357" y="10074"/>
                    <a:pt x="351" y="10052"/>
                  </a:cubicBezTo>
                  <a:cubicBezTo>
                    <a:pt x="230" y="8758"/>
                    <a:pt x="154" y="7464"/>
                    <a:pt x="110" y="6160"/>
                  </a:cubicBezTo>
                  <a:cubicBezTo>
                    <a:pt x="77" y="4844"/>
                    <a:pt x="77" y="3529"/>
                    <a:pt x="99" y="2213"/>
                  </a:cubicBezTo>
                  <a:cubicBezTo>
                    <a:pt x="121" y="1489"/>
                    <a:pt x="143" y="766"/>
                    <a:pt x="186" y="42"/>
                  </a:cubicBezTo>
                  <a:cubicBezTo>
                    <a:pt x="186" y="15"/>
                    <a:pt x="164" y="1"/>
                    <a:pt x="143" y="1"/>
                  </a:cubicBezTo>
                  <a:close/>
                </a:path>
              </a:pathLst>
            </a:custGeom>
            <a:solidFill>
              <a:srgbClr val="7BB930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" name="Google Shape;685;p42"/>
            <p:cNvSpPr/>
            <p:nvPr/>
          </p:nvSpPr>
          <p:spPr>
            <a:xfrm>
              <a:off x="3724325" y="3116375"/>
              <a:ext cx="72025" cy="253275"/>
            </a:xfrm>
            <a:custGeom>
              <a:rect b="b" l="l" r="r" t="t"/>
              <a:pathLst>
                <a:path extrusionOk="0" h="10131" w="2881">
                  <a:moveTo>
                    <a:pt x="63" y="0"/>
                  </a:moveTo>
                  <a:cubicBezTo>
                    <a:pt x="16" y="0"/>
                    <a:pt x="0" y="69"/>
                    <a:pt x="52" y="89"/>
                  </a:cubicBezTo>
                  <a:cubicBezTo>
                    <a:pt x="688" y="352"/>
                    <a:pt x="1246" y="791"/>
                    <a:pt x="1653" y="1350"/>
                  </a:cubicBezTo>
                  <a:cubicBezTo>
                    <a:pt x="2080" y="1931"/>
                    <a:pt x="2354" y="2599"/>
                    <a:pt x="2530" y="3291"/>
                  </a:cubicBezTo>
                  <a:cubicBezTo>
                    <a:pt x="2716" y="4069"/>
                    <a:pt x="2793" y="4902"/>
                    <a:pt x="2716" y="5691"/>
                  </a:cubicBezTo>
                  <a:cubicBezTo>
                    <a:pt x="2650" y="6503"/>
                    <a:pt x="2387" y="7281"/>
                    <a:pt x="1981" y="7994"/>
                  </a:cubicBezTo>
                  <a:cubicBezTo>
                    <a:pt x="1521" y="8794"/>
                    <a:pt x="896" y="9496"/>
                    <a:pt x="161" y="10066"/>
                  </a:cubicBezTo>
                  <a:cubicBezTo>
                    <a:pt x="127" y="10092"/>
                    <a:pt x="160" y="10131"/>
                    <a:pt x="191" y="10131"/>
                  </a:cubicBezTo>
                  <a:cubicBezTo>
                    <a:pt x="200" y="10131"/>
                    <a:pt x="209" y="10128"/>
                    <a:pt x="216" y="10121"/>
                  </a:cubicBezTo>
                  <a:cubicBezTo>
                    <a:pt x="874" y="9606"/>
                    <a:pt x="1455" y="8980"/>
                    <a:pt x="1904" y="8279"/>
                  </a:cubicBezTo>
                  <a:cubicBezTo>
                    <a:pt x="2343" y="7577"/>
                    <a:pt x="2650" y="6788"/>
                    <a:pt x="2771" y="5966"/>
                  </a:cubicBezTo>
                  <a:cubicBezTo>
                    <a:pt x="2881" y="5165"/>
                    <a:pt x="2825" y="4310"/>
                    <a:pt x="2661" y="3520"/>
                  </a:cubicBezTo>
                  <a:cubicBezTo>
                    <a:pt x="2508" y="2797"/>
                    <a:pt x="2255" y="2085"/>
                    <a:pt x="1839" y="1471"/>
                  </a:cubicBezTo>
                  <a:cubicBezTo>
                    <a:pt x="1455" y="900"/>
                    <a:pt x="929" y="418"/>
                    <a:pt x="304" y="111"/>
                  </a:cubicBezTo>
                  <a:cubicBezTo>
                    <a:pt x="227" y="78"/>
                    <a:pt x="150" y="34"/>
                    <a:pt x="74" y="1"/>
                  </a:cubicBezTo>
                  <a:cubicBezTo>
                    <a:pt x="70" y="1"/>
                    <a:pt x="66" y="0"/>
                    <a:pt x="63" y="0"/>
                  </a:cubicBezTo>
                  <a:close/>
                </a:path>
              </a:pathLst>
            </a:custGeom>
            <a:solidFill>
              <a:srgbClr val="7BB930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p42"/>
            <p:cNvSpPr/>
            <p:nvPr/>
          </p:nvSpPr>
          <p:spPr>
            <a:xfrm>
              <a:off x="3724500" y="3116400"/>
              <a:ext cx="107475" cy="253300"/>
            </a:xfrm>
            <a:custGeom>
              <a:rect b="b" l="l" r="r" t="t"/>
              <a:pathLst>
                <a:path extrusionOk="0" h="10132" w="4299">
                  <a:moveTo>
                    <a:pt x="55" y="0"/>
                  </a:moveTo>
                  <a:cubicBezTo>
                    <a:pt x="1" y="0"/>
                    <a:pt x="1" y="88"/>
                    <a:pt x="55" y="88"/>
                  </a:cubicBezTo>
                  <a:cubicBezTo>
                    <a:pt x="440" y="88"/>
                    <a:pt x="823" y="186"/>
                    <a:pt x="1174" y="329"/>
                  </a:cubicBezTo>
                  <a:cubicBezTo>
                    <a:pt x="1580" y="483"/>
                    <a:pt x="1974" y="702"/>
                    <a:pt x="2325" y="954"/>
                  </a:cubicBezTo>
                  <a:cubicBezTo>
                    <a:pt x="2665" y="1185"/>
                    <a:pt x="2994" y="1470"/>
                    <a:pt x="3257" y="1787"/>
                  </a:cubicBezTo>
                  <a:cubicBezTo>
                    <a:pt x="3542" y="2138"/>
                    <a:pt x="3739" y="2555"/>
                    <a:pt x="3871" y="2983"/>
                  </a:cubicBezTo>
                  <a:cubicBezTo>
                    <a:pt x="4189" y="3947"/>
                    <a:pt x="4200" y="5010"/>
                    <a:pt x="4024" y="6009"/>
                  </a:cubicBezTo>
                  <a:cubicBezTo>
                    <a:pt x="3860" y="6962"/>
                    <a:pt x="3498" y="7960"/>
                    <a:pt x="2840" y="8684"/>
                  </a:cubicBezTo>
                  <a:cubicBezTo>
                    <a:pt x="2238" y="9352"/>
                    <a:pt x="1382" y="9824"/>
                    <a:pt x="505" y="10010"/>
                  </a:cubicBezTo>
                  <a:cubicBezTo>
                    <a:pt x="396" y="10021"/>
                    <a:pt x="297" y="10043"/>
                    <a:pt x="187" y="10054"/>
                  </a:cubicBezTo>
                  <a:cubicBezTo>
                    <a:pt x="136" y="10054"/>
                    <a:pt x="133" y="10132"/>
                    <a:pt x="178" y="10132"/>
                  </a:cubicBezTo>
                  <a:cubicBezTo>
                    <a:pt x="181" y="10132"/>
                    <a:pt x="184" y="10132"/>
                    <a:pt x="187" y="10131"/>
                  </a:cubicBezTo>
                  <a:cubicBezTo>
                    <a:pt x="1086" y="10043"/>
                    <a:pt x="1985" y="9605"/>
                    <a:pt x="2654" y="8991"/>
                  </a:cubicBezTo>
                  <a:cubicBezTo>
                    <a:pt x="3388" y="8322"/>
                    <a:pt x="3805" y="7357"/>
                    <a:pt x="4024" y="6403"/>
                  </a:cubicBezTo>
                  <a:cubicBezTo>
                    <a:pt x="4255" y="5405"/>
                    <a:pt x="4299" y="4331"/>
                    <a:pt x="4058" y="3322"/>
                  </a:cubicBezTo>
                  <a:cubicBezTo>
                    <a:pt x="3937" y="2851"/>
                    <a:pt x="3761" y="2369"/>
                    <a:pt x="3487" y="1974"/>
                  </a:cubicBezTo>
                  <a:cubicBezTo>
                    <a:pt x="3257" y="1634"/>
                    <a:pt x="2961" y="1338"/>
                    <a:pt x="2643" y="1085"/>
                  </a:cubicBezTo>
                  <a:cubicBezTo>
                    <a:pt x="2292" y="812"/>
                    <a:pt x="1909" y="571"/>
                    <a:pt x="1503" y="373"/>
                  </a:cubicBezTo>
                  <a:cubicBezTo>
                    <a:pt x="1130" y="208"/>
                    <a:pt x="735" y="66"/>
                    <a:pt x="330" y="22"/>
                  </a:cubicBezTo>
                  <a:cubicBezTo>
                    <a:pt x="231" y="11"/>
                    <a:pt x="143" y="0"/>
                    <a:pt x="55" y="0"/>
                  </a:cubicBezTo>
                  <a:close/>
                </a:path>
              </a:pathLst>
            </a:custGeom>
            <a:solidFill>
              <a:srgbClr val="7BB930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7" name="Google Shape;687;p42"/>
            <p:cNvSpPr/>
            <p:nvPr/>
          </p:nvSpPr>
          <p:spPr>
            <a:xfrm>
              <a:off x="3601975" y="3246875"/>
              <a:ext cx="253025" cy="1925"/>
            </a:xfrm>
            <a:custGeom>
              <a:rect b="b" l="l" r="r" t="t"/>
              <a:pathLst>
                <a:path extrusionOk="0" h="77" w="10121">
                  <a:moveTo>
                    <a:pt x="45" y="0"/>
                  </a:moveTo>
                  <a:cubicBezTo>
                    <a:pt x="1" y="0"/>
                    <a:pt x="1" y="77"/>
                    <a:pt x="45" y="77"/>
                  </a:cubicBezTo>
                  <a:lnTo>
                    <a:pt x="10066" y="77"/>
                  </a:lnTo>
                  <a:cubicBezTo>
                    <a:pt x="10121" y="77"/>
                    <a:pt x="10121" y="0"/>
                    <a:pt x="10066" y="0"/>
                  </a:cubicBezTo>
                  <a:close/>
                </a:path>
              </a:pathLst>
            </a:custGeom>
            <a:solidFill>
              <a:srgbClr val="7BB930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8" name="Google Shape;688;p42"/>
            <p:cNvSpPr/>
            <p:nvPr/>
          </p:nvSpPr>
          <p:spPr>
            <a:xfrm>
              <a:off x="3621175" y="3175750"/>
              <a:ext cx="212450" cy="2175"/>
            </a:xfrm>
            <a:custGeom>
              <a:rect b="b" l="l" r="r" t="t"/>
              <a:pathLst>
                <a:path extrusionOk="0" h="87" w="8498">
                  <a:moveTo>
                    <a:pt x="176" y="0"/>
                  </a:moveTo>
                  <a:cubicBezTo>
                    <a:pt x="139" y="0"/>
                    <a:pt x="103" y="2"/>
                    <a:pt x="66" y="5"/>
                  </a:cubicBezTo>
                  <a:lnTo>
                    <a:pt x="55" y="5"/>
                  </a:lnTo>
                  <a:cubicBezTo>
                    <a:pt x="0" y="5"/>
                    <a:pt x="0" y="82"/>
                    <a:pt x="55" y="82"/>
                  </a:cubicBezTo>
                  <a:lnTo>
                    <a:pt x="8103" y="82"/>
                  </a:lnTo>
                  <a:cubicBezTo>
                    <a:pt x="8176" y="82"/>
                    <a:pt x="8249" y="87"/>
                    <a:pt x="8322" y="87"/>
                  </a:cubicBezTo>
                  <a:cubicBezTo>
                    <a:pt x="8359" y="87"/>
                    <a:pt x="8395" y="86"/>
                    <a:pt x="8432" y="82"/>
                  </a:cubicBezTo>
                  <a:lnTo>
                    <a:pt x="8442" y="82"/>
                  </a:lnTo>
                  <a:cubicBezTo>
                    <a:pt x="8498" y="82"/>
                    <a:pt x="8498" y="5"/>
                    <a:pt x="8442" y="5"/>
                  </a:cubicBezTo>
                  <a:lnTo>
                    <a:pt x="395" y="5"/>
                  </a:lnTo>
                  <a:cubicBezTo>
                    <a:pt x="322" y="5"/>
                    <a:pt x="249" y="0"/>
                    <a:pt x="176" y="0"/>
                  </a:cubicBezTo>
                  <a:close/>
                </a:path>
              </a:pathLst>
            </a:custGeom>
            <a:solidFill>
              <a:srgbClr val="7BB930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42"/>
            <p:cNvSpPr/>
            <p:nvPr/>
          </p:nvSpPr>
          <p:spPr>
            <a:xfrm>
              <a:off x="3629675" y="3317850"/>
              <a:ext cx="196275" cy="2225"/>
            </a:xfrm>
            <a:custGeom>
              <a:rect b="b" l="l" r="r" t="t"/>
              <a:pathLst>
                <a:path extrusionOk="0" h="89" w="7851">
                  <a:moveTo>
                    <a:pt x="44" y="0"/>
                  </a:moveTo>
                  <a:cubicBezTo>
                    <a:pt x="1" y="0"/>
                    <a:pt x="1" y="88"/>
                    <a:pt x="44" y="88"/>
                  </a:cubicBezTo>
                  <a:lnTo>
                    <a:pt x="7795" y="88"/>
                  </a:lnTo>
                  <a:cubicBezTo>
                    <a:pt x="7851" y="88"/>
                    <a:pt x="7851" y="0"/>
                    <a:pt x="7795" y="0"/>
                  </a:cubicBezTo>
                  <a:close/>
                </a:path>
              </a:pathLst>
            </a:custGeom>
            <a:solidFill>
              <a:srgbClr val="7BB930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90" name="Google Shape;690;p42"/>
          <p:cNvGrpSpPr/>
          <p:nvPr/>
        </p:nvGrpSpPr>
        <p:grpSpPr>
          <a:xfrm rot="5400000">
            <a:off x="870474" y="-54062"/>
            <a:ext cx="416587" cy="977813"/>
            <a:chOff x="8555949" y="425163"/>
            <a:chExt cx="416587" cy="977813"/>
          </a:xfrm>
        </p:grpSpPr>
        <p:sp>
          <p:nvSpPr>
            <p:cNvPr id="691" name="Google Shape;691;p42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42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42"/>
            <p:cNvSpPr/>
            <p:nvPr/>
          </p:nvSpPr>
          <p:spPr>
            <a:xfrm>
              <a:off x="8879236" y="425163"/>
              <a:ext cx="93300" cy="93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42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95" name="Google Shape;695;p42"/>
          <p:cNvGrpSpPr/>
          <p:nvPr/>
        </p:nvGrpSpPr>
        <p:grpSpPr>
          <a:xfrm rot="5400000">
            <a:off x="8418693" y="3907744"/>
            <a:ext cx="1238412" cy="385925"/>
            <a:chOff x="8251149" y="734000"/>
            <a:chExt cx="1238412" cy="385925"/>
          </a:xfrm>
        </p:grpSpPr>
        <p:sp>
          <p:nvSpPr>
            <p:cNvPr id="696" name="Google Shape;696;p42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" name="Google Shape;697;p42"/>
            <p:cNvSpPr/>
            <p:nvPr/>
          </p:nvSpPr>
          <p:spPr>
            <a:xfrm>
              <a:off x="9396261" y="928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8" name="Google Shape;698;p42"/>
            <p:cNvSpPr/>
            <p:nvPr/>
          </p:nvSpPr>
          <p:spPr>
            <a:xfrm>
              <a:off x="9031636" y="806163"/>
              <a:ext cx="93300" cy="93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42"/>
            <p:cNvSpPr/>
            <p:nvPr/>
          </p:nvSpPr>
          <p:spPr>
            <a:xfrm>
              <a:off x="8251149" y="734000"/>
              <a:ext cx="54900" cy="54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700" name="Google Shape;700;p42"/>
          <p:cNvPicPr preferRelativeResize="0"/>
          <p:nvPr/>
        </p:nvPicPr>
        <p:blipFill>
          <a:blip r:embed="rId2">
            <a:alphaModFix amt="10000"/>
          </a:blip>
          <a:stretch>
            <a:fillRect/>
          </a:stretch>
        </p:blipFill>
        <p:spPr>
          <a:xfrm>
            <a:off x="2143862" y="168937"/>
            <a:ext cx="4856277" cy="4805626"/>
          </a:xfrm>
          <a:prstGeom prst="rect">
            <a:avLst/>
          </a:prstGeom>
          <a:noFill/>
          <a:ln>
            <a:noFill/>
          </a:ln>
        </p:spPr>
      </p:pic>
      <p:sp>
        <p:nvSpPr>
          <p:cNvPr id="701" name="Google Shape;701;p42"/>
          <p:cNvSpPr txBox="1"/>
          <p:nvPr>
            <p:ph hasCustomPrompt="1" type="title"/>
          </p:nvPr>
        </p:nvSpPr>
        <p:spPr>
          <a:xfrm>
            <a:off x="998550" y="1492198"/>
            <a:ext cx="7146900" cy="166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4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705" name="Google Shape;705;p44"/>
          <p:cNvSpPr txBox="1"/>
          <p:nvPr>
            <p:ph hasCustomPrompt="1" idx="2" type="title"/>
          </p:nvPr>
        </p:nvSpPr>
        <p:spPr>
          <a:xfrm>
            <a:off x="720000" y="1328475"/>
            <a:ext cx="8523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44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06" name="Google Shape;706;p44"/>
          <p:cNvSpPr txBox="1"/>
          <p:nvPr>
            <p:ph hasCustomPrompt="1" idx="3" type="title"/>
          </p:nvPr>
        </p:nvSpPr>
        <p:spPr>
          <a:xfrm>
            <a:off x="720000" y="3141246"/>
            <a:ext cx="8523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44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07" name="Google Shape;707;p44"/>
          <p:cNvSpPr txBox="1"/>
          <p:nvPr>
            <p:ph hasCustomPrompt="1" idx="4" type="title"/>
          </p:nvPr>
        </p:nvSpPr>
        <p:spPr>
          <a:xfrm>
            <a:off x="3419250" y="1328475"/>
            <a:ext cx="8523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44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08" name="Google Shape;708;p44"/>
          <p:cNvSpPr txBox="1"/>
          <p:nvPr>
            <p:ph hasCustomPrompt="1" idx="5" type="title"/>
          </p:nvPr>
        </p:nvSpPr>
        <p:spPr>
          <a:xfrm>
            <a:off x="3419250" y="3141246"/>
            <a:ext cx="8523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44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09" name="Google Shape;709;p44"/>
          <p:cNvSpPr txBox="1"/>
          <p:nvPr>
            <p:ph hasCustomPrompt="1" idx="6" type="title"/>
          </p:nvPr>
        </p:nvSpPr>
        <p:spPr>
          <a:xfrm>
            <a:off x="6118500" y="1328475"/>
            <a:ext cx="8523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44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10" name="Google Shape;710;p44"/>
          <p:cNvSpPr txBox="1"/>
          <p:nvPr>
            <p:ph hasCustomPrompt="1" idx="7" type="title"/>
          </p:nvPr>
        </p:nvSpPr>
        <p:spPr>
          <a:xfrm>
            <a:off x="6118500" y="3141246"/>
            <a:ext cx="8523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44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11" name="Google Shape;711;p44"/>
          <p:cNvSpPr txBox="1"/>
          <p:nvPr>
            <p:ph idx="1" type="subTitle"/>
          </p:nvPr>
        </p:nvSpPr>
        <p:spPr>
          <a:xfrm>
            <a:off x="720000" y="1925975"/>
            <a:ext cx="2305500" cy="86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12" name="Google Shape;712;p44"/>
          <p:cNvSpPr txBox="1"/>
          <p:nvPr>
            <p:ph idx="8" type="subTitle"/>
          </p:nvPr>
        </p:nvSpPr>
        <p:spPr>
          <a:xfrm>
            <a:off x="3419250" y="1925975"/>
            <a:ext cx="2305500" cy="86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13" name="Google Shape;713;p44"/>
          <p:cNvSpPr txBox="1"/>
          <p:nvPr>
            <p:ph idx="9" type="subTitle"/>
          </p:nvPr>
        </p:nvSpPr>
        <p:spPr>
          <a:xfrm>
            <a:off x="6118500" y="1925975"/>
            <a:ext cx="2305500" cy="86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14" name="Google Shape;714;p44"/>
          <p:cNvSpPr txBox="1"/>
          <p:nvPr>
            <p:ph idx="13" type="subTitle"/>
          </p:nvPr>
        </p:nvSpPr>
        <p:spPr>
          <a:xfrm>
            <a:off x="720000" y="3738800"/>
            <a:ext cx="2305500" cy="86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15" name="Google Shape;715;p44"/>
          <p:cNvSpPr txBox="1"/>
          <p:nvPr>
            <p:ph idx="14" type="subTitle"/>
          </p:nvPr>
        </p:nvSpPr>
        <p:spPr>
          <a:xfrm>
            <a:off x="3419250" y="3738800"/>
            <a:ext cx="2305500" cy="86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16" name="Google Shape;716;p44"/>
          <p:cNvSpPr txBox="1"/>
          <p:nvPr>
            <p:ph idx="15" type="subTitle"/>
          </p:nvPr>
        </p:nvSpPr>
        <p:spPr>
          <a:xfrm>
            <a:off x="6118500" y="3738800"/>
            <a:ext cx="2305500" cy="86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17" name="Google Shape;717;p44"/>
          <p:cNvSpPr/>
          <p:nvPr/>
        </p:nvSpPr>
        <p:spPr>
          <a:xfrm rot="1095117">
            <a:off x="5801043" y="-393669"/>
            <a:ext cx="3899522" cy="1866023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718" name="Google Shape;718;p44"/>
          <p:cNvSpPr/>
          <p:nvPr/>
        </p:nvSpPr>
        <p:spPr>
          <a:xfrm rot="10799680">
            <a:off x="-130646" y="4479036"/>
            <a:ext cx="4195445" cy="2007256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719" name="Google Shape;719;p44"/>
          <p:cNvSpPr/>
          <p:nvPr/>
        </p:nvSpPr>
        <p:spPr>
          <a:xfrm>
            <a:off x="8562625" y="-288800"/>
            <a:ext cx="693775" cy="684750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720" name="Google Shape;720;p44"/>
          <p:cNvSpPr/>
          <p:nvPr/>
        </p:nvSpPr>
        <p:spPr>
          <a:xfrm rot="5400000">
            <a:off x="8198450" y="3915325"/>
            <a:ext cx="2405873" cy="2374576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721" name="Google Shape;721;p44"/>
          <p:cNvSpPr/>
          <p:nvPr/>
        </p:nvSpPr>
        <p:spPr>
          <a:xfrm rot="-2499097">
            <a:off x="-356375" y="-879421"/>
            <a:ext cx="3899477" cy="1866001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722" name="Google Shape;722;p44"/>
          <p:cNvSpPr/>
          <p:nvPr/>
        </p:nvSpPr>
        <p:spPr>
          <a:xfrm>
            <a:off x="8569919" y="792083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p44"/>
          <p:cNvSpPr/>
          <p:nvPr/>
        </p:nvSpPr>
        <p:spPr>
          <a:xfrm>
            <a:off x="-247631" y="1328483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p44"/>
          <p:cNvSpPr/>
          <p:nvPr/>
        </p:nvSpPr>
        <p:spPr>
          <a:xfrm>
            <a:off x="6970800" y="4870899"/>
            <a:ext cx="679178" cy="17022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25" name="Google Shape;725;p44"/>
          <p:cNvGrpSpPr/>
          <p:nvPr/>
        </p:nvGrpSpPr>
        <p:grpSpPr>
          <a:xfrm>
            <a:off x="265001" y="4781610"/>
            <a:ext cx="210596" cy="210596"/>
            <a:chOff x="777346" y="3496226"/>
            <a:chExt cx="356700" cy="356700"/>
          </a:xfrm>
        </p:grpSpPr>
        <p:sp>
          <p:nvSpPr>
            <p:cNvPr id="726" name="Google Shape;726;p44">
              <a:hlinkClick action="ppaction://hlinkshowjump?jump=nextslide"/>
            </p:cNvPr>
            <p:cNvSpPr/>
            <p:nvPr/>
          </p:nvSpPr>
          <p:spPr>
            <a:xfrm>
              <a:off x="777346" y="3496226"/>
              <a:ext cx="356700" cy="3567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27" name="Google Shape;727;p44"/>
            <p:cNvGrpSpPr/>
            <p:nvPr/>
          </p:nvGrpSpPr>
          <p:grpSpPr>
            <a:xfrm>
              <a:off x="831727" y="3588720"/>
              <a:ext cx="247883" cy="171668"/>
              <a:chOff x="-797260" y="3184175"/>
              <a:chExt cx="502500" cy="348000"/>
            </a:xfrm>
          </p:grpSpPr>
          <p:cxnSp>
            <p:nvCxnSpPr>
              <p:cNvPr id="728" name="Google Shape;728;p44"/>
              <p:cNvCxnSpPr/>
              <p:nvPr/>
            </p:nvCxnSpPr>
            <p:spPr>
              <a:xfrm>
                <a:off x="-797260" y="3361225"/>
                <a:ext cx="5025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9" name="Google Shape;729;p44"/>
              <p:cNvCxnSpPr/>
              <p:nvPr/>
            </p:nvCxnSpPr>
            <p:spPr>
              <a:xfrm>
                <a:off x="-471875" y="3184175"/>
                <a:ext cx="174000" cy="174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0" name="Google Shape;730;p44"/>
              <p:cNvCxnSpPr/>
              <p:nvPr/>
            </p:nvCxnSpPr>
            <p:spPr>
              <a:xfrm flipH="1" rot="10800000">
                <a:off x="-471875" y="3358175"/>
                <a:ext cx="174000" cy="174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731" name="Google Shape;731;p44"/>
          <p:cNvGrpSpPr/>
          <p:nvPr/>
        </p:nvGrpSpPr>
        <p:grpSpPr>
          <a:xfrm rot="5400000">
            <a:off x="8079424" y="104713"/>
            <a:ext cx="568987" cy="596813"/>
            <a:chOff x="8555949" y="806163"/>
            <a:chExt cx="568987" cy="596813"/>
          </a:xfrm>
        </p:grpSpPr>
        <p:sp>
          <p:nvSpPr>
            <p:cNvPr id="732" name="Google Shape;732;p44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44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4" name="Google Shape;734;p44"/>
            <p:cNvSpPr/>
            <p:nvPr/>
          </p:nvSpPr>
          <p:spPr>
            <a:xfrm>
              <a:off x="9031636" y="806163"/>
              <a:ext cx="93300" cy="93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5" name="Google Shape;735;p44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36" name="Google Shape;736;p44"/>
          <p:cNvGrpSpPr/>
          <p:nvPr/>
        </p:nvGrpSpPr>
        <p:grpSpPr>
          <a:xfrm rot="5400000">
            <a:off x="-273432" y="3251019"/>
            <a:ext cx="1238412" cy="385925"/>
            <a:chOff x="8251149" y="734000"/>
            <a:chExt cx="1238412" cy="385925"/>
          </a:xfrm>
        </p:grpSpPr>
        <p:sp>
          <p:nvSpPr>
            <p:cNvPr id="737" name="Google Shape;737;p44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44"/>
            <p:cNvSpPr/>
            <p:nvPr/>
          </p:nvSpPr>
          <p:spPr>
            <a:xfrm>
              <a:off x="9396261" y="928675"/>
              <a:ext cx="93300" cy="933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p44"/>
            <p:cNvSpPr/>
            <p:nvPr/>
          </p:nvSpPr>
          <p:spPr>
            <a:xfrm>
              <a:off x="9031636" y="806163"/>
              <a:ext cx="93300" cy="93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0" name="Google Shape;740;p44"/>
            <p:cNvSpPr/>
            <p:nvPr/>
          </p:nvSpPr>
          <p:spPr>
            <a:xfrm>
              <a:off x="8251149" y="734000"/>
              <a:ext cx="54900" cy="54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45"/>
          <p:cNvSpPr txBox="1"/>
          <p:nvPr>
            <p:ph type="title"/>
          </p:nvPr>
        </p:nvSpPr>
        <p:spPr>
          <a:xfrm>
            <a:off x="3557400" y="3100288"/>
            <a:ext cx="4360200" cy="53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43" name="Google Shape;743;p45"/>
          <p:cNvSpPr txBox="1"/>
          <p:nvPr>
            <p:ph idx="1" type="subTitle"/>
          </p:nvPr>
        </p:nvSpPr>
        <p:spPr>
          <a:xfrm>
            <a:off x="1226400" y="1511313"/>
            <a:ext cx="6691200" cy="147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4">
    <p:bg>
      <p:bgPr>
        <a:solidFill>
          <a:schemeClr val="accent2"/>
        </a:solidFill>
      </p:bgPr>
    </p:bg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46"/>
          <p:cNvSpPr txBox="1"/>
          <p:nvPr>
            <p:ph type="title"/>
          </p:nvPr>
        </p:nvSpPr>
        <p:spPr>
          <a:xfrm>
            <a:off x="6198475" y="2398350"/>
            <a:ext cx="2232300" cy="114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746" name="Google Shape;746;p46"/>
          <p:cNvSpPr txBox="1"/>
          <p:nvPr>
            <p:ph idx="1" type="subTitle"/>
          </p:nvPr>
        </p:nvSpPr>
        <p:spPr>
          <a:xfrm>
            <a:off x="6198475" y="3582000"/>
            <a:ext cx="2232300" cy="102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747" name="Google Shape;747;p46"/>
          <p:cNvSpPr/>
          <p:nvPr/>
        </p:nvSpPr>
        <p:spPr>
          <a:xfrm rot="10799680">
            <a:off x="-385046" y="4604186"/>
            <a:ext cx="4195445" cy="2007256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748" name="Google Shape;748;p46"/>
          <p:cNvSpPr/>
          <p:nvPr/>
        </p:nvSpPr>
        <p:spPr>
          <a:xfrm>
            <a:off x="8299225" y="-106700"/>
            <a:ext cx="3899475" cy="1866000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749" name="Google Shape;749;p46"/>
          <p:cNvSpPr/>
          <p:nvPr/>
        </p:nvSpPr>
        <p:spPr>
          <a:xfrm rot="10799680">
            <a:off x="5421629" y="-106514"/>
            <a:ext cx="4195445" cy="2007256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750" name="Google Shape;750;p46"/>
          <p:cNvSpPr/>
          <p:nvPr/>
        </p:nvSpPr>
        <p:spPr>
          <a:xfrm rot="7850356">
            <a:off x="7845757" y="3364383"/>
            <a:ext cx="4195605" cy="2007424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751" name="Google Shape;751;p46"/>
          <p:cNvSpPr/>
          <p:nvPr/>
        </p:nvSpPr>
        <p:spPr>
          <a:xfrm flipH="1">
            <a:off x="8794254" y="2124546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2" name="Google Shape;752;p46"/>
          <p:cNvSpPr/>
          <p:nvPr/>
        </p:nvSpPr>
        <p:spPr>
          <a:xfrm flipH="1">
            <a:off x="3222248" y="5039136"/>
            <a:ext cx="588829" cy="147316"/>
          </a:xfrm>
          <a:custGeom>
            <a:rect b="b" l="l" r="r" t="t"/>
            <a:pathLst>
              <a:path extrusionOk="0" h="1358" w="5428">
                <a:moveTo>
                  <a:pt x="3524" y="0"/>
                </a:moveTo>
                <a:cubicBezTo>
                  <a:pt x="3201" y="0"/>
                  <a:pt x="2890" y="197"/>
                  <a:pt x="2752" y="481"/>
                </a:cubicBezTo>
                <a:cubicBezTo>
                  <a:pt x="2587" y="352"/>
                  <a:pt x="2379" y="286"/>
                  <a:pt x="2173" y="286"/>
                </a:cubicBezTo>
                <a:cubicBezTo>
                  <a:pt x="2079" y="286"/>
                  <a:pt x="1986" y="300"/>
                  <a:pt x="1897" y="327"/>
                </a:cubicBezTo>
                <a:cubicBezTo>
                  <a:pt x="1601" y="426"/>
                  <a:pt x="1371" y="678"/>
                  <a:pt x="1294" y="963"/>
                </a:cubicBezTo>
                <a:cubicBezTo>
                  <a:pt x="1149" y="810"/>
                  <a:pt x="937" y="722"/>
                  <a:pt x="726" y="722"/>
                </a:cubicBezTo>
                <a:cubicBezTo>
                  <a:pt x="666" y="722"/>
                  <a:pt x="607" y="729"/>
                  <a:pt x="548" y="744"/>
                </a:cubicBezTo>
                <a:cubicBezTo>
                  <a:pt x="285" y="820"/>
                  <a:pt x="66" y="1040"/>
                  <a:pt x="0" y="1303"/>
                </a:cubicBezTo>
                <a:lnTo>
                  <a:pt x="5416" y="1358"/>
                </a:lnTo>
                <a:cubicBezTo>
                  <a:pt x="5428" y="1105"/>
                  <a:pt x="5296" y="842"/>
                  <a:pt x="5077" y="711"/>
                </a:cubicBezTo>
                <a:cubicBezTo>
                  <a:pt x="4972" y="648"/>
                  <a:pt x="4849" y="617"/>
                  <a:pt x="4726" y="617"/>
                </a:cubicBezTo>
                <a:cubicBezTo>
                  <a:pt x="4592" y="617"/>
                  <a:pt x="4456" y="653"/>
                  <a:pt x="4342" y="722"/>
                </a:cubicBezTo>
                <a:cubicBezTo>
                  <a:pt x="4287" y="360"/>
                  <a:pt x="3991" y="64"/>
                  <a:pt x="3640" y="9"/>
                </a:cubicBezTo>
                <a:cubicBezTo>
                  <a:pt x="3601" y="3"/>
                  <a:pt x="3563" y="0"/>
                  <a:pt x="352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3" name="Google Shape;753;p46"/>
          <p:cNvSpPr/>
          <p:nvPr/>
        </p:nvSpPr>
        <p:spPr>
          <a:xfrm flipH="1">
            <a:off x="7224936" y="233711"/>
            <a:ext cx="588829" cy="147316"/>
          </a:xfrm>
          <a:custGeom>
            <a:rect b="b" l="l" r="r" t="t"/>
            <a:pathLst>
              <a:path extrusionOk="0" h="1358" w="5428">
                <a:moveTo>
                  <a:pt x="3524" y="0"/>
                </a:moveTo>
                <a:cubicBezTo>
                  <a:pt x="3201" y="0"/>
                  <a:pt x="2890" y="197"/>
                  <a:pt x="2752" y="481"/>
                </a:cubicBezTo>
                <a:cubicBezTo>
                  <a:pt x="2587" y="352"/>
                  <a:pt x="2379" y="286"/>
                  <a:pt x="2173" y="286"/>
                </a:cubicBezTo>
                <a:cubicBezTo>
                  <a:pt x="2079" y="286"/>
                  <a:pt x="1986" y="300"/>
                  <a:pt x="1897" y="327"/>
                </a:cubicBezTo>
                <a:cubicBezTo>
                  <a:pt x="1601" y="426"/>
                  <a:pt x="1371" y="678"/>
                  <a:pt x="1294" y="963"/>
                </a:cubicBezTo>
                <a:cubicBezTo>
                  <a:pt x="1149" y="810"/>
                  <a:pt x="937" y="722"/>
                  <a:pt x="726" y="722"/>
                </a:cubicBezTo>
                <a:cubicBezTo>
                  <a:pt x="666" y="722"/>
                  <a:pt x="607" y="729"/>
                  <a:pt x="548" y="744"/>
                </a:cubicBezTo>
                <a:cubicBezTo>
                  <a:pt x="285" y="820"/>
                  <a:pt x="66" y="1040"/>
                  <a:pt x="0" y="1303"/>
                </a:cubicBezTo>
                <a:lnTo>
                  <a:pt x="5416" y="1358"/>
                </a:lnTo>
                <a:cubicBezTo>
                  <a:pt x="5428" y="1105"/>
                  <a:pt x="5296" y="842"/>
                  <a:pt x="5077" y="711"/>
                </a:cubicBezTo>
                <a:cubicBezTo>
                  <a:pt x="4972" y="648"/>
                  <a:pt x="4849" y="617"/>
                  <a:pt x="4726" y="617"/>
                </a:cubicBezTo>
                <a:cubicBezTo>
                  <a:pt x="4592" y="617"/>
                  <a:pt x="4456" y="653"/>
                  <a:pt x="4342" y="722"/>
                </a:cubicBezTo>
                <a:cubicBezTo>
                  <a:pt x="4287" y="360"/>
                  <a:pt x="3991" y="64"/>
                  <a:pt x="3640" y="9"/>
                </a:cubicBezTo>
                <a:cubicBezTo>
                  <a:pt x="3601" y="3"/>
                  <a:pt x="3563" y="0"/>
                  <a:pt x="352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ONE_COLUMN_TEXT_1">
    <p:bg>
      <p:bgPr>
        <a:solidFill>
          <a:schemeClr val="lt1"/>
        </a:solidFill>
      </p:bgPr>
    </p:bg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47"/>
          <p:cNvSpPr txBox="1"/>
          <p:nvPr>
            <p:ph type="title"/>
          </p:nvPr>
        </p:nvSpPr>
        <p:spPr>
          <a:xfrm>
            <a:off x="720000" y="445025"/>
            <a:ext cx="4294800" cy="117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756" name="Google Shape;756;p47"/>
          <p:cNvSpPr txBox="1"/>
          <p:nvPr>
            <p:ph idx="1" type="subTitle"/>
          </p:nvPr>
        </p:nvSpPr>
        <p:spPr>
          <a:xfrm>
            <a:off x="720000" y="1690350"/>
            <a:ext cx="4294800" cy="291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KoHo SemiBold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Darker Grotesque SemiBold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Darker Grotesque SemiBold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Darker Grotesque SemiBold"/>
              <a:buChar char="■"/>
              <a:defRPr/>
            </a:lvl9pPr>
          </a:lstStyle>
          <a:p/>
        </p:txBody>
      </p:sp>
      <p:sp>
        <p:nvSpPr>
          <p:cNvPr id="757" name="Google Shape;757;p47"/>
          <p:cNvSpPr/>
          <p:nvPr/>
        </p:nvSpPr>
        <p:spPr>
          <a:xfrm rot="-598330">
            <a:off x="552518" y="4402062"/>
            <a:ext cx="152164" cy="190205"/>
          </a:xfrm>
          <a:custGeom>
            <a:rect b="b" l="l" r="r" t="t"/>
            <a:pathLst>
              <a:path extrusionOk="0" h="4276" w="3421">
                <a:moveTo>
                  <a:pt x="1718" y="979"/>
                </a:moveTo>
                <a:cubicBezTo>
                  <a:pt x="2155" y="979"/>
                  <a:pt x="2500" y="1388"/>
                  <a:pt x="2423" y="1864"/>
                </a:cubicBezTo>
                <a:cubicBezTo>
                  <a:pt x="2380" y="2149"/>
                  <a:pt x="2171" y="2380"/>
                  <a:pt x="1908" y="2445"/>
                </a:cubicBezTo>
                <a:cubicBezTo>
                  <a:pt x="1839" y="2466"/>
                  <a:pt x="1772" y="2475"/>
                  <a:pt x="1706" y="2475"/>
                </a:cubicBezTo>
                <a:cubicBezTo>
                  <a:pt x="1275" y="2475"/>
                  <a:pt x="923" y="2066"/>
                  <a:pt x="1009" y="1590"/>
                </a:cubicBezTo>
                <a:cubicBezTo>
                  <a:pt x="1053" y="1305"/>
                  <a:pt x="1261" y="1074"/>
                  <a:pt x="1513" y="1009"/>
                </a:cubicBezTo>
                <a:cubicBezTo>
                  <a:pt x="1583" y="988"/>
                  <a:pt x="1652" y="979"/>
                  <a:pt x="1718" y="979"/>
                </a:cubicBezTo>
                <a:close/>
                <a:moveTo>
                  <a:pt x="1716" y="0"/>
                </a:moveTo>
                <a:cubicBezTo>
                  <a:pt x="1628" y="0"/>
                  <a:pt x="1538" y="7"/>
                  <a:pt x="1447" y="22"/>
                </a:cubicBezTo>
                <a:cubicBezTo>
                  <a:pt x="680" y="143"/>
                  <a:pt x="77" y="823"/>
                  <a:pt x="22" y="1634"/>
                </a:cubicBezTo>
                <a:cubicBezTo>
                  <a:pt x="0" y="2029"/>
                  <a:pt x="99" y="2402"/>
                  <a:pt x="285" y="2697"/>
                </a:cubicBezTo>
                <a:cubicBezTo>
                  <a:pt x="329" y="2774"/>
                  <a:pt x="384" y="2840"/>
                  <a:pt x="439" y="2906"/>
                </a:cubicBezTo>
                <a:lnTo>
                  <a:pt x="1535" y="4144"/>
                </a:lnTo>
                <a:cubicBezTo>
                  <a:pt x="1612" y="4231"/>
                  <a:pt x="1719" y="4275"/>
                  <a:pt x="1828" y="4275"/>
                </a:cubicBezTo>
                <a:cubicBezTo>
                  <a:pt x="1953" y="4275"/>
                  <a:pt x="2078" y="4218"/>
                  <a:pt x="2160" y="4100"/>
                </a:cubicBezTo>
                <a:lnTo>
                  <a:pt x="2840" y="3147"/>
                </a:lnTo>
                <a:cubicBezTo>
                  <a:pt x="2894" y="3048"/>
                  <a:pt x="3016" y="2873"/>
                  <a:pt x="3114" y="2719"/>
                </a:cubicBezTo>
                <a:cubicBezTo>
                  <a:pt x="3311" y="2412"/>
                  <a:pt x="3421" y="2061"/>
                  <a:pt x="3410" y="1700"/>
                </a:cubicBezTo>
                <a:lnTo>
                  <a:pt x="3410" y="1688"/>
                </a:lnTo>
                <a:cubicBezTo>
                  <a:pt x="3370" y="740"/>
                  <a:pt x="2620" y="0"/>
                  <a:pt x="171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8" name="Google Shape;758;p47"/>
          <p:cNvSpPr/>
          <p:nvPr/>
        </p:nvSpPr>
        <p:spPr>
          <a:xfrm flipH="1" rot="-1095117">
            <a:off x="-1255957" y="-393669"/>
            <a:ext cx="3899522" cy="1866023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759" name="Google Shape;759;p47"/>
          <p:cNvSpPr/>
          <p:nvPr/>
        </p:nvSpPr>
        <p:spPr>
          <a:xfrm flipH="1">
            <a:off x="-156566" y="-412225"/>
            <a:ext cx="693775" cy="684750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760" name="Google Shape;760;p47"/>
          <p:cNvSpPr/>
          <p:nvPr/>
        </p:nvSpPr>
        <p:spPr>
          <a:xfrm flipH="1">
            <a:off x="-203741" y="2807696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61" name="Google Shape;761;p47"/>
          <p:cNvGrpSpPr/>
          <p:nvPr/>
        </p:nvGrpSpPr>
        <p:grpSpPr>
          <a:xfrm flipH="1">
            <a:off x="230498" y="3600388"/>
            <a:ext cx="416587" cy="596813"/>
            <a:chOff x="8555949" y="806163"/>
            <a:chExt cx="416587" cy="596813"/>
          </a:xfrm>
        </p:grpSpPr>
        <p:sp>
          <p:nvSpPr>
            <p:cNvPr id="762" name="Google Shape;762;p47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3" name="Google Shape;763;p47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4" name="Google Shape;764;p47"/>
            <p:cNvSpPr/>
            <p:nvPr/>
          </p:nvSpPr>
          <p:spPr>
            <a:xfrm>
              <a:off x="8879236" y="806163"/>
              <a:ext cx="93300" cy="93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5" name="Google Shape;765;p47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6" name="Google Shape;766;p47"/>
          <p:cNvSpPr/>
          <p:nvPr/>
        </p:nvSpPr>
        <p:spPr>
          <a:xfrm rot="10799680">
            <a:off x="-156571" y="4674761"/>
            <a:ext cx="4195445" cy="2007256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BODY_1"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48"/>
          <p:cNvSpPr txBox="1"/>
          <p:nvPr>
            <p:ph idx="1" type="body"/>
          </p:nvPr>
        </p:nvSpPr>
        <p:spPr>
          <a:xfrm>
            <a:off x="720000" y="1457197"/>
            <a:ext cx="3675000" cy="313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KoHo SemiBold"/>
              <a:buChar char="●"/>
              <a:defRPr/>
            </a:lvl1pPr>
            <a:lvl2pPr indent="-3175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●"/>
              <a:defRPr/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●"/>
              <a:defRPr/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9pPr>
          </a:lstStyle>
          <a:p/>
        </p:txBody>
      </p:sp>
      <p:sp>
        <p:nvSpPr>
          <p:cNvPr id="769" name="Google Shape;769;p4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770" name="Google Shape;770;p48"/>
          <p:cNvSpPr txBox="1"/>
          <p:nvPr>
            <p:ph idx="2" type="body"/>
          </p:nvPr>
        </p:nvSpPr>
        <p:spPr>
          <a:xfrm>
            <a:off x="4749000" y="1457197"/>
            <a:ext cx="3675000" cy="313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KoHo SemiBold"/>
              <a:buChar char="●"/>
              <a:defRPr/>
            </a:lvl1pPr>
            <a:lvl2pPr indent="-3175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●"/>
              <a:defRPr/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●"/>
              <a:defRPr/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9pPr>
          </a:lstStyle>
          <a:p/>
        </p:txBody>
      </p:sp>
      <p:sp>
        <p:nvSpPr>
          <p:cNvPr id="771" name="Google Shape;771;p48"/>
          <p:cNvSpPr/>
          <p:nvPr/>
        </p:nvSpPr>
        <p:spPr>
          <a:xfrm rot="1095117">
            <a:off x="5801043" y="-393669"/>
            <a:ext cx="3899522" cy="1866023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772" name="Google Shape;772;p48"/>
          <p:cNvSpPr/>
          <p:nvPr/>
        </p:nvSpPr>
        <p:spPr>
          <a:xfrm rot="10799680">
            <a:off x="-130646" y="4479036"/>
            <a:ext cx="4195445" cy="2007256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773" name="Google Shape;773;p48"/>
          <p:cNvSpPr/>
          <p:nvPr/>
        </p:nvSpPr>
        <p:spPr>
          <a:xfrm>
            <a:off x="8562625" y="-288800"/>
            <a:ext cx="693775" cy="684750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774" name="Google Shape;774;p48"/>
          <p:cNvSpPr/>
          <p:nvPr/>
        </p:nvSpPr>
        <p:spPr>
          <a:xfrm rot="5400000">
            <a:off x="8198450" y="3915325"/>
            <a:ext cx="2405873" cy="2374576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775" name="Google Shape;775;p48"/>
          <p:cNvSpPr/>
          <p:nvPr/>
        </p:nvSpPr>
        <p:spPr>
          <a:xfrm rot="-2499097">
            <a:off x="-356375" y="-879421"/>
            <a:ext cx="3899477" cy="1866001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776" name="Google Shape;776;p48"/>
          <p:cNvSpPr/>
          <p:nvPr/>
        </p:nvSpPr>
        <p:spPr>
          <a:xfrm>
            <a:off x="8569919" y="792083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7" name="Google Shape;777;p48"/>
          <p:cNvSpPr/>
          <p:nvPr/>
        </p:nvSpPr>
        <p:spPr>
          <a:xfrm>
            <a:off x="-247631" y="1328483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8" name="Google Shape;778;p48"/>
          <p:cNvSpPr/>
          <p:nvPr/>
        </p:nvSpPr>
        <p:spPr>
          <a:xfrm>
            <a:off x="6970800" y="4870899"/>
            <a:ext cx="679178" cy="17022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79" name="Google Shape;779;p48"/>
          <p:cNvGrpSpPr/>
          <p:nvPr/>
        </p:nvGrpSpPr>
        <p:grpSpPr>
          <a:xfrm>
            <a:off x="265001" y="4781610"/>
            <a:ext cx="210596" cy="210596"/>
            <a:chOff x="777346" y="3496226"/>
            <a:chExt cx="356700" cy="356700"/>
          </a:xfrm>
        </p:grpSpPr>
        <p:sp>
          <p:nvSpPr>
            <p:cNvPr id="780" name="Google Shape;780;p48">
              <a:hlinkClick action="ppaction://hlinkshowjump?jump=nextslide"/>
            </p:cNvPr>
            <p:cNvSpPr/>
            <p:nvPr/>
          </p:nvSpPr>
          <p:spPr>
            <a:xfrm>
              <a:off x="777346" y="3496226"/>
              <a:ext cx="356700" cy="3567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81" name="Google Shape;781;p48"/>
            <p:cNvGrpSpPr/>
            <p:nvPr/>
          </p:nvGrpSpPr>
          <p:grpSpPr>
            <a:xfrm>
              <a:off x="831727" y="3588720"/>
              <a:ext cx="247883" cy="171668"/>
              <a:chOff x="-797260" y="3184175"/>
              <a:chExt cx="502500" cy="348000"/>
            </a:xfrm>
          </p:grpSpPr>
          <p:cxnSp>
            <p:nvCxnSpPr>
              <p:cNvPr id="782" name="Google Shape;782;p48"/>
              <p:cNvCxnSpPr/>
              <p:nvPr/>
            </p:nvCxnSpPr>
            <p:spPr>
              <a:xfrm>
                <a:off x="-797260" y="3361225"/>
                <a:ext cx="5025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83" name="Google Shape;783;p48"/>
              <p:cNvCxnSpPr/>
              <p:nvPr/>
            </p:nvCxnSpPr>
            <p:spPr>
              <a:xfrm>
                <a:off x="-471875" y="3184175"/>
                <a:ext cx="174000" cy="174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84" name="Google Shape;784;p48"/>
              <p:cNvCxnSpPr/>
              <p:nvPr/>
            </p:nvCxnSpPr>
            <p:spPr>
              <a:xfrm flipH="1" rot="10800000">
                <a:off x="-471875" y="3358175"/>
                <a:ext cx="174000" cy="174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785" name="Google Shape;785;p48"/>
          <p:cNvGrpSpPr/>
          <p:nvPr/>
        </p:nvGrpSpPr>
        <p:grpSpPr>
          <a:xfrm rot="5400000">
            <a:off x="8079424" y="104713"/>
            <a:ext cx="568987" cy="596813"/>
            <a:chOff x="8555949" y="806163"/>
            <a:chExt cx="568987" cy="596813"/>
          </a:xfrm>
        </p:grpSpPr>
        <p:sp>
          <p:nvSpPr>
            <p:cNvPr id="786" name="Google Shape;786;p48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7" name="Google Shape;787;p48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8" name="Google Shape;788;p48"/>
            <p:cNvSpPr/>
            <p:nvPr/>
          </p:nvSpPr>
          <p:spPr>
            <a:xfrm>
              <a:off x="9031636" y="806163"/>
              <a:ext cx="93300" cy="93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9" name="Google Shape;789;p48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90" name="Google Shape;790;p48"/>
          <p:cNvGrpSpPr/>
          <p:nvPr/>
        </p:nvGrpSpPr>
        <p:grpSpPr>
          <a:xfrm rot="5400000">
            <a:off x="-273432" y="3251019"/>
            <a:ext cx="1238412" cy="385925"/>
            <a:chOff x="8251149" y="734000"/>
            <a:chExt cx="1238412" cy="385925"/>
          </a:xfrm>
        </p:grpSpPr>
        <p:sp>
          <p:nvSpPr>
            <p:cNvPr id="791" name="Google Shape;791;p48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p48"/>
            <p:cNvSpPr/>
            <p:nvPr/>
          </p:nvSpPr>
          <p:spPr>
            <a:xfrm>
              <a:off x="9396261" y="928675"/>
              <a:ext cx="93300" cy="933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3" name="Google Shape;793;p48"/>
            <p:cNvSpPr/>
            <p:nvPr/>
          </p:nvSpPr>
          <p:spPr>
            <a:xfrm>
              <a:off x="9031636" y="806163"/>
              <a:ext cx="93300" cy="93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p48"/>
            <p:cNvSpPr/>
            <p:nvPr/>
          </p:nvSpPr>
          <p:spPr>
            <a:xfrm>
              <a:off x="8251149" y="734000"/>
              <a:ext cx="54900" cy="54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4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797" name="Google Shape;797;p49"/>
          <p:cNvSpPr txBox="1"/>
          <p:nvPr>
            <p:ph idx="1" type="subTitle"/>
          </p:nvPr>
        </p:nvSpPr>
        <p:spPr>
          <a:xfrm>
            <a:off x="937625" y="3025998"/>
            <a:ext cx="2280000" cy="15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798" name="Google Shape;798;p49"/>
          <p:cNvSpPr txBox="1"/>
          <p:nvPr>
            <p:ph idx="2" type="subTitle"/>
          </p:nvPr>
        </p:nvSpPr>
        <p:spPr>
          <a:xfrm>
            <a:off x="3484350" y="3025998"/>
            <a:ext cx="2280000" cy="15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799" name="Google Shape;799;p49"/>
          <p:cNvSpPr txBox="1"/>
          <p:nvPr>
            <p:ph idx="3" type="subTitle"/>
          </p:nvPr>
        </p:nvSpPr>
        <p:spPr>
          <a:xfrm>
            <a:off x="6031075" y="3025998"/>
            <a:ext cx="2280000" cy="15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800" name="Google Shape;800;p49"/>
          <p:cNvSpPr txBox="1"/>
          <p:nvPr>
            <p:ph idx="4" type="subTitle"/>
          </p:nvPr>
        </p:nvSpPr>
        <p:spPr>
          <a:xfrm>
            <a:off x="937625" y="2498300"/>
            <a:ext cx="22800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01" name="Google Shape;801;p49"/>
          <p:cNvSpPr txBox="1"/>
          <p:nvPr>
            <p:ph idx="5" type="subTitle"/>
          </p:nvPr>
        </p:nvSpPr>
        <p:spPr>
          <a:xfrm>
            <a:off x="3484350" y="2498300"/>
            <a:ext cx="22800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02" name="Google Shape;802;p49"/>
          <p:cNvSpPr txBox="1"/>
          <p:nvPr>
            <p:ph idx="6" type="subTitle"/>
          </p:nvPr>
        </p:nvSpPr>
        <p:spPr>
          <a:xfrm>
            <a:off x="6031075" y="2498300"/>
            <a:ext cx="22800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03" name="Google Shape;803;p49"/>
          <p:cNvSpPr/>
          <p:nvPr/>
        </p:nvSpPr>
        <p:spPr>
          <a:xfrm rot="-1526559">
            <a:off x="3115925" y="-1002837"/>
            <a:ext cx="3899407" cy="1865967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804" name="Google Shape;804;p49"/>
          <p:cNvSpPr/>
          <p:nvPr/>
        </p:nvSpPr>
        <p:spPr>
          <a:xfrm rot="3010588">
            <a:off x="8512253" y="153467"/>
            <a:ext cx="1841616" cy="1817660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805" name="Google Shape;805;p49"/>
          <p:cNvSpPr/>
          <p:nvPr/>
        </p:nvSpPr>
        <p:spPr>
          <a:xfrm>
            <a:off x="8571825" y="2421349"/>
            <a:ext cx="416576" cy="104389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6" name="Google Shape;806;p49"/>
          <p:cNvGrpSpPr/>
          <p:nvPr/>
        </p:nvGrpSpPr>
        <p:grpSpPr>
          <a:xfrm>
            <a:off x="107343" y="3811438"/>
            <a:ext cx="416587" cy="596813"/>
            <a:chOff x="8555949" y="806163"/>
            <a:chExt cx="416587" cy="596813"/>
          </a:xfrm>
        </p:grpSpPr>
        <p:sp>
          <p:nvSpPr>
            <p:cNvPr id="807" name="Google Shape;807;p49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8" name="Google Shape;808;p49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9" name="Google Shape;809;p49"/>
            <p:cNvSpPr/>
            <p:nvPr/>
          </p:nvSpPr>
          <p:spPr>
            <a:xfrm>
              <a:off x="8879236" y="806163"/>
              <a:ext cx="93300" cy="93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0" name="Google Shape;810;p49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11" name="Google Shape;811;p49"/>
          <p:cNvSpPr/>
          <p:nvPr/>
        </p:nvSpPr>
        <p:spPr>
          <a:xfrm>
            <a:off x="8845851" y="3427946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2" name="Google Shape;812;p49"/>
          <p:cNvSpPr/>
          <p:nvPr/>
        </p:nvSpPr>
        <p:spPr>
          <a:xfrm>
            <a:off x="-365762" y="2020471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3" name="Google Shape;813;p49"/>
          <p:cNvSpPr/>
          <p:nvPr/>
        </p:nvSpPr>
        <p:spPr>
          <a:xfrm flipH="1" rot="-8100000">
            <a:off x="-524684" y="4314302"/>
            <a:ext cx="2405868" cy="2374571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814" name="Google Shape;814;p49"/>
          <p:cNvSpPr/>
          <p:nvPr/>
        </p:nvSpPr>
        <p:spPr>
          <a:xfrm flipH="1" rot="1461625">
            <a:off x="-1229109" y="-1368174"/>
            <a:ext cx="2405905" cy="2374608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815" name="Google Shape;815;p49"/>
          <p:cNvSpPr/>
          <p:nvPr/>
        </p:nvSpPr>
        <p:spPr>
          <a:xfrm>
            <a:off x="2368413" y="4818321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6" name="Google Shape;816;p49"/>
          <p:cNvSpPr/>
          <p:nvPr/>
        </p:nvSpPr>
        <p:spPr>
          <a:xfrm flipH="1">
            <a:off x="5508603" y="4674573"/>
            <a:ext cx="4114800" cy="1414225"/>
          </a:xfrm>
          <a:custGeom>
            <a:rect b="b" l="l" r="r" t="t"/>
            <a:pathLst>
              <a:path extrusionOk="0" h="56569" w="164592">
                <a:moveTo>
                  <a:pt x="0" y="4277"/>
                </a:moveTo>
                <a:cubicBezTo>
                  <a:pt x="28218" y="-5125"/>
                  <a:pt x="62109" y="3035"/>
                  <a:pt x="88297" y="17136"/>
                </a:cubicBezTo>
                <a:cubicBezTo>
                  <a:pt x="100376" y="23640"/>
                  <a:pt x="110755" y="32907"/>
                  <a:pt x="121730" y="41139"/>
                </a:cubicBezTo>
                <a:cubicBezTo>
                  <a:pt x="127125" y="45186"/>
                  <a:pt x="131533" y="51288"/>
                  <a:pt x="138018" y="53140"/>
                </a:cubicBezTo>
                <a:cubicBezTo>
                  <a:pt x="146606" y="55593"/>
                  <a:pt x="155661" y="56569"/>
                  <a:pt x="164592" y="56569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dash"/>
            <a:round/>
            <a:headEnd len="med" w="med" type="none"/>
            <a:tailEnd len="med" w="med" type="none"/>
          </a:ln>
        </p:spPr>
      </p:sp>
      <p:grpSp>
        <p:nvGrpSpPr>
          <p:cNvPr id="817" name="Google Shape;817;p49"/>
          <p:cNvGrpSpPr/>
          <p:nvPr/>
        </p:nvGrpSpPr>
        <p:grpSpPr>
          <a:xfrm>
            <a:off x="8429268" y="103300"/>
            <a:ext cx="400212" cy="418950"/>
            <a:chOff x="8555949" y="984025"/>
            <a:chExt cx="400212" cy="418950"/>
          </a:xfrm>
        </p:grpSpPr>
        <p:sp>
          <p:nvSpPr>
            <p:cNvPr id="818" name="Google Shape;818;p49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9" name="Google Shape;819;p49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0" name="Google Shape;820;p49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21" name="Google Shape;821;p49"/>
          <p:cNvSpPr/>
          <p:nvPr/>
        </p:nvSpPr>
        <p:spPr>
          <a:xfrm rot="-598330">
            <a:off x="552518" y="782087"/>
            <a:ext cx="152164" cy="190205"/>
          </a:xfrm>
          <a:custGeom>
            <a:rect b="b" l="l" r="r" t="t"/>
            <a:pathLst>
              <a:path extrusionOk="0" h="4276" w="3421">
                <a:moveTo>
                  <a:pt x="1718" y="979"/>
                </a:moveTo>
                <a:cubicBezTo>
                  <a:pt x="2155" y="979"/>
                  <a:pt x="2500" y="1388"/>
                  <a:pt x="2423" y="1864"/>
                </a:cubicBezTo>
                <a:cubicBezTo>
                  <a:pt x="2380" y="2149"/>
                  <a:pt x="2171" y="2380"/>
                  <a:pt x="1908" y="2445"/>
                </a:cubicBezTo>
                <a:cubicBezTo>
                  <a:pt x="1839" y="2466"/>
                  <a:pt x="1772" y="2475"/>
                  <a:pt x="1706" y="2475"/>
                </a:cubicBezTo>
                <a:cubicBezTo>
                  <a:pt x="1275" y="2475"/>
                  <a:pt x="923" y="2066"/>
                  <a:pt x="1009" y="1590"/>
                </a:cubicBezTo>
                <a:cubicBezTo>
                  <a:pt x="1053" y="1305"/>
                  <a:pt x="1261" y="1074"/>
                  <a:pt x="1513" y="1009"/>
                </a:cubicBezTo>
                <a:cubicBezTo>
                  <a:pt x="1583" y="988"/>
                  <a:pt x="1652" y="979"/>
                  <a:pt x="1718" y="979"/>
                </a:cubicBezTo>
                <a:close/>
                <a:moveTo>
                  <a:pt x="1716" y="0"/>
                </a:moveTo>
                <a:cubicBezTo>
                  <a:pt x="1628" y="0"/>
                  <a:pt x="1538" y="7"/>
                  <a:pt x="1447" y="22"/>
                </a:cubicBezTo>
                <a:cubicBezTo>
                  <a:pt x="680" y="143"/>
                  <a:pt x="77" y="823"/>
                  <a:pt x="22" y="1634"/>
                </a:cubicBezTo>
                <a:cubicBezTo>
                  <a:pt x="0" y="2029"/>
                  <a:pt x="99" y="2402"/>
                  <a:pt x="285" y="2697"/>
                </a:cubicBezTo>
                <a:cubicBezTo>
                  <a:pt x="329" y="2774"/>
                  <a:pt x="384" y="2840"/>
                  <a:pt x="439" y="2906"/>
                </a:cubicBezTo>
                <a:lnTo>
                  <a:pt x="1535" y="4144"/>
                </a:lnTo>
                <a:cubicBezTo>
                  <a:pt x="1612" y="4231"/>
                  <a:pt x="1719" y="4275"/>
                  <a:pt x="1828" y="4275"/>
                </a:cubicBezTo>
                <a:cubicBezTo>
                  <a:pt x="1953" y="4275"/>
                  <a:pt x="2078" y="4218"/>
                  <a:pt x="2160" y="4100"/>
                </a:cubicBezTo>
                <a:lnTo>
                  <a:pt x="2840" y="3147"/>
                </a:lnTo>
                <a:cubicBezTo>
                  <a:pt x="2894" y="3048"/>
                  <a:pt x="3016" y="2873"/>
                  <a:pt x="3114" y="2719"/>
                </a:cubicBezTo>
                <a:cubicBezTo>
                  <a:pt x="3311" y="2412"/>
                  <a:pt x="3421" y="2061"/>
                  <a:pt x="3410" y="1700"/>
                </a:cubicBezTo>
                <a:lnTo>
                  <a:pt x="3410" y="1688"/>
                </a:lnTo>
                <a:cubicBezTo>
                  <a:pt x="3370" y="740"/>
                  <a:pt x="2620" y="0"/>
                  <a:pt x="171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2" name="Google Shape;822;p49"/>
          <p:cNvSpPr/>
          <p:nvPr/>
        </p:nvSpPr>
        <p:spPr>
          <a:xfrm flipH="1" rot="598330">
            <a:off x="8417618" y="4402062"/>
            <a:ext cx="152164" cy="190205"/>
          </a:xfrm>
          <a:custGeom>
            <a:rect b="b" l="l" r="r" t="t"/>
            <a:pathLst>
              <a:path extrusionOk="0" h="4276" w="3421">
                <a:moveTo>
                  <a:pt x="1718" y="979"/>
                </a:moveTo>
                <a:cubicBezTo>
                  <a:pt x="2155" y="979"/>
                  <a:pt x="2500" y="1388"/>
                  <a:pt x="2423" y="1864"/>
                </a:cubicBezTo>
                <a:cubicBezTo>
                  <a:pt x="2380" y="2149"/>
                  <a:pt x="2171" y="2380"/>
                  <a:pt x="1908" y="2445"/>
                </a:cubicBezTo>
                <a:cubicBezTo>
                  <a:pt x="1839" y="2466"/>
                  <a:pt x="1772" y="2475"/>
                  <a:pt x="1706" y="2475"/>
                </a:cubicBezTo>
                <a:cubicBezTo>
                  <a:pt x="1275" y="2475"/>
                  <a:pt x="923" y="2066"/>
                  <a:pt x="1009" y="1590"/>
                </a:cubicBezTo>
                <a:cubicBezTo>
                  <a:pt x="1053" y="1305"/>
                  <a:pt x="1261" y="1074"/>
                  <a:pt x="1513" y="1009"/>
                </a:cubicBezTo>
                <a:cubicBezTo>
                  <a:pt x="1583" y="988"/>
                  <a:pt x="1652" y="979"/>
                  <a:pt x="1718" y="979"/>
                </a:cubicBezTo>
                <a:close/>
                <a:moveTo>
                  <a:pt x="1716" y="0"/>
                </a:moveTo>
                <a:cubicBezTo>
                  <a:pt x="1628" y="0"/>
                  <a:pt x="1538" y="7"/>
                  <a:pt x="1447" y="22"/>
                </a:cubicBezTo>
                <a:cubicBezTo>
                  <a:pt x="680" y="143"/>
                  <a:pt x="77" y="823"/>
                  <a:pt x="22" y="1634"/>
                </a:cubicBezTo>
                <a:cubicBezTo>
                  <a:pt x="0" y="2029"/>
                  <a:pt x="99" y="2402"/>
                  <a:pt x="285" y="2697"/>
                </a:cubicBezTo>
                <a:cubicBezTo>
                  <a:pt x="329" y="2774"/>
                  <a:pt x="384" y="2840"/>
                  <a:pt x="439" y="2906"/>
                </a:cubicBezTo>
                <a:lnTo>
                  <a:pt x="1535" y="4144"/>
                </a:lnTo>
                <a:cubicBezTo>
                  <a:pt x="1612" y="4231"/>
                  <a:pt x="1719" y="4275"/>
                  <a:pt x="1828" y="4275"/>
                </a:cubicBezTo>
                <a:cubicBezTo>
                  <a:pt x="1953" y="4275"/>
                  <a:pt x="2078" y="4218"/>
                  <a:pt x="2160" y="4100"/>
                </a:cubicBezTo>
                <a:lnTo>
                  <a:pt x="2840" y="3147"/>
                </a:lnTo>
                <a:cubicBezTo>
                  <a:pt x="2894" y="3048"/>
                  <a:pt x="3016" y="2873"/>
                  <a:pt x="3114" y="2719"/>
                </a:cubicBezTo>
                <a:cubicBezTo>
                  <a:pt x="3311" y="2412"/>
                  <a:pt x="3421" y="2061"/>
                  <a:pt x="3410" y="1700"/>
                </a:cubicBezTo>
                <a:lnTo>
                  <a:pt x="3410" y="1688"/>
                </a:lnTo>
                <a:cubicBezTo>
                  <a:pt x="3370" y="740"/>
                  <a:pt x="2620" y="0"/>
                  <a:pt x="171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5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25" name="Google Shape;825;p50"/>
          <p:cNvSpPr txBox="1"/>
          <p:nvPr>
            <p:ph idx="1" type="subTitle"/>
          </p:nvPr>
        </p:nvSpPr>
        <p:spPr>
          <a:xfrm>
            <a:off x="715200" y="1860450"/>
            <a:ext cx="2507700" cy="8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826" name="Google Shape;826;p50"/>
          <p:cNvSpPr txBox="1"/>
          <p:nvPr>
            <p:ph idx="2" type="subTitle"/>
          </p:nvPr>
        </p:nvSpPr>
        <p:spPr>
          <a:xfrm>
            <a:off x="5916249" y="1860450"/>
            <a:ext cx="2507700" cy="8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827" name="Google Shape;827;p50"/>
          <p:cNvSpPr txBox="1"/>
          <p:nvPr>
            <p:ph idx="3" type="subTitle"/>
          </p:nvPr>
        </p:nvSpPr>
        <p:spPr>
          <a:xfrm>
            <a:off x="715200" y="3672200"/>
            <a:ext cx="2507700" cy="8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828" name="Google Shape;828;p50"/>
          <p:cNvSpPr txBox="1"/>
          <p:nvPr>
            <p:ph idx="4" type="subTitle"/>
          </p:nvPr>
        </p:nvSpPr>
        <p:spPr>
          <a:xfrm>
            <a:off x="5916249" y="3672200"/>
            <a:ext cx="2507700" cy="8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829" name="Google Shape;829;p50"/>
          <p:cNvSpPr txBox="1"/>
          <p:nvPr>
            <p:ph idx="5" type="subTitle"/>
          </p:nvPr>
        </p:nvSpPr>
        <p:spPr>
          <a:xfrm>
            <a:off x="715200" y="1332750"/>
            <a:ext cx="25077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30" name="Google Shape;830;p50"/>
          <p:cNvSpPr txBox="1"/>
          <p:nvPr>
            <p:ph idx="6" type="subTitle"/>
          </p:nvPr>
        </p:nvSpPr>
        <p:spPr>
          <a:xfrm>
            <a:off x="715200" y="3144501"/>
            <a:ext cx="25077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31" name="Google Shape;831;p50"/>
          <p:cNvSpPr txBox="1"/>
          <p:nvPr>
            <p:ph idx="7" type="subTitle"/>
          </p:nvPr>
        </p:nvSpPr>
        <p:spPr>
          <a:xfrm>
            <a:off x="5916225" y="1332750"/>
            <a:ext cx="25077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32" name="Google Shape;832;p50"/>
          <p:cNvSpPr txBox="1"/>
          <p:nvPr>
            <p:ph idx="8" type="subTitle"/>
          </p:nvPr>
        </p:nvSpPr>
        <p:spPr>
          <a:xfrm>
            <a:off x="5916225" y="3144501"/>
            <a:ext cx="25077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33" name="Google Shape;833;p50"/>
          <p:cNvSpPr/>
          <p:nvPr/>
        </p:nvSpPr>
        <p:spPr>
          <a:xfrm flipH="1">
            <a:off x="-1356975" y="-501775"/>
            <a:ext cx="3899475" cy="1866000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rgbClr val="7BB930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834" name="Google Shape;834;p50"/>
          <p:cNvSpPr/>
          <p:nvPr/>
        </p:nvSpPr>
        <p:spPr>
          <a:xfrm flipH="1">
            <a:off x="8616488" y="320525"/>
            <a:ext cx="964387" cy="1748853"/>
          </a:xfrm>
          <a:custGeom>
            <a:rect b="b" l="l" r="r" t="t"/>
            <a:pathLst>
              <a:path extrusionOk="0" h="44975" w="24801">
                <a:moveTo>
                  <a:pt x="0" y="0"/>
                </a:moveTo>
                <a:cubicBezTo>
                  <a:pt x="9939" y="2840"/>
                  <a:pt x="22701" y="8942"/>
                  <a:pt x="24402" y="19138"/>
                </a:cubicBezTo>
                <a:cubicBezTo>
                  <a:pt x="25999" y="28707"/>
                  <a:pt x="19683" y="40640"/>
                  <a:pt x="11004" y="44975"/>
                </a:cubicBezTo>
              </a:path>
            </a:pathLst>
          </a:custGeom>
          <a:noFill/>
          <a:ln cap="flat" cmpd="sng" w="9525">
            <a:solidFill>
              <a:srgbClr val="7BB930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835" name="Google Shape;835;p50"/>
          <p:cNvSpPr/>
          <p:nvPr/>
        </p:nvSpPr>
        <p:spPr>
          <a:xfrm flipH="1" rot="2700000">
            <a:off x="5495848" y="-602314"/>
            <a:ext cx="1119389" cy="1104828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rgbClr val="7BB930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836" name="Google Shape;836;p50"/>
          <p:cNvSpPr/>
          <p:nvPr/>
        </p:nvSpPr>
        <p:spPr>
          <a:xfrm flipH="1" rot="-10799680">
            <a:off x="5118351" y="4587186"/>
            <a:ext cx="4195445" cy="2007256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rgbClr val="7BB930"/>
            </a:solidFill>
            <a:prstDash val="lgDash"/>
            <a:round/>
            <a:headEnd len="med" w="med" type="none"/>
            <a:tailEnd len="med" w="med" type="none"/>
          </a:ln>
        </p:spPr>
      </p:sp>
      <p:grpSp>
        <p:nvGrpSpPr>
          <p:cNvPr id="837" name="Google Shape;837;p50"/>
          <p:cNvGrpSpPr/>
          <p:nvPr/>
        </p:nvGrpSpPr>
        <p:grpSpPr>
          <a:xfrm>
            <a:off x="8458541" y="2362275"/>
            <a:ext cx="400212" cy="418950"/>
            <a:chOff x="8555949" y="984025"/>
            <a:chExt cx="400212" cy="418950"/>
          </a:xfrm>
        </p:grpSpPr>
        <p:sp>
          <p:nvSpPr>
            <p:cNvPr id="838" name="Google Shape;838;p50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rgbClr val="7BB93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9" name="Google Shape;839;p50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rgbClr val="7BB93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0" name="Google Shape;840;p50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rgbClr val="7BB93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41" name="Google Shape;841;p50"/>
          <p:cNvGrpSpPr/>
          <p:nvPr/>
        </p:nvGrpSpPr>
        <p:grpSpPr>
          <a:xfrm>
            <a:off x="135941" y="4198750"/>
            <a:ext cx="416587" cy="596813"/>
            <a:chOff x="8555949" y="806163"/>
            <a:chExt cx="416587" cy="596813"/>
          </a:xfrm>
        </p:grpSpPr>
        <p:sp>
          <p:nvSpPr>
            <p:cNvPr id="842" name="Google Shape;842;p50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rgbClr val="7BB93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3" name="Google Shape;843;p50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rgbClr val="7BB93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4" name="Google Shape;844;p50"/>
            <p:cNvSpPr/>
            <p:nvPr/>
          </p:nvSpPr>
          <p:spPr>
            <a:xfrm>
              <a:off x="8879236" y="806163"/>
              <a:ext cx="93300" cy="93300"/>
            </a:xfrm>
            <a:prstGeom prst="ellipse">
              <a:avLst/>
            </a:prstGeom>
            <a:solidFill>
              <a:srgbClr val="7BB93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5" name="Google Shape;845;p50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rgbClr val="7BB93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6" name="Google Shape;846;p50"/>
          <p:cNvSpPr/>
          <p:nvPr/>
        </p:nvSpPr>
        <p:spPr>
          <a:xfrm flipH="1" rot="-7199939">
            <a:off x="1064415" y="4455831"/>
            <a:ext cx="2895074" cy="2857413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rgbClr val="7BB930"/>
            </a:solidFill>
            <a:prstDash val="lgDash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p5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49" name="Google Shape;849;p51"/>
          <p:cNvSpPr txBox="1"/>
          <p:nvPr>
            <p:ph idx="1" type="subTitle"/>
          </p:nvPr>
        </p:nvSpPr>
        <p:spPr>
          <a:xfrm>
            <a:off x="725575" y="1860450"/>
            <a:ext cx="2365500" cy="8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850" name="Google Shape;850;p51"/>
          <p:cNvSpPr txBox="1"/>
          <p:nvPr>
            <p:ph idx="2" type="subTitle"/>
          </p:nvPr>
        </p:nvSpPr>
        <p:spPr>
          <a:xfrm>
            <a:off x="3394825" y="1860450"/>
            <a:ext cx="2365500" cy="8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851" name="Google Shape;851;p51"/>
          <p:cNvSpPr txBox="1"/>
          <p:nvPr>
            <p:ph idx="3" type="subTitle"/>
          </p:nvPr>
        </p:nvSpPr>
        <p:spPr>
          <a:xfrm>
            <a:off x="725575" y="3672200"/>
            <a:ext cx="2365500" cy="8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852" name="Google Shape;852;p51"/>
          <p:cNvSpPr txBox="1"/>
          <p:nvPr>
            <p:ph idx="4" type="subTitle"/>
          </p:nvPr>
        </p:nvSpPr>
        <p:spPr>
          <a:xfrm>
            <a:off x="3394825" y="3672200"/>
            <a:ext cx="2365500" cy="8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853" name="Google Shape;853;p51"/>
          <p:cNvSpPr txBox="1"/>
          <p:nvPr>
            <p:ph idx="5" type="subTitle"/>
          </p:nvPr>
        </p:nvSpPr>
        <p:spPr>
          <a:xfrm>
            <a:off x="6065271" y="1860450"/>
            <a:ext cx="2365500" cy="8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854" name="Google Shape;854;p51"/>
          <p:cNvSpPr txBox="1"/>
          <p:nvPr>
            <p:ph idx="6" type="subTitle"/>
          </p:nvPr>
        </p:nvSpPr>
        <p:spPr>
          <a:xfrm>
            <a:off x="6065271" y="3672200"/>
            <a:ext cx="2365500" cy="8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855" name="Google Shape;855;p51"/>
          <p:cNvSpPr txBox="1"/>
          <p:nvPr>
            <p:ph idx="7" type="subTitle"/>
          </p:nvPr>
        </p:nvSpPr>
        <p:spPr>
          <a:xfrm>
            <a:off x="725575" y="1332750"/>
            <a:ext cx="2365500" cy="527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56" name="Google Shape;856;p51"/>
          <p:cNvSpPr txBox="1"/>
          <p:nvPr>
            <p:ph idx="8" type="subTitle"/>
          </p:nvPr>
        </p:nvSpPr>
        <p:spPr>
          <a:xfrm>
            <a:off x="3394825" y="1332750"/>
            <a:ext cx="2365500" cy="527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57" name="Google Shape;857;p51"/>
          <p:cNvSpPr txBox="1"/>
          <p:nvPr>
            <p:ph idx="9" type="subTitle"/>
          </p:nvPr>
        </p:nvSpPr>
        <p:spPr>
          <a:xfrm>
            <a:off x="6065271" y="1332750"/>
            <a:ext cx="2365500" cy="527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58" name="Google Shape;858;p51"/>
          <p:cNvSpPr txBox="1"/>
          <p:nvPr>
            <p:ph idx="13" type="subTitle"/>
          </p:nvPr>
        </p:nvSpPr>
        <p:spPr>
          <a:xfrm>
            <a:off x="725575" y="3144500"/>
            <a:ext cx="2365500" cy="527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59" name="Google Shape;859;p51"/>
          <p:cNvSpPr txBox="1"/>
          <p:nvPr>
            <p:ph idx="14" type="subTitle"/>
          </p:nvPr>
        </p:nvSpPr>
        <p:spPr>
          <a:xfrm>
            <a:off x="3394825" y="3144500"/>
            <a:ext cx="2365500" cy="527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60" name="Google Shape;860;p51"/>
          <p:cNvSpPr txBox="1"/>
          <p:nvPr>
            <p:ph idx="15" type="subTitle"/>
          </p:nvPr>
        </p:nvSpPr>
        <p:spPr>
          <a:xfrm>
            <a:off x="6065271" y="3144500"/>
            <a:ext cx="2365500" cy="527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61" name="Google Shape;861;p51"/>
          <p:cNvSpPr/>
          <p:nvPr/>
        </p:nvSpPr>
        <p:spPr>
          <a:xfrm rot="1095117">
            <a:off x="6550927" y="-393669"/>
            <a:ext cx="3899522" cy="1866023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862" name="Google Shape;862;p51"/>
          <p:cNvSpPr/>
          <p:nvPr/>
        </p:nvSpPr>
        <p:spPr>
          <a:xfrm>
            <a:off x="8657284" y="-412225"/>
            <a:ext cx="693775" cy="684750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863" name="Google Shape;863;p51"/>
          <p:cNvSpPr/>
          <p:nvPr/>
        </p:nvSpPr>
        <p:spPr>
          <a:xfrm>
            <a:off x="8719040" y="2807696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64" name="Google Shape;864;p51"/>
          <p:cNvGrpSpPr/>
          <p:nvPr/>
        </p:nvGrpSpPr>
        <p:grpSpPr>
          <a:xfrm>
            <a:off x="8547408" y="3600388"/>
            <a:ext cx="416587" cy="596813"/>
            <a:chOff x="8555949" y="806163"/>
            <a:chExt cx="416587" cy="596813"/>
          </a:xfrm>
        </p:grpSpPr>
        <p:sp>
          <p:nvSpPr>
            <p:cNvPr id="865" name="Google Shape;865;p51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6" name="Google Shape;866;p51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7" name="Google Shape;867;p51"/>
            <p:cNvSpPr/>
            <p:nvPr/>
          </p:nvSpPr>
          <p:spPr>
            <a:xfrm>
              <a:off x="8879236" y="806163"/>
              <a:ext cx="93300" cy="93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8" name="Google Shape;868;p51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69" name="Google Shape;869;p51"/>
          <p:cNvSpPr/>
          <p:nvPr/>
        </p:nvSpPr>
        <p:spPr>
          <a:xfrm>
            <a:off x="-412710" y="1971383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0" name="Google Shape;870;p51"/>
          <p:cNvSpPr/>
          <p:nvPr/>
        </p:nvSpPr>
        <p:spPr>
          <a:xfrm>
            <a:off x="1580765" y="177371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1" name="Google Shape;871;p51"/>
          <p:cNvSpPr/>
          <p:nvPr/>
        </p:nvSpPr>
        <p:spPr>
          <a:xfrm flipH="1" rot="-5400000">
            <a:off x="-1409830" y="3915325"/>
            <a:ext cx="2405873" cy="2374576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872" name="Google Shape;872;p51"/>
          <p:cNvSpPr/>
          <p:nvPr/>
        </p:nvSpPr>
        <p:spPr>
          <a:xfrm flipH="1" rot="-10799680">
            <a:off x="5155618" y="4674761"/>
            <a:ext cx="4195445" cy="2007256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873" name="Google Shape;873;p51"/>
          <p:cNvSpPr/>
          <p:nvPr/>
        </p:nvSpPr>
        <p:spPr>
          <a:xfrm flipH="1" rot="1461625">
            <a:off x="-1143644" y="-1368174"/>
            <a:ext cx="2405905" cy="2374608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grpSp>
        <p:nvGrpSpPr>
          <p:cNvPr id="874" name="Google Shape;874;p51"/>
          <p:cNvGrpSpPr/>
          <p:nvPr/>
        </p:nvGrpSpPr>
        <p:grpSpPr>
          <a:xfrm>
            <a:off x="68984" y="2716038"/>
            <a:ext cx="342461" cy="901613"/>
            <a:chOff x="8630075" y="806163"/>
            <a:chExt cx="342461" cy="901613"/>
          </a:xfrm>
        </p:grpSpPr>
        <p:sp>
          <p:nvSpPr>
            <p:cNvPr id="875" name="Google Shape;875;p51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6" name="Google Shape;876;p51"/>
            <p:cNvSpPr/>
            <p:nvPr/>
          </p:nvSpPr>
          <p:spPr>
            <a:xfrm>
              <a:off x="8862861" y="16144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7" name="Google Shape;877;p51"/>
            <p:cNvSpPr/>
            <p:nvPr/>
          </p:nvSpPr>
          <p:spPr>
            <a:xfrm>
              <a:off x="8879236" y="806163"/>
              <a:ext cx="93300" cy="93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8" name="Google Shape;878;p51"/>
            <p:cNvSpPr/>
            <p:nvPr/>
          </p:nvSpPr>
          <p:spPr>
            <a:xfrm>
              <a:off x="8708349" y="1343600"/>
              <a:ext cx="54900" cy="54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79" name="Google Shape;879;p51"/>
          <p:cNvSpPr/>
          <p:nvPr/>
        </p:nvSpPr>
        <p:spPr>
          <a:xfrm>
            <a:off x="3484190" y="5017508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0" name="Google Shape;880;p51"/>
          <p:cNvSpPr/>
          <p:nvPr/>
        </p:nvSpPr>
        <p:spPr>
          <a:xfrm rot="-598330">
            <a:off x="552518" y="782087"/>
            <a:ext cx="152164" cy="190205"/>
          </a:xfrm>
          <a:custGeom>
            <a:rect b="b" l="l" r="r" t="t"/>
            <a:pathLst>
              <a:path extrusionOk="0" h="4276" w="3421">
                <a:moveTo>
                  <a:pt x="1718" y="979"/>
                </a:moveTo>
                <a:cubicBezTo>
                  <a:pt x="2155" y="979"/>
                  <a:pt x="2500" y="1388"/>
                  <a:pt x="2423" y="1864"/>
                </a:cubicBezTo>
                <a:cubicBezTo>
                  <a:pt x="2380" y="2149"/>
                  <a:pt x="2171" y="2380"/>
                  <a:pt x="1908" y="2445"/>
                </a:cubicBezTo>
                <a:cubicBezTo>
                  <a:pt x="1839" y="2466"/>
                  <a:pt x="1772" y="2475"/>
                  <a:pt x="1706" y="2475"/>
                </a:cubicBezTo>
                <a:cubicBezTo>
                  <a:pt x="1275" y="2475"/>
                  <a:pt x="923" y="2066"/>
                  <a:pt x="1009" y="1590"/>
                </a:cubicBezTo>
                <a:cubicBezTo>
                  <a:pt x="1053" y="1305"/>
                  <a:pt x="1261" y="1074"/>
                  <a:pt x="1513" y="1009"/>
                </a:cubicBezTo>
                <a:cubicBezTo>
                  <a:pt x="1583" y="988"/>
                  <a:pt x="1652" y="979"/>
                  <a:pt x="1718" y="979"/>
                </a:cubicBezTo>
                <a:close/>
                <a:moveTo>
                  <a:pt x="1716" y="0"/>
                </a:moveTo>
                <a:cubicBezTo>
                  <a:pt x="1628" y="0"/>
                  <a:pt x="1538" y="7"/>
                  <a:pt x="1447" y="22"/>
                </a:cubicBezTo>
                <a:cubicBezTo>
                  <a:pt x="680" y="143"/>
                  <a:pt x="77" y="823"/>
                  <a:pt x="22" y="1634"/>
                </a:cubicBezTo>
                <a:cubicBezTo>
                  <a:pt x="0" y="2029"/>
                  <a:pt x="99" y="2402"/>
                  <a:pt x="285" y="2697"/>
                </a:cubicBezTo>
                <a:cubicBezTo>
                  <a:pt x="329" y="2774"/>
                  <a:pt x="384" y="2840"/>
                  <a:pt x="439" y="2906"/>
                </a:cubicBezTo>
                <a:lnTo>
                  <a:pt x="1535" y="4144"/>
                </a:lnTo>
                <a:cubicBezTo>
                  <a:pt x="1612" y="4231"/>
                  <a:pt x="1719" y="4275"/>
                  <a:pt x="1828" y="4275"/>
                </a:cubicBezTo>
                <a:cubicBezTo>
                  <a:pt x="1953" y="4275"/>
                  <a:pt x="2078" y="4218"/>
                  <a:pt x="2160" y="4100"/>
                </a:cubicBezTo>
                <a:lnTo>
                  <a:pt x="2840" y="3147"/>
                </a:lnTo>
                <a:cubicBezTo>
                  <a:pt x="2894" y="3048"/>
                  <a:pt x="3016" y="2873"/>
                  <a:pt x="3114" y="2719"/>
                </a:cubicBezTo>
                <a:cubicBezTo>
                  <a:pt x="3311" y="2412"/>
                  <a:pt x="3421" y="2061"/>
                  <a:pt x="3410" y="1700"/>
                </a:cubicBezTo>
                <a:lnTo>
                  <a:pt x="3410" y="1688"/>
                </a:lnTo>
                <a:cubicBezTo>
                  <a:pt x="3370" y="740"/>
                  <a:pt x="2620" y="0"/>
                  <a:pt x="171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1" name="Google Shape;881;p51"/>
          <p:cNvSpPr/>
          <p:nvPr/>
        </p:nvSpPr>
        <p:spPr>
          <a:xfrm flipH="1" rot="598330">
            <a:off x="8417618" y="4402062"/>
            <a:ext cx="152164" cy="190205"/>
          </a:xfrm>
          <a:custGeom>
            <a:rect b="b" l="l" r="r" t="t"/>
            <a:pathLst>
              <a:path extrusionOk="0" h="4276" w="3421">
                <a:moveTo>
                  <a:pt x="1718" y="979"/>
                </a:moveTo>
                <a:cubicBezTo>
                  <a:pt x="2155" y="979"/>
                  <a:pt x="2500" y="1388"/>
                  <a:pt x="2423" y="1864"/>
                </a:cubicBezTo>
                <a:cubicBezTo>
                  <a:pt x="2380" y="2149"/>
                  <a:pt x="2171" y="2380"/>
                  <a:pt x="1908" y="2445"/>
                </a:cubicBezTo>
                <a:cubicBezTo>
                  <a:pt x="1839" y="2466"/>
                  <a:pt x="1772" y="2475"/>
                  <a:pt x="1706" y="2475"/>
                </a:cubicBezTo>
                <a:cubicBezTo>
                  <a:pt x="1275" y="2475"/>
                  <a:pt x="923" y="2066"/>
                  <a:pt x="1009" y="1590"/>
                </a:cubicBezTo>
                <a:cubicBezTo>
                  <a:pt x="1053" y="1305"/>
                  <a:pt x="1261" y="1074"/>
                  <a:pt x="1513" y="1009"/>
                </a:cubicBezTo>
                <a:cubicBezTo>
                  <a:pt x="1583" y="988"/>
                  <a:pt x="1652" y="979"/>
                  <a:pt x="1718" y="979"/>
                </a:cubicBezTo>
                <a:close/>
                <a:moveTo>
                  <a:pt x="1716" y="0"/>
                </a:moveTo>
                <a:cubicBezTo>
                  <a:pt x="1628" y="0"/>
                  <a:pt x="1538" y="7"/>
                  <a:pt x="1447" y="22"/>
                </a:cubicBezTo>
                <a:cubicBezTo>
                  <a:pt x="680" y="143"/>
                  <a:pt x="77" y="823"/>
                  <a:pt x="22" y="1634"/>
                </a:cubicBezTo>
                <a:cubicBezTo>
                  <a:pt x="0" y="2029"/>
                  <a:pt x="99" y="2402"/>
                  <a:pt x="285" y="2697"/>
                </a:cubicBezTo>
                <a:cubicBezTo>
                  <a:pt x="329" y="2774"/>
                  <a:pt x="384" y="2840"/>
                  <a:pt x="439" y="2906"/>
                </a:cubicBezTo>
                <a:lnTo>
                  <a:pt x="1535" y="4144"/>
                </a:lnTo>
                <a:cubicBezTo>
                  <a:pt x="1612" y="4231"/>
                  <a:pt x="1719" y="4275"/>
                  <a:pt x="1828" y="4275"/>
                </a:cubicBezTo>
                <a:cubicBezTo>
                  <a:pt x="1953" y="4275"/>
                  <a:pt x="2078" y="4218"/>
                  <a:pt x="2160" y="4100"/>
                </a:cubicBezTo>
                <a:lnTo>
                  <a:pt x="2840" y="3147"/>
                </a:lnTo>
                <a:cubicBezTo>
                  <a:pt x="2894" y="3048"/>
                  <a:pt x="3016" y="2873"/>
                  <a:pt x="3114" y="2719"/>
                </a:cubicBezTo>
                <a:cubicBezTo>
                  <a:pt x="3311" y="2412"/>
                  <a:pt x="3421" y="2061"/>
                  <a:pt x="3410" y="1700"/>
                </a:cubicBezTo>
                <a:lnTo>
                  <a:pt x="3410" y="1688"/>
                </a:lnTo>
                <a:cubicBezTo>
                  <a:pt x="3370" y="740"/>
                  <a:pt x="2620" y="0"/>
                  <a:pt x="171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2" name="Google Shape;882;p51"/>
          <p:cNvSpPr/>
          <p:nvPr/>
        </p:nvSpPr>
        <p:spPr>
          <a:xfrm>
            <a:off x="7349528" y="454396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52"/>
          <p:cNvSpPr txBox="1"/>
          <p:nvPr>
            <p:ph hasCustomPrompt="1" type="title"/>
          </p:nvPr>
        </p:nvSpPr>
        <p:spPr>
          <a:xfrm>
            <a:off x="798388" y="2551700"/>
            <a:ext cx="3492600" cy="76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45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85" name="Google Shape;885;p52"/>
          <p:cNvSpPr txBox="1"/>
          <p:nvPr>
            <p:ph idx="1" type="subTitle"/>
          </p:nvPr>
        </p:nvSpPr>
        <p:spPr>
          <a:xfrm>
            <a:off x="798388" y="3509223"/>
            <a:ext cx="34926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86" name="Google Shape;886;p52"/>
          <p:cNvSpPr txBox="1"/>
          <p:nvPr>
            <p:ph hasCustomPrompt="1" idx="2" type="title"/>
          </p:nvPr>
        </p:nvSpPr>
        <p:spPr>
          <a:xfrm>
            <a:off x="2825700" y="840714"/>
            <a:ext cx="3492600" cy="76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45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87" name="Google Shape;887;p52"/>
          <p:cNvSpPr txBox="1"/>
          <p:nvPr>
            <p:ph idx="3" type="subTitle"/>
          </p:nvPr>
        </p:nvSpPr>
        <p:spPr>
          <a:xfrm>
            <a:off x="2825700" y="1615651"/>
            <a:ext cx="34926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88" name="Google Shape;888;p52"/>
          <p:cNvSpPr txBox="1"/>
          <p:nvPr>
            <p:ph hasCustomPrompt="1" idx="4" type="title"/>
          </p:nvPr>
        </p:nvSpPr>
        <p:spPr>
          <a:xfrm>
            <a:off x="4853013" y="2551700"/>
            <a:ext cx="3492600" cy="76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45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89" name="Google Shape;889;p52"/>
          <p:cNvSpPr txBox="1"/>
          <p:nvPr>
            <p:ph idx="5" type="subTitle"/>
          </p:nvPr>
        </p:nvSpPr>
        <p:spPr>
          <a:xfrm>
            <a:off x="4853013" y="3509223"/>
            <a:ext cx="34926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5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92" name="Google Shape;892;p53"/>
          <p:cNvSpPr/>
          <p:nvPr/>
        </p:nvSpPr>
        <p:spPr>
          <a:xfrm flipH="1" rot="598330">
            <a:off x="8417618" y="782087"/>
            <a:ext cx="152164" cy="190205"/>
          </a:xfrm>
          <a:custGeom>
            <a:rect b="b" l="l" r="r" t="t"/>
            <a:pathLst>
              <a:path extrusionOk="0" h="4276" w="3421">
                <a:moveTo>
                  <a:pt x="1718" y="979"/>
                </a:moveTo>
                <a:cubicBezTo>
                  <a:pt x="2155" y="979"/>
                  <a:pt x="2500" y="1388"/>
                  <a:pt x="2423" y="1864"/>
                </a:cubicBezTo>
                <a:cubicBezTo>
                  <a:pt x="2380" y="2149"/>
                  <a:pt x="2171" y="2380"/>
                  <a:pt x="1908" y="2445"/>
                </a:cubicBezTo>
                <a:cubicBezTo>
                  <a:pt x="1839" y="2466"/>
                  <a:pt x="1772" y="2475"/>
                  <a:pt x="1706" y="2475"/>
                </a:cubicBezTo>
                <a:cubicBezTo>
                  <a:pt x="1275" y="2475"/>
                  <a:pt x="923" y="2066"/>
                  <a:pt x="1009" y="1590"/>
                </a:cubicBezTo>
                <a:cubicBezTo>
                  <a:pt x="1053" y="1305"/>
                  <a:pt x="1261" y="1074"/>
                  <a:pt x="1513" y="1009"/>
                </a:cubicBezTo>
                <a:cubicBezTo>
                  <a:pt x="1583" y="988"/>
                  <a:pt x="1652" y="979"/>
                  <a:pt x="1718" y="979"/>
                </a:cubicBezTo>
                <a:close/>
                <a:moveTo>
                  <a:pt x="1716" y="0"/>
                </a:moveTo>
                <a:cubicBezTo>
                  <a:pt x="1628" y="0"/>
                  <a:pt x="1538" y="7"/>
                  <a:pt x="1447" y="22"/>
                </a:cubicBezTo>
                <a:cubicBezTo>
                  <a:pt x="680" y="143"/>
                  <a:pt x="77" y="823"/>
                  <a:pt x="22" y="1634"/>
                </a:cubicBezTo>
                <a:cubicBezTo>
                  <a:pt x="0" y="2029"/>
                  <a:pt x="99" y="2402"/>
                  <a:pt x="285" y="2697"/>
                </a:cubicBezTo>
                <a:cubicBezTo>
                  <a:pt x="329" y="2774"/>
                  <a:pt x="384" y="2840"/>
                  <a:pt x="439" y="2906"/>
                </a:cubicBezTo>
                <a:lnTo>
                  <a:pt x="1535" y="4144"/>
                </a:lnTo>
                <a:cubicBezTo>
                  <a:pt x="1612" y="4231"/>
                  <a:pt x="1719" y="4275"/>
                  <a:pt x="1828" y="4275"/>
                </a:cubicBezTo>
                <a:cubicBezTo>
                  <a:pt x="1953" y="4275"/>
                  <a:pt x="2078" y="4218"/>
                  <a:pt x="2160" y="4100"/>
                </a:cubicBezTo>
                <a:lnTo>
                  <a:pt x="2840" y="3147"/>
                </a:lnTo>
                <a:cubicBezTo>
                  <a:pt x="2894" y="3048"/>
                  <a:pt x="3016" y="2873"/>
                  <a:pt x="3114" y="2719"/>
                </a:cubicBezTo>
                <a:cubicBezTo>
                  <a:pt x="3311" y="2412"/>
                  <a:pt x="3421" y="2061"/>
                  <a:pt x="3410" y="1700"/>
                </a:cubicBezTo>
                <a:lnTo>
                  <a:pt x="3410" y="1688"/>
                </a:lnTo>
                <a:cubicBezTo>
                  <a:pt x="3370" y="740"/>
                  <a:pt x="2620" y="0"/>
                  <a:pt x="171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3" name="Google Shape;893;p53"/>
          <p:cNvSpPr/>
          <p:nvPr/>
        </p:nvSpPr>
        <p:spPr>
          <a:xfrm rot="-598330">
            <a:off x="552518" y="4402062"/>
            <a:ext cx="152164" cy="190205"/>
          </a:xfrm>
          <a:custGeom>
            <a:rect b="b" l="l" r="r" t="t"/>
            <a:pathLst>
              <a:path extrusionOk="0" h="4276" w="3421">
                <a:moveTo>
                  <a:pt x="1718" y="979"/>
                </a:moveTo>
                <a:cubicBezTo>
                  <a:pt x="2155" y="979"/>
                  <a:pt x="2500" y="1388"/>
                  <a:pt x="2423" y="1864"/>
                </a:cubicBezTo>
                <a:cubicBezTo>
                  <a:pt x="2380" y="2149"/>
                  <a:pt x="2171" y="2380"/>
                  <a:pt x="1908" y="2445"/>
                </a:cubicBezTo>
                <a:cubicBezTo>
                  <a:pt x="1839" y="2466"/>
                  <a:pt x="1772" y="2475"/>
                  <a:pt x="1706" y="2475"/>
                </a:cubicBezTo>
                <a:cubicBezTo>
                  <a:pt x="1275" y="2475"/>
                  <a:pt x="923" y="2066"/>
                  <a:pt x="1009" y="1590"/>
                </a:cubicBezTo>
                <a:cubicBezTo>
                  <a:pt x="1053" y="1305"/>
                  <a:pt x="1261" y="1074"/>
                  <a:pt x="1513" y="1009"/>
                </a:cubicBezTo>
                <a:cubicBezTo>
                  <a:pt x="1583" y="988"/>
                  <a:pt x="1652" y="979"/>
                  <a:pt x="1718" y="979"/>
                </a:cubicBezTo>
                <a:close/>
                <a:moveTo>
                  <a:pt x="1716" y="0"/>
                </a:moveTo>
                <a:cubicBezTo>
                  <a:pt x="1628" y="0"/>
                  <a:pt x="1538" y="7"/>
                  <a:pt x="1447" y="22"/>
                </a:cubicBezTo>
                <a:cubicBezTo>
                  <a:pt x="680" y="143"/>
                  <a:pt x="77" y="823"/>
                  <a:pt x="22" y="1634"/>
                </a:cubicBezTo>
                <a:cubicBezTo>
                  <a:pt x="0" y="2029"/>
                  <a:pt x="99" y="2402"/>
                  <a:pt x="285" y="2697"/>
                </a:cubicBezTo>
                <a:cubicBezTo>
                  <a:pt x="329" y="2774"/>
                  <a:pt x="384" y="2840"/>
                  <a:pt x="439" y="2906"/>
                </a:cubicBezTo>
                <a:lnTo>
                  <a:pt x="1535" y="4144"/>
                </a:lnTo>
                <a:cubicBezTo>
                  <a:pt x="1612" y="4231"/>
                  <a:pt x="1719" y="4275"/>
                  <a:pt x="1828" y="4275"/>
                </a:cubicBezTo>
                <a:cubicBezTo>
                  <a:pt x="1953" y="4275"/>
                  <a:pt x="2078" y="4218"/>
                  <a:pt x="2160" y="4100"/>
                </a:cubicBezTo>
                <a:lnTo>
                  <a:pt x="2840" y="3147"/>
                </a:lnTo>
                <a:cubicBezTo>
                  <a:pt x="2894" y="3048"/>
                  <a:pt x="3016" y="2873"/>
                  <a:pt x="3114" y="2719"/>
                </a:cubicBezTo>
                <a:cubicBezTo>
                  <a:pt x="3311" y="2412"/>
                  <a:pt x="3421" y="2061"/>
                  <a:pt x="3410" y="1700"/>
                </a:cubicBezTo>
                <a:lnTo>
                  <a:pt x="3410" y="1688"/>
                </a:lnTo>
                <a:cubicBezTo>
                  <a:pt x="3370" y="740"/>
                  <a:pt x="2620" y="0"/>
                  <a:pt x="171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4" name="Google Shape;894;p53"/>
          <p:cNvSpPr/>
          <p:nvPr/>
        </p:nvSpPr>
        <p:spPr>
          <a:xfrm flipH="1" rot="-1095117">
            <a:off x="-1255957" y="-393669"/>
            <a:ext cx="3899522" cy="1866023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895" name="Google Shape;895;p53"/>
          <p:cNvSpPr/>
          <p:nvPr/>
        </p:nvSpPr>
        <p:spPr>
          <a:xfrm flipH="1">
            <a:off x="-156566" y="-412225"/>
            <a:ext cx="693775" cy="684750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896" name="Google Shape;896;p53"/>
          <p:cNvSpPr/>
          <p:nvPr/>
        </p:nvSpPr>
        <p:spPr>
          <a:xfrm flipH="1">
            <a:off x="-203741" y="2807696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97" name="Google Shape;897;p53"/>
          <p:cNvGrpSpPr/>
          <p:nvPr/>
        </p:nvGrpSpPr>
        <p:grpSpPr>
          <a:xfrm flipH="1">
            <a:off x="154298" y="3600388"/>
            <a:ext cx="416587" cy="596813"/>
            <a:chOff x="8555949" y="806163"/>
            <a:chExt cx="416587" cy="596813"/>
          </a:xfrm>
        </p:grpSpPr>
        <p:sp>
          <p:nvSpPr>
            <p:cNvPr id="898" name="Google Shape;898;p53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9" name="Google Shape;899;p53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0" name="Google Shape;900;p53"/>
            <p:cNvSpPr/>
            <p:nvPr/>
          </p:nvSpPr>
          <p:spPr>
            <a:xfrm>
              <a:off x="8879236" y="806163"/>
              <a:ext cx="93300" cy="93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1" name="Google Shape;901;p53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02" name="Google Shape;902;p53"/>
          <p:cNvSpPr/>
          <p:nvPr/>
        </p:nvSpPr>
        <p:spPr>
          <a:xfrm flipH="1">
            <a:off x="8585109" y="1187496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3" name="Google Shape;903;p53"/>
          <p:cNvSpPr/>
          <p:nvPr/>
        </p:nvSpPr>
        <p:spPr>
          <a:xfrm flipH="1">
            <a:off x="6934534" y="177371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4" name="Google Shape;904;p53"/>
          <p:cNvSpPr/>
          <p:nvPr/>
        </p:nvSpPr>
        <p:spPr>
          <a:xfrm rot="5400000">
            <a:off x="8198450" y="3915325"/>
            <a:ext cx="2405873" cy="2374576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905" name="Google Shape;905;p53"/>
          <p:cNvSpPr/>
          <p:nvPr/>
        </p:nvSpPr>
        <p:spPr>
          <a:xfrm rot="10799680">
            <a:off x="-156571" y="4674761"/>
            <a:ext cx="4195445" cy="2007256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906" name="Google Shape;906;p53"/>
          <p:cNvSpPr/>
          <p:nvPr/>
        </p:nvSpPr>
        <p:spPr>
          <a:xfrm rot="-1461625">
            <a:off x="7932232" y="-1368174"/>
            <a:ext cx="2405905" cy="2374608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grpSp>
        <p:nvGrpSpPr>
          <p:cNvPr id="907" name="Google Shape;907;p53"/>
          <p:cNvGrpSpPr/>
          <p:nvPr/>
        </p:nvGrpSpPr>
        <p:grpSpPr>
          <a:xfrm flipH="1">
            <a:off x="8542223" y="1561163"/>
            <a:ext cx="416587" cy="596813"/>
            <a:chOff x="8555949" y="806163"/>
            <a:chExt cx="416587" cy="596813"/>
          </a:xfrm>
        </p:grpSpPr>
        <p:sp>
          <p:nvSpPr>
            <p:cNvPr id="908" name="Google Shape;908;p53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9" name="Google Shape;909;p53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0" name="Google Shape;910;p53"/>
            <p:cNvSpPr/>
            <p:nvPr/>
          </p:nvSpPr>
          <p:spPr>
            <a:xfrm>
              <a:off x="8879236" y="806163"/>
              <a:ext cx="93300" cy="93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1" name="Google Shape;911;p53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12" name="Google Shape;912;p53"/>
          <p:cNvSpPr/>
          <p:nvPr/>
        </p:nvSpPr>
        <p:spPr>
          <a:xfrm flipH="1">
            <a:off x="5031109" y="5017508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1_1"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p5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915" name="Google Shape;915;p54"/>
          <p:cNvSpPr/>
          <p:nvPr/>
        </p:nvSpPr>
        <p:spPr>
          <a:xfrm>
            <a:off x="6595800" y="-501775"/>
            <a:ext cx="3899475" cy="1866000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916" name="Google Shape;916;p54"/>
          <p:cNvSpPr/>
          <p:nvPr/>
        </p:nvSpPr>
        <p:spPr>
          <a:xfrm>
            <a:off x="-442575" y="320525"/>
            <a:ext cx="964387" cy="1748853"/>
          </a:xfrm>
          <a:custGeom>
            <a:rect b="b" l="l" r="r" t="t"/>
            <a:pathLst>
              <a:path extrusionOk="0" h="44975" w="24801">
                <a:moveTo>
                  <a:pt x="0" y="0"/>
                </a:moveTo>
                <a:cubicBezTo>
                  <a:pt x="9939" y="2840"/>
                  <a:pt x="22701" y="8942"/>
                  <a:pt x="24402" y="19138"/>
                </a:cubicBezTo>
                <a:cubicBezTo>
                  <a:pt x="25999" y="28707"/>
                  <a:pt x="19683" y="40640"/>
                  <a:pt x="11004" y="44975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917" name="Google Shape;917;p54"/>
          <p:cNvSpPr/>
          <p:nvPr/>
        </p:nvSpPr>
        <p:spPr>
          <a:xfrm rot="-2700000">
            <a:off x="2523063" y="-602314"/>
            <a:ext cx="1119389" cy="1104828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918" name="Google Shape;918;p54"/>
          <p:cNvSpPr/>
          <p:nvPr/>
        </p:nvSpPr>
        <p:spPr>
          <a:xfrm rot="10799680">
            <a:off x="-175496" y="4587186"/>
            <a:ext cx="4195445" cy="2007256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919" name="Google Shape;919;p54"/>
          <p:cNvSpPr/>
          <p:nvPr/>
        </p:nvSpPr>
        <p:spPr>
          <a:xfrm>
            <a:off x="1254027" y="226549"/>
            <a:ext cx="588829" cy="147316"/>
          </a:xfrm>
          <a:custGeom>
            <a:rect b="b" l="l" r="r" t="t"/>
            <a:pathLst>
              <a:path extrusionOk="0" h="1358" w="5428">
                <a:moveTo>
                  <a:pt x="3524" y="0"/>
                </a:moveTo>
                <a:cubicBezTo>
                  <a:pt x="3201" y="0"/>
                  <a:pt x="2890" y="197"/>
                  <a:pt x="2752" y="481"/>
                </a:cubicBezTo>
                <a:cubicBezTo>
                  <a:pt x="2587" y="352"/>
                  <a:pt x="2379" y="286"/>
                  <a:pt x="2173" y="286"/>
                </a:cubicBezTo>
                <a:cubicBezTo>
                  <a:pt x="2079" y="286"/>
                  <a:pt x="1986" y="300"/>
                  <a:pt x="1897" y="327"/>
                </a:cubicBezTo>
                <a:cubicBezTo>
                  <a:pt x="1601" y="426"/>
                  <a:pt x="1371" y="678"/>
                  <a:pt x="1294" y="963"/>
                </a:cubicBezTo>
                <a:cubicBezTo>
                  <a:pt x="1149" y="810"/>
                  <a:pt x="937" y="722"/>
                  <a:pt x="726" y="722"/>
                </a:cubicBezTo>
                <a:cubicBezTo>
                  <a:pt x="666" y="722"/>
                  <a:pt x="607" y="729"/>
                  <a:pt x="548" y="744"/>
                </a:cubicBezTo>
                <a:cubicBezTo>
                  <a:pt x="285" y="820"/>
                  <a:pt x="66" y="1040"/>
                  <a:pt x="0" y="1303"/>
                </a:cubicBezTo>
                <a:lnTo>
                  <a:pt x="5416" y="1358"/>
                </a:lnTo>
                <a:cubicBezTo>
                  <a:pt x="5428" y="1105"/>
                  <a:pt x="5296" y="842"/>
                  <a:pt x="5077" y="711"/>
                </a:cubicBezTo>
                <a:cubicBezTo>
                  <a:pt x="4972" y="648"/>
                  <a:pt x="4849" y="617"/>
                  <a:pt x="4726" y="617"/>
                </a:cubicBezTo>
                <a:cubicBezTo>
                  <a:pt x="4592" y="617"/>
                  <a:pt x="4456" y="653"/>
                  <a:pt x="4342" y="722"/>
                </a:cubicBezTo>
                <a:cubicBezTo>
                  <a:pt x="4287" y="360"/>
                  <a:pt x="3991" y="64"/>
                  <a:pt x="3640" y="9"/>
                </a:cubicBezTo>
                <a:cubicBezTo>
                  <a:pt x="3601" y="3"/>
                  <a:pt x="3563" y="0"/>
                  <a:pt x="352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0" name="Google Shape;920;p54"/>
          <p:cNvSpPr/>
          <p:nvPr/>
        </p:nvSpPr>
        <p:spPr>
          <a:xfrm>
            <a:off x="8743477" y="2621449"/>
            <a:ext cx="588829" cy="147316"/>
          </a:xfrm>
          <a:custGeom>
            <a:rect b="b" l="l" r="r" t="t"/>
            <a:pathLst>
              <a:path extrusionOk="0" h="1358" w="5428">
                <a:moveTo>
                  <a:pt x="3524" y="0"/>
                </a:moveTo>
                <a:cubicBezTo>
                  <a:pt x="3201" y="0"/>
                  <a:pt x="2890" y="197"/>
                  <a:pt x="2752" y="481"/>
                </a:cubicBezTo>
                <a:cubicBezTo>
                  <a:pt x="2587" y="352"/>
                  <a:pt x="2379" y="286"/>
                  <a:pt x="2173" y="286"/>
                </a:cubicBezTo>
                <a:cubicBezTo>
                  <a:pt x="2079" y="286"/>
                  <a:pt x="1986" y="300"/>
                  <a:pt x="1897" y="327"/>
                </a:cubicBezTo>
                <a:cubicBezTo>
                  <a:pt x="1601" y="426"/>
                  <a:pt x="1371" y="678"/>
                  <a:pt x="1294" y="963"/>
                </a:cubicBezTo>
                <a:cubicBezTo>
                  <a:pt x="1149" y="810"/>
                  <a:pt x="937" y="722"/>
                  <a:pt x="726" y="722"/>
                </a:cubicBezTo>
                <a:cubicBezTo>
                  <a:pt x="666" y="722"/>
                  <a:pt x="607" y="729"/>
                  <a:pt x="548" y="744"/>
                </a:cubicBezTo>
                <a:cubicBezTo>
                  <a:pt x="285" y="820"/>
                  <a:pt x="66" y="1040"/>
                  <a:pt x="0" y="1303"/>
                </a:cubicBezTo>
                <a:lnTo>
                  <a:pt x="5416" y="1358"/>
                </a:lnTo>
                <a:cubicBezTo>
                  <a:pt x="5428" y="1105"/>
                  <a:pt x="5296" y="842"/>
                  <a:pt x="5077" y="711"/>
                </a:cubicBezTo>
                <a:cubicBezTo>
                  <a:pt x="4972" y="648"/>
                  <a:pt x="4849" y="617"/>
                  <a:pt x="4726" y="617"/>
                </a:cubicBezTo>
                <a:cubicBezTo>
                  <a:pt x="4592" y="617"/>
                  <a:pt x="4456" y="653"/>
                  <a:pt x="4342" y="722"/>
                </a:cubicBezTo>
                <a:cubicBezTo>
                  <a:pt x="4287" y="360"/>
                  <a:pt x="3991" y="64"/>
                  <a:pt x="3640" y="9"/>
                </a:cubicBezTo>
                <a:cubicBezTo>
                  <a:pt x="3601" y="3"/>
                  <a:pt x="3563" y="0"/>
                  <a:pt x="352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1" name="Google Shape;921;p54"/>
          <p:cNvSpPr/>
          <p:nvPr/>
        </p:nvSpPr>
        <p:spPr>
          <a:xfrm>
            <a:off x="6286757" y="215108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2" name="Google Shape;922;p54"/>
          <p:cNvSpPr/>
          <p:nvPr/>
        </p:nvSpPr>
        <p:spPr>
          <a:xfrm>
            <a:off x="3747677" y="4996186"/>
            <a:ext cx="588829" cy="147316"/>
          </a:xfrm>
          <a:custGeom>
            <a:rect b="b" l="l" r="r" t="t"/>
            <a:pathLst>
              <a:path extrusionOk="0" h="1358" w="5428">
                <a:moveTo>
                  <a:pt x="3524" y="0"/>
                </a:moveTo>
                <a:cubicBezTo>
                  <a:pt x="3201" y="0"/>
                  <a:pt x="2890" y="197"/>
                  <a:pt x="2752" y="481"/>
                </a:cubicBezTo>
                <a:cubicBezTo>
                  <a:pt x="2587" y="352"/>
                  <a:pt x="2379" y="286"/>
                  <a:pt x="2173" y="286"/>
                </a:cubicBezTo>
                <a:cubicBezTo>
                  <a:pt x="2079" y="286"/>
                  <a:pt x="1986" y="300"/>
                  <a:pt x="1897" y="327"/>
                </a:cubicBezTo>
                <a:cubicBezTo>
                  <a:pt x="1601" y="426"/>
                  <a:pt x="1371" y="678"/>
                  <a:pt x="1294" y="963"/>
                </a:cubicBezTo>
                <a:cubicBezTo>
                  <a:pt x="1149" y="810"/>
                  <a:pt x="937" y="722"/>
                  <a:pt x="726" y="722"/>
                </a:cubicBezTo>
                <a:cubicBezTo>
                  <a:pt x="666" y="722"/>
                  <a:pt x="607" y="729"/>
                  <a:pt x="548" y="744"/>
                </a:cubicBezTo>
                <a:cubicBezTo>
                  <a:pt x="285" y="820"/>
                  <a:pt x="66" y="1040"/>
                  <a:pt x="0" y="1303"/>
                </a:cubicBezTo>
                <a:lnTo>
                  <a:pt x="5416" y="1358"/>
                </a:lnTo>
                <a:cubicBezTo>
                  <a:pt x="5428" y="1105"/>
                  <a:pt x="5296" y="842"/>
                  <a:pt x="5077" y="711"/>
                </a:cubicBezTo>
                <a:cubicBezTo>
                  <a:pt x="4972" y="648"/>
                  <a:pt x="4849" y="617"/>
                  <a:pt x="4726" y="617"/>
                </a:cubicBezTo>
                <a:cubicBezTo>
                  <a:pt x="4592" y="617"/>
                  <a:pt x="4456" y="653"/>
                  <a:pt x="4342" y="722"/>
                </a:cubicBezTo>
                <a:cubicBezTo>
                  <a:pt x="4287" y="360"/>
                  <a:pt x="3991" y="64"/>
                  <a:pt x="3640" y="9"/>
                </a:cubicBezTo>
                <a:cubicBezTo>
                  <a:pt x="3601" y="3"/>
                  <a:pt x="3563" y="0"/>
                  <a:pt x="352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3" name="Google Shape;923;p54"/>
          <p:cNvSpPr/>
          <p:nvPr/>
        </p:nvSpPr>
        <p:spPr>
          <a:xfrm>
            <a:off x="-175498" y="3254536"/>
            <a:ext cx="588829" cy="147316"/>
          </a:xfrm>
          <a:custGeom>
            <a:rect b="b" l="l" r="r" t="t"/>
            <a:pathLst>
              <a:path extrusionOk="0" h="1358" w="5428">
                <a:moveTo>
                  <a:pt x="3524" y="0"/>
                </a:moveTo>
                <a:cubicBezTo>
                  <a:pt x="3201" y="0"/>
                  <a:pt x="2890" y="197"/>
                  <a:pt x="2752" y="481"/>
                </a:cubicBezTo>
                <a:cubicBezTo>
                  <a:pt x="2587" y="352"/>
                  <a:pt x="2379" y="286"/>
                  <a:pt x="2173" y="286"/>
                </a:cubicBezTo>
                <a:cubicBezTo>
                  <a:pt x="2079" y="286"/>
                  <a:pt x="1986" y="300"/>
                  <a:pt x="1897" y="327"/>
                </a:cubicBezTo>
                <a:cubicBezTo>
                  <a:pt x="1601" y="426"/>
                  <a:pt x="1371" y="678"/>
                  <a:pt x="1294" y="963"/>
                </a:cubicBezTo>
                <a:cubicBezTo>
                  <a:pt x="1149" y="810"/>
                  <a:pt x="937" y="722"/>
                  <a:pt x="726" y="722"/>
                </a:cubicBezTo>
                <a:cubicBezTo>
                  <a:pt x="666" y="722"/>
                  <a:pt x="607" y="729"/>
                  <a:pt x="548" y="744"/>
                </a:cubicBezTo>
                <a:cubicBezTo>
                  <a:pt x="285" y="820"/>
                  <a:pt x="66" y="1040"/>
                  <a:pt x="0" y="1303"/>
                </a:cubicBezTo>
                <a:lnTo>
                  <a:pt x="5416" y="1358"/>
                </a:lnTo>
                <a:cubicBezTo>
                  <a:pt x="5428" y="1105"/>
                  <a:pt x="5296" y="842"/>
                  <a:pt x="5077" y="711"/>
                </a:cubicBezTo>
                <a:cubicBezTo>
                  <a:pt x="4972" y="648"/>
                  <a:pt x="4849" y="617"/>
                  <a:pt x="4726" y="617"/>
                </a:cubicBezTo>
                <a:cubicBezTo>
                  <a:pt x="4592" y="617"/>
                  <a:pt x="4456" y="653"/>
                  <a:pt x="4342" y="722"/>
                </a:cubicBezTo>
                <a:cubicBezTo>
                  <a:pt x="4287" y="360"/>
                  <a:pt x="3991" y="64"/>
                  <a:pt x="3640" y="9"/>
                </a:cubicBezTo>
                <a:cubicBezTo>
                  <a:pt x="3601" y="3"/>
                  <a:pt x="3563" y="0"/>
                  <a:pt x="352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24" name="Google Shape;924;p54"/>
          <p:cNvGrpSpPr/>
          <p:nvPr/>
        </p:nvGrpSpPr>
        <p:grpSpPr>
          <a:xfrm rot="5400000">
            <a:off x="8418693" y="3907744"/>
            <a:ext cx="1238412" cy="385925"/>
            <a:chOff x="8251149" y="734000"/>
            <a:chExt cx="1238412" cy="385925"/>
          </a:xfrm>
        </p:grpSpPr>
        <p:sp>
          <p:nvSpPr>
            <p:cNvPr id="925" name="Google Shape;925;p54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6" name="Google Shape;926;p54"/>
            <p:cNvSpPr/>
            <p:nvPr/>
          </p:nvSpPr>
          <p:spPr>
            <a:xfrm>
              <a:off x="9396261" y="928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7" name="Google Shape;927;p54"/>
            <p:cNvSpPr/>
            <p:nvPr/>
          </p:nvSpPr>
          <p:spPr>
            <a:xfrm>
              <a:off x="9031636" y="806163"/>
              <a:ext cx="93300" cy="93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8" name="Google Shape;928;p54"/>
            <p:cNvSpPr/>
            <p:nvPr/>
          </p:nvSpPr>
          <p:spPr>
            <a:xfrm>
              <a:off x="8251149" y="734000"/>
              <a:ext cx="54900" cy="54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29" name="Google Shape;929;p54"/>
          <p:cNvGrpSpPr/>
          <p:nvPr/>
        </p:nvGrpSpPr>
        <p:grpSpPr>
          <a:xfrm flipH="1">
            <a:off x="279548" y="2362275"/>
            <a:ext cx="400212" cy="418950"/>
            <a:chOff x="8555949" y="984025"/>
            <a:chExt cx="400212" cy="418950"/>
          </a:xfrm>
        </p:grpSpPr>
        <p:sp>
          <p:nvSpPr>
            <p:cNvPr id="930" name="Google Shape;930;p54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1" name="Google Shape;931;p54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2" name="Google Shape;932;p54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33" name="Google Shape;933;p54"/>
          <p:cNvGrpSpPr/>
          <p:nvPr/>
        </p:nvGrpSpPr>
        <p:grpSpPr>
          <a:xfrm flipH="1">
            <a:off x="8542223" y="1561163"/>
            <a:ext cx="416587" cy="596813"/>
            <a:chOff x="8555949" y="806163"/>
            <a:chExt cx="416587" cy="596813"/>
          </a:xfrm>
        </p:grpSpPr>
        <p:sp>
          <p:nvSpPr>
            <p:cNvPr id="934" name="Google Shape;934;p54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5" name="Google Shape;935;p54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6" name="Google Shape;936;p54"/>
            <p:cNvSpPr/>
            <p:nvPr/>
          </p:nvSpPr>
          <p:spPr>
            <a:xfrm>
              <a:off x="8879236" y="806163"/>
              <a:ext cx="93300" cy="93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7" name="Google Shape;937;p54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8" name="Google Shape;938;p54"/>
          <p:cNvSpPr/>
          <p:nvPr/>
        </p:nvSpPr>
        <p:spPr>
          <a:xfrm flipH="1" rot="598330">
            <a:off x="8417618" y="782087"/>
            <a:ext cx="152164" cy="190205"/>
          </a:xfrm>
          <a:custGeom>
            <a:rect b="b" l="l" r="r" t="t"/>
            <a:pathLst>
              <a:path extrusionOk="0" h="4276" w="3421">
                <a:moveTo>
                  <a:pt x="1718" y="979"/>
                </a:moveTo>
                <a:cubicBezTo>
                  <a:pt x="2155" y="979"/>
                  <a:pt x="2500" y="1388"/>
                  <a:pt x="2423" y="1864"/>
                </a:cubicBezTo>
                <a:cubicBezTo>
                  <a:pt x="2380" y="2149"/>
                  <a:pt x="2171" y="2380"/>
                  <a:pt x="1908" y="2445"/>
                </a:cubicBezTo>
                <a:cubicBezTo>
                  <a:pt x="1839" y="2466"/>
                  <a:pt x="1772" y="2475"/>
                  <a:pt x="1706" y="2475"/>
                </a:cubicBezTo>
                <a:cubicBezTo>
                  <a:pt x="1275" y="2475"/>
                  <a:pt x="923" y="2066"/>
                  <a:pt x="1009" y="1590"/>
                </a:cubicBezTo>
                <a:cubicBezTo>
                  <a:pt x="1053" y="1305"/>
                  <a:pt x="1261" y="1074"/>
                  <a:pt x="1513" y="1009"/>
                </a:cubicBezTo>
                <a:cubicBezTo>
                  <a:pt x="1583" y="988"/>
                  <a:pt x="1652" y="979"/>
                  <a:pt x="1718" y="979"/>
                </a:cubicBezTo>
                <a:close/>
                <a:moveTo>
                  <a:pt x="1716" y="0"/>
                </a:moveTo>
                <a:cubicBezTo>
                  <a:pt x="1628" y="0"/>
                  <a:pt x="1538" y="7"/>
                  <a:pt x="1447" y="22"/>
                </a:cubicBezTo>
                <a:cubicBezTo>
                  <a:pt x="680" y="143"/>
                  <a:pt x="77" y="823"/>
                  <a:pt x="22" y="1634"/>
                </a:cubicBezTo>
                <a:cubicBezTo>
                  <a:pt x="0" y="2029"/>
                  <a:pt x="99" y="2402"/>
                  <a:pt x="285" y="2697"/>
                </a:cubicBezTo>
                <a:cubicBezTo>
                  <a:pt x="329" y="2774"/>
                  <a:pt x="384" y="2840"/>
                  <a:pt x="439" y="2906"/>
                </a:cubicBezTo>
                <a:lnTo>
                  <a:pt x="1535" y="4144"/>
                </a:lnTo>
                <a:cubicBezTo>
                  <a:pt x="1612" y="4231"/>
                  <a:pt x="1719" y="4275"/>
                  <a:pt x="1828" y="4275"/>
                </a:cubicBezTo>
                <a:cubicBezTo>
                  <a:pt x="1953" y="4275"/>
                  <a:pt x="2078" y="4218"/>
                  <a:pt x="2160" y="4100"/>
                </a:cubicBezTo>
                <a:lnTo>
                  <a:pt x="2840" y="3147"/>
                </a:lnTo>
                <a:cubicBezTo>
                  <a:pt x="2894" y="3048"/>
                  <a:pt x="3016" y="2873"/>
                  <a:pt x="3114" y="2719"/>
                </a:cubicBezTo>
                <a:cubicBezTo>
                  <a:pt x="3311" y="2412"/>
                  <a:pt x="3421" y="2061"/>
                  <a:pt x="3410" y="1700"/>
                </a:cubicBezTo>
                <a:lnTo>
                  <a:pt x="3410" y="1688"/>
                </a:lnTo>
                <a:cubicBezTo>
                  <a:pt x="3370" y="740"/>
                  <a:pt x="2620" y="0"/>
                  <a:pt x="171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9" name="Google Shape;939;p54"/>
          <p:cNvSpPr/>
          <p:nvPr/>
        </p:nvSpPr>
        <p:spPr>
          <a:xfrm rot="-598330">
            <a:off x="552518" y="4402062"/>
            <a:ext cx="152164" cy="190205"/>
          </a:xfrm>
          <a:custGeom>
            <a:rect b="b" l="l" r="r" t="t"/>
            <a:pathLst>
              <a:path extrusionOk="0" h="4276" w="3421">
                <a:moveTo>
                  <a:pt x="1718" y="979"/>
                </a:moveTo>
                <a:cubicBezTo>
                  <a:pt x="2155" y="979"/>
                  <a:pt x="2500" y="1388"/>
                  <a:pt x="2423" y="1864"/>
                </a:cubicBezTo>
                <a:cubicBezTo>
                  <a:pt x="2380" y="2149"/>
                  <a:pt x="2171" y="2380"/>
                  <a:pt x="1908" y="2445"/>
                </a:cubicBezTo>
                <a:cubicBezTo>
                  <a:pt x="1839" y="2466"/>
                  <a:pt x="1772" y="2475"/>
                  <a:pt x="1706" y="2475"/>
                </a:cubicBezTo>
                <a:cubicBezTo>
                  <a:pt x="1275" y="2475"/>
                  <a:pt x="923" y="2066"/>
                  <a:pt x="1009" y="1590"/>
                </a:cubicBezTo>
                <a:cubicBezTo>
                  <a:pt x="1053" y="1305"/>
                  <a:pt x="1261" y="1074"/>
                  <a:pt x="1513" y="1009"/>
                </a:cubicBezTo>
                <a:cubicBezTo>
                  <a:pt x="1583" y="988"/>
                  <a:pt x="1652" y="979"/>
                  <a:pt x="1718" y="979"/>
                </a:cubicBezTo>
                <a:close/>
                <a:moveTo>
                  <a:pt x="1716" y="0"/>
                </a:moveTo>
                <a:cubicBezTo>
                  <a:pt x="1628" y="0"/>
                  <a:pt x="1538" y="7"/>
                  <a:pt x="1447" y="22"/>
                </a:cubicBezTo>
                <a:cubicBezTo>
                  <a:pt x="680" y="143"/>
                  <a:pt x="77" y="823"/>
                  <a:pt x="22" y="1634"/>
                </a:cubicBezTo>
                <a:cubicBezTo>
                  <a:pt x="0" y="2029"/>
                  <a:pt x="99" y="2402"/>
                  <a:pt x="285" y="2697"/>
                </a:cubicBezTo>
                <a:cubicBezTo>
                  <a:pt x="329" y="2774"/>
                  <a:pt x="384" y="2840"/>
                  <a:pt x="439" y="2906"/>
                </a:cubicBezTo>
                <a:lnTo>
                  <a:pt x="1535" y="4144"/>
                </a:lnTo>
                <a:cubicBezTo>
                  <a:pt x="1612" y="4231"/>
                  <a:pt x="1719" y="4275"/>
                  <a:pt x="1828" y="4275"/>
                </a:cubicBezTo>
                <a:cubicBezTo>
                  <a:pt x="1953" y="4275"/>
                  <a:pt x="2078" y="4218"/>
                  <a:pt x="2160" y="4100"/>
                </a:cubicBezTo>
                <a:lnTo>
                  <a:pt x="2840" y="3147"/>
                </a:lnTo>
                <a:cubicBezTo>
                  <a:pt x="2894" y="3048"/>
                  <a:pt x="3016" y="2873"/>
                  <a:pt x="3114" y="2719"/>
                </a:cubicBezTo>
                <a:cubicBezTo>
                  <a:pt x="3311" y="2412"/>
                  <a:pt x="3421" y="2061"/>
                  <a:pt x="3410" y="1700"/>
                </a:cubicBezTo>
                <a:lnTo>
                  <a:pt x="3410" y="1688"/>
                </a:lnTo>
                <a:cubicBezTo>
                  <a:pt x="3370" y="740"/>
                  <a:pt x="2620" y="0"/>
                  <a:pt x="171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40" name="Google Shape;940;p54"/>
          <p:cNvGrpSpPr/>
          <p:nvPr/>
        </p:nvGrpSpPr>
        <p:grpSpPr>
          <a:xfrm>
            <a:off x="8402289" y="4373147"/>
            <a:ext cx="461594" cy="461695"/>
            <a:chOff x="3601725" y="3116375"/>
            <a:chExt cx="253275" cy="253400"/>
          </a:xfrm>
        </p:grpSpPr>
        <p:sp>
          <p:nvSpPr>
            <p:cNvPr id="941" name="Google Shape;941;p54"/>
            <p:cNvSpPr/>
            <p:nvPr/>
          </p:nvSpPr>
          <p:spPr>
            <a:xfrm>
              <a:off x="3601725" y="3116650"/>
              <a:ext cx="251900" cy="252200"/>
            </a:xfrm>
            <a:custGeom>
              <a:rect b="b" l="l" r="r" t="t"/>
              <a:pathLst>
                <a:path extrusionOk="0" h="10088" w="10076">
                  <a:moveTo>
                    <a:pt x="5044" y="1"/>
                  </a:moveTo>
                  <a:cubicBezTo>
                    <a:pt x="2259" y="1"/>
                    <a:pt x="0" y="2259"/>
                    <a:pt x="0" y="5044"/>
                  </a:cubicBezTo>
                  <a:cubicBezTo>
                    <a:pt x="0" y="7829"/>
                    <a:pt x="2259" y="10088"/>
                    <a:pt x="5044" y="10088"/>
                  </a:cubicBezTo>
                  <a:cubicBezTo>
                    <a:pt x="7817" y="10088"/>
                    <a:pt x="10076" y="7829"/>
                    <a:pt x="10076" y="5044"/>
                  </a:cubicBezTo>
                  <a:cubicBezTo>
                    <a:pt x="10076" y="2259"/>
                    <a:pt x="7817" y="1"/>
                    <a:pt x="5044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2" name="Google Shape;942;p54"/>
            <p:cNvSpPr/>
            <p:nvPr/>
          </p:nvSpPr>
          <p:spPr>
            <a:xfrm>
              <a:off x="3623650" y="3116400"/>
              <a:ext cx="105275" cy="252200"/>
            </a:xfrm>
            <a:custGeom>
              <a:rect b="b" l="l" r="r" t="t"/>
              <a:pathLst>
                <a:path extrusionOk="0" h="10088" w="4211">
                  <a:moveTo>
                    <a:pt x="4046" y="0"/>
                  </a:moveTo>
                  <a:cubicBezTo>
                    <a:pt x="3180" y="88"/>
                    <a:pt x="2368" y="406"/>
                    <a:pt x="1721" y="976"/>
                  </a:cubicBezTo>
                  <a:cubicBezTo>
                    <a:pt x="1184" y="1448"/>
                    <a:pt x="768" y="2050"/>
                    <a:pt x="493" y="2708"/>
                  </a:cubicBezTo>
                  <a:cubicBezTo>
                    <a:pt x="77" y="3706"/>
                    <a:pt x="0" y="4813"/>
                    <a:pt x="164" y="5877"/>
                  </a:cubicBezTo>
                  <a:cubicBezTo>
                    <a:pt x="329" y="6886"/>
                    <a:pt x="691" y="7872"/>
                    <a:pt x="1348" y="8662"/>
                  </a:cubicBezTo>
                  <a:cubicBezTo>
                    <a:pt x="1962" y="9407"/>
                    <a:pt x="2839" y="9956"/>
                    <a:pt x="3804" y="10065"/>
                  </a:cubicBezTo>
                  <a:cubicBezTo>
                    <a:pt x="3925" y="10087"/>
                    <a:pt x="4046" y="10087"/>
                    <a:pt x="4167" y="10087"/>
                  </a:cubicBezTo>
                  <a:cubicBezTo>
                    <a:pt x="4210" y="10087"/>
                    <a:pt x="4210" y="10010"/>
                    <a:pt x="4167" y="10010"/>
                  </a:cubicBezTo>
                  <a:cubicBezTo>
                    <a:pt x="3202" y="9999"/>
                    <a:pt x="2291" y="9539"/>
                    <a:pt x="1623" y="8859"/>
                  </a:cubicBezTo>
                  <a:cubicBezTo>
                    <a:pt x="932" y="8136"/>
                    <a:pt x="515" y="7181"/>
                    <a:pt x="307" y="6206"/>
                  </a:cubicBezTo>
                  <a:cubicBezTo>
                    <a:pt x="99" y="5186"/>
                    <a:pt x="110" y="4111"/>
                    <a:pt x="427" y="3114"/>
                  </a:cubicBezTo>
                  <a:cubicBezTo>
                    <a:pt x="658" y="2423"/>
                    <a:pt x="1041" y="1765"/>
                    <a:pt x="1557" y="1239"/>
                  </a:cubicBezTo>
                  <a:cubicBezTo>
                    <a:pt x="2127" y="658"/>
                    <a:pt x="2873" y="274"/>
                    <a:pt x="3673" y="132"/>
                  </a:cubicBezTo>
                  <a:cubicBezTo>
                    <a:pt x="3794" y="110"/>
                    <a:pt x="3925" y="99"/>
                    <a:pt x="4046" y="88"/>
                  </a:cubicBezTo>
                  <a:cubicBezTo>
                    <a:pt x="4101" y="77"/>
                    <a:pt x="4101" y="0"/>
                    <a:pt x="4046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3" name="Google Shape;943;p54"/>
            <p:cNvSpPr/>
            <p:nvPr/>
          </p:nvSpPr>
          <p:spPr>
            <a:xfrm>
              <a:off x="3665575" y="3116475"/>
              <a:ext cx="64850" cy="253300"/>
            </a:xfrm>
            <a:custGeom>
              <a:rect b="b" l="l" r="r" t="t"/>
              <a:pathLst>
                <a:path extrusionOk="0" h="10132" w="2594">
                  <a:moveTo>
                    <a:pt x="2369" y="0"/>
                  </a:moveTo>
                  <a:cubicBezTo>
                    <a:pt x="2362" y="0"/>
                    <a:pt x="2354" y="2"/>
                    <a:pt x="2347" y="8"/>
                  </a:cubicBezTo>
                  <a:cubicBezTo>
                    <a:pt x="1733" y="359"/>
                    <a:pt x="1240" y="940"/>
                    <a:pt x="856" y="1543"/>
                  </a:cubicBezTo>
                  <a:cubicBezTo>
                    <a:pt x="670" y="1839"/>
                    <a:pt x="505" y="2157"/>
                    <a:pt x="385" y="2486"/>
                  </a:cubicBezTo>
                  <a:cubicBezTo>
                    <a:pt x="242" y="2880"/>
                    <a:pt x="165" y="3297"/>
                    <a:pt x="110" y="3703"/>
                  </a:cubicBezTo>
                  <a:cubicBezTo>
                    <a:pt x="0" y="4580"/>
                    <a:pt x="22" y="5479"/>
                    <a:pt x="99" y="6356"/>
                  </a:cubicBezTo>
                  <a:cubicBezTo>
                    <a:pt x="143" y="6784"/>
                    <a:pt x="209" y="7212"/>
                    <a:pt x="307" y="7639"/>
                  </a:cubicBezTo>
                  <a:cubicBezTo>
                    <a:pt x="406" y="8012"/>
                    <a:pt x="527" y="8406"/>
                    <a:pt x="735" y="8747"/>
                  </a:cubicBezTo>
                  <a:cubicBezTo>
                    <a:pt x="1141" y="9415"/>
                    <a:pt x="1810" y="9853"/>
                    <a:pt x="2533" y="10128"/>
                  </a:cubicBezTo>
                  <a:cubicBezTo>
                    <a:pt x="2539" y="10131"/>
                    <a:pt x="2544" y="10132"/>
                    <a:pt x="2548" y="10132"/>
                  </a:cubicBezTo>
                  <a:cubicBezTo>
                    <a:pt x="2582" y="10132"/>
                    <a:pt x="2594" y="10070"/>
                    <a:pt x="2555" y="10051"/>
                  </a:cubicBezTo>
                  <a:cubicBezTo>
                    <a:pt x="1919" y="9810"/>
                    <a:pt x="1305" y="9426"/>
                    <a:pt x="911" y="8867"/>
                  </a:cubicBezTo>
                  <a:cubicBezTo>
                    <a:pt x="691" y="8549"/>
                    <a:pt x="560" y="8198"/>
                    <a:pt x="450" y="7848"/>
                  </a:cubicBezTo>
                  <a:cubicBezTo>
                    <a:pt x="329" y="7441"/>
                    <a:pt x="253" y="7014"/>
                    <a:pt x="209" y="6598"/>
                  </a:cubicBezTo>
                  <a:cubicBezTo>
                    <a:pt x="110" y="5764"/>
                    <a:pt x="88" y="4898"/>
                    <a:pt x="154" y="4054"/>
                  </a:cubicBezTo>
                  <a:cubicBezTo>
                    <a:pt x="187" y="3615"/>
                    <a:pt x="263" y="3187"/>
                    <a:pt x="373" y="2771"/>
                  </a:cubicBezTo>
                  <a:cubicBezTo>
                    <a:pt x="472" y="2442"/>
                    <a:pt x="614" y="2124"/>
                    <a:pt x="779" y="1817"/>
                  </a:cubicBezTo>
                  <a:cubicBezTo>
                    <a:pt x="987" y="1467"/>
                    <a:pt x="1228" y="1126"/>
                    <a:pt x="1503" y="819"/>
                  </a:cubicBezTo>
                  <a:cubicBezTo>
                    <a:pt x="1755" y="534"/>
                    <a:pt x="2051" y="271"/>
                    <a:pt x="2390" y="74"/>
                  </a:cubicBezTo>
                  <a:cubicBezTo>
                    <a:pt x="2427" y="56"/>
                    <a:pt x="2403" y="0"/>
                    <a:pt x="2369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4" name="Google Shape;944;p54"/>
            <p:cNvSpPr/>
            <p:nvPr/>
          </p:nvSpPr>
          <p:spPr>
            <a:xfrm>
              <a:off x="3721225" y="3116450"/>
              <a:ext cx="8925" cy="252125"/>
            </a:xfrm>
            <a:custGeom>
              <a:rect b="b" l="l" r="r" t="t"/>
              <a:pathLst>
                <a:path extrusionOk="0" h="10085" w="357">
                  <a:moveTo>
                    <a:pt x="143" y="1"/>
                  </a:moveTo>
                  <a:cubicBezTo>
                    <a:pt x="121" y="1"/>
                    <a:pt x="99" y="15"/>
                    <a:pt x="99" y="42"/>
                  </a:cubicBezTo>
                  <a:cubicBezTo>
                    <a:pt x="33" y="1336"/>
                    <a:pt x="0" y="2640"/>
                    <a:pt x="0" y="3934"/>
                  </a:cubicBezTo>
                  <a:cubicBezTo>
                    <a:pt x="0" y="5250"/>
                    <a:pt x="33" y="6565"/>
                    <a:pt x="110" y="7881"/>
                  </a:cubicBezTo>
                  <a:cubicBezTo>
                    <a:pt x="154" y="8605"/>
                    <a:pt x="208" y="9328"/>
                    <a:pt x="274" y="10052"/>
                  </a:cubicBezTo>
                  <a:cubicBezTo>
                    <a:pt x="274" y="10074"/>
                    <a:pt x="296" y="10085"/>
                    <a:pt x="317" y="10085"/>
                  </a:cubicBezTo>
                  <a:cubicBezTo>
                    <a:pt x="337" y="10085"/>
                    <a:pt x="357" y="10074"/>
                    <a:pt x="351" y="10052"/>
                  </a:cubicBezTo>
                  <a:cubicBezTo>
                    <a:pt x="230" y="8758"/>
                    <a:pt x="154" y="7464"/>
                    <a:pt x="110" y="6160"/>
                  </a:cubicBezTo>
                  <a:cubicBezTo>
                    <a:pt x="77" y="4844"/>
                    <a:pt x="77" y="3529"/>
                    <a:pt x="99" y="2213"/>
                  </a:cubicBezTo>
                  <a:cubicBezTo>
                    <a:pt x="121" y="1489"/>
                    <a:pt x="143" y="766"/>
                    <a:pt x="186" y="42"/>
                  </a:cubicBezTo>
                  <a:cubicBezTo>
                    <a:pt x="186" y="15"/>
                    <a:pt x="164" y="1"/>
                    <a:pt x="143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5" name="Google Shape;945;p54"/>
            <p:cNvSpPr/>
            <p:nvPr/>
          </p:nvSpPr>
          <p:spPr>
            <a:xfrm>
              <a:off x="3724325" y="3116375"/>
              <a:ext cx="72025" cy="253275"/>
            </a:xfrm>
            <a:custGeom>
              <a:rect b="b" l="l" r="r" t="t"/>
              <a:pathLst>
                <a:path extrusionOk="0" h="10131" w="2881">
                  <a:moveTo>
                    <a:pt x="63" y="0"/>
                  </a:moveTo>
                  <a:cubicBezTo>
                    <a:pt x="16" y="0"/>
                    <a:pt x="0" y="69"/>
                    <a:pt x="52" y="89"/>
                  </a:cubicBezTo>
                  <a:cubicBezTo>
                    <a:pt x="688" y="352"/>
                    <a:pt x="1246" y="791"/>
                    <a:pt x="1653" y="1350"/>
                  </a:cubicBezTo>
                  <a:cubicBezTo>
                    <a:pt x="2080" y="1931"/>
                    <a:pt x="2354" y="2599"/>
                    <a:pt x="2530" y="3291"/>
                  </a:cubicBezTo>
                  <a:cubicBezTo>
                    <a:pt x="2716" y="4069"/>
                    <a:pt x="2793" y="4902"/>
                    <a:pt x="2716" y="5691"/>
                  </a:cubicBezTo>
                  <a:cubicBezTo>
                    <a:pt x="2650" y="6503"/>
                    <a:pt x="2387" y="7281"/>
                    <a:pt x="1981" y="7994"/>
                  </a:cubicBezTo>
                  <a:cubicBezTo>
                    <a:pt x="1521" y="8794"/>
                    <a:pt x="896" y="9496"/>
                    <a:pt x="161" y="10066"/>
                  </a:cubicBezTo>
                  <a:cubicBezTo>
                    <a:pt x="127" y="10092"/>
                    <a:pt x="160" y="10131"/>
                    <a:pt x="191" y="10131"/>
                  </a:cubicBezTo>
                  <a:cubicBezTo>
                    <a:pt x="200" y="10131"/>
                    <a:pt x="209" y="10128"/>
                    <a:pt x="216" y="10121"/>
                  </a:cubicBezTo>
                  <a:cubicBezTo>
                    <a:pt x="874" y="9606"/>
                    <a:pt x="1455" y="8980"/>
                    <a:pt x="1904" y="8279"/>
                  </a:cubicBezTo>
                  <a:cubicBezTo>
                    <a:pt x="2343" y="7577"/>
                    <a:pt x="2650" y="6788"/>
                    <a:pt x="2771" y="5966"/>
                  </a:cubicBezTo>
                  <a:cubicBezTo>
                    <a:pt x="2881" y="5165"/>
                    <a:pt x="2825" y="4310"/>
                    <a:pt x="2661" y="3520"/>
                  </a:cubicBezTo>
                  <a:cubicBezTo>
                    <a:pt x="2508" y="2797"/>
                    <a:pt x="2255" y="2085"/>
                    <a:pt x="1839" y="1471"/>
                  </a:cubicBezTo>
                  <a:cubicBezTo>
                    <a:pt x="1455" y="900"/>
                    <a:pt x="929" y="418"/>
                    <a:pt x="304" y="111"/>
                  </a:cubicBezTo>
                  <a:cubicBezTo>
                    <a:pt x="227" y="78"/>
                    <a:pt x="150" y="34"/>
                    <a:pt x="74" y="1"/>
                  </a:cubicBezTo>
                  <a:cubicBezTo>
                    <a:pt x="70" y="1"/>
                    <a:pt x="66" y="0"/>
                    <a:pt x="63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6" name="Google Shape;946;p54"/>
            <p:cNvSpPr/>
            <p:nvPr/>
          </p:nvSpPr>
          <p:spPr>
            <a:xfrm>
              <a:off x="3724500" y="3116400"/>
              <a:ext cx="107475" cy="253300"/>
            </a:xfrm>
            <a:custGeom>
              <a:rect b="b" l="l" r="r" t="t"/>
              <a:pathLst>
                <a:path extrusionOk="0" h="10132" w="4299">
                  <a:moveTo>
                    <a:pt x="55" y="0"/>
                  </a:moveTo>
                  <a:cubicBezTo>
                    <a:pt x="1" y="0"/>
                    <a:pt x="1" y="88"/>
                    <a:pt x="55" y="88"/>
                  </a:cubicBezTo>
                  <a:cubicBezTo>
                    <a:pt x="440" y="88"/>
                    <a:pt x="823" y="186"/>
                    <a:pt x="1174" y="329"/>
                  </a:cubicBezTo>
                  <a:cubicBezTo>
                    <a:pt x="1580" y="483"/>
                    <a:pt x="1974" y="702"/>
                    <a:pt x="2325" y="954"/>
                  </a:cubicBezTo>
                  <a:cubicBezTo>
                    <a:pt x="2665" y="1185"/>
                    <a:pt x="2994" y="1470"/>
                    <a:pt x="3257" y="1787"/>
                  </a:cubicBezTo>
                  <a:cubicBezTo>
                    <a:pt x="3542" y="2138"/>
                    <a:pt x="3739" y="2555"/>
                    <a:pt x="3871" y="2983"/>
                  </a:cubicBezTo>
                  <a:cubicBezTo>
                    <a:pt x="4189" y="3947"/>
                    <a:pt x="4200" y="5010"/>
                    <a:pt x="4024" y="6009"/>
                  </a:cubicBezTo>
                  <a:cubicBezTo>
                    <a:pt x="3860" y="6962"/>
                    <a:pt x="3498" y="7960"/>
                    <a:pt x="2840" y="8684"/>
                  </a:cubicBezTo>
                  <a:cubicBezTo>
                    <a:pt x="2238" y="9352"/>
                    <a:pt x="1382" y="9824"/>
                    <a:pt x="505" y="10010"/>
                  </a:cubicBezTo>
                  <a:cubicBezTo>
                    <a:pt x="396" y="10021"/>
                    <a:pt x="297" y="10043"/>
                    <a:pt x="187" y="10054"/>
                  </a:cubicBezTo>
                  <a:cubicBezTo>
                    <a:pt x="136" y="10054"/>
                    <a:pt x="133" y="10132"/>
                    <a:pt x="178" y="10132"/>
                  </a:cubicBezTo>
                  <a:cubicBezTo>
                    <a:pt x="181" y="10132"/>
                    <a:pt x="184" y="10132"/>
                    <a:pt x="187" y="10131"/>
                  </a:cubicBezTo>
                  <a:cubicBezTo>
                    <a:pt x="1086" y="10043"/>
                    <a:pt x="1985" y="9605"/>
                    <a:pt x="2654" y="8991"/>
                  </a:cubicBezTo>
                  <a:cubicBezTo>
                    <a:pt x="3388" y="8322"/>
                    <a:pt x="3805" y="7357"/>
                    <a:pt x="4024" y="6403"/>
                  </a:cubicBezTo>
                  <a:cubicBezTo>
                    <a:pt x="4255" y="5405"/>
                    <a:pt x="4299" y="4331"/>
                    <a:pt x="4058" y="3322"/>
                  </a:cubicBezTo>
                  <a:cubicBezTo>
                    <a:pt x="3937" y="2851"/>
                    <a:pt x="3761" y="2369"/>
                    <a:pt x="3487" y="1974"/>
                  </a:cubicBezTo>
                  <a:cubicBezTo>
                    <a:pt x="3257" y="1634"/>
                    <a:pt x="2961" y="1338"/>
                    <a:pt x="2643" y="1085"/>
                  </a:cubicBezTo>
                  <a:cubicBezTo>
                    <a:pt x="2292" y="812"/>
                    <a:pt x="1909" y="571"/>
                    <a:pt x="1503" y="373"/>
                  </a:cubicBezTo>
                  <a:cubicBezTo>
                    <a:pt x="1130" y="208"/>
                    <a:pt x="735" y="66"/>
                    <a:pt x="330" y="22"/>
                  </a:cubicBezTo>
                  <a:cubicBezTo>
                    <a:pt x="231" y="11"/>
                    <a:pt x="143" y="0"/>
                    <a:pt x="55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7" name="Google Shape;947;p54"/>
            <p:cNvSpPr/>
            <p:nvPr/>
          </p:nvSpPr>
          <p:spPr>
            <a:xfrm>
              <a:off x="3601975" y="3246875"/>
              <a:ext cx="253025" cy="1925"/>
            </a:xfrm>
            <a:custGeom>
              <a:rect b="b" l="l" r="r" t="t"/>
              <a:pathLst>
                <a:path extrusionOk="0" h="77" w="10121">
                  <a:moveTo>
                    <a:pt x="45" y="0"/>
                  </a:moveTo>
                  <a:cubicBezTo>
                    <a:pt x="1" y="0"/>
                    <a:pt x="1" y="77"/>
                    <a:pt x="45" y="77"/>
                  </a:cubicBezTo>
                  <a:lnTo>
                    <a:pt x="10066" y="77"/>
                  </a:lnTo>
                  <a:cubicBezTo>
                    <a:pt x="10121" y="77"/>
                    <a:pt x="10121" y="0"/>
                    <a:pt x="10066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8" name="Google Shape;948;p54"/>
            <p:cNvSpPr/>
            <p:nvPr/>
          </p:nvSpPr>
          <p:spPr>
            <a:xfrm>
              <a:off x="3621175" y="3175750"/>
              <a:ext cx="212450" cy="2175"/>
            </a:xfrm>
            <a:custGeom>
              <a:rect b="b" l="l" r="r" t="t"/>
              <a:pathLst>
                <a:path extrusionOk="0" h="87" w="8498">
                  <a:moveTo>
                    <a:pt x="176" y="0"/>
                  </a:moveTo>
                  <a:cubicBezTo>
                    <a:pt x="139" y="0"/>
                    <a:pt x="103" y="2"/>
                    <a:pt x="66" y="5"/>
                  </a:cubicBezTo>
                  <a:lnTo>
                    <a:pt x="55" y="5"/>
                  </a:lnTo>
                  <a:cubicBezTo>
                    <a:pt x="0" y="5"/>
                    <a:pt x="0" y="82"/>
                    <a:pt x="55" y="82"/>
                  </a:cubicBezTo>
                  <a:lnTo>
                    <a:pt x="8103" y="82"/>
                  </a:lnTo>
                  <a:cubicBezTo>
                    <a:pt x="8176" y="82"/>
                    <a:pt x="8249" y="87"/>
                    <a:pt x="8322" y="87"/>
                  </a:cubicBezTo>
                  <a:cubicBezTo>
                    <a:pt x="8359" y="87"/>
                    <a:pt x="8395" y="86"/>
                    <a:pt x="8432" y="82"/>
                  </a:cubicBezTo>
                  <a:lnTo>
                    <a:pt x="8442" y="82"/>
                  </a:lnTo>
                  <a:cubicBezTo>
                    <a:pt x="8498" y="82"/>
                    <a:pt x="8498" y="5"/>
                    <a:pt x="8442" y="5"/>
                  </a:cubicBezTo>
                  <a:lnTo>
                    <a:pt x="395" y="5"/>
                  </a:lnTo>
                  <a:cubicBezTo>
                    <a:pt x="322" y="5"/>
                    <a:pt x="249" y="0"/>
                    <a:pt x="176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9" name="Google Shape;949;p54"/>
            <p:cNvSpPr/>
            <p:nvPr/>
          </p:nvSpPr>
          <p:spPr>
            <a:xfrm>
              <a:off x="3629675" y="3317850"/>
              <a:ext cx="196275" cy="2225"/>
            </a:xfrm>
            <a:custGeom>
              <a:rect b="b" l="l" r="r" t="t"/>
              <a:pathLst>
                <a:path extrusionOk="0" h="89" w="7851">
                  <a:moveTo>
                    <a:pt x="44" y="0"/>
                  </a:moveTo>
                  <a:cubicBezTo>
                    <a:pt x="1" y="0"/>
                    <a:pt x="1" y="88"/>
                    <a:pt x="44" y="88"/>
                  </a:cubicBezTo>
                  <a:lnTo>
                    <a:pt x="7795" y="88"/>
                  </a:lnTo>
                  <a:cubicBezTo>
                    <a:pt x="7851" y="88"/>
                    <a:pt x="7851" y="0"/>
                    <a:pt x="7795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0" name="Google Shape;950;p54"/>
          <p:cNvSpPr/>
          <p:nvPr/>
        </p:nvSpPr>
        <p:spPr>
          <a:xfrm rot="7199939">
            <a:off x="5178812" y="4455831"/>
            <a:ext cx="2895074" cy="2857413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TITLE_ONLY_1_1_1">
    <p:spTree>
      <p:nvGrpSpPr>
        <p:cNvPr id="95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p5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953" name="Google Shape;953;p55"/>
          <p:cNvSpPr/>
          <p:nvPr/>
        </p:nvSpPr>
        <p:spPr>
          <a:xfrm flipH="1" rot="598330">
            <a:off x="8417618" y="782087"/>
            <a:ext cx="152164" cy="190205"/>
          </a:xfrm>
          <a:custGeom>
            <a:rect b="b" l="l" r="r" t="t"/>
            <a:pathLst>
              <a:path extrusionOk="0" h="4276" w="3421">
                <a:moveTo>
                  <a:pt x="1718" y="979"/>
                </a:moveTo>
                <a:cubicBezTo>
                  <a:pt x="2155" y="979"/>
                  <a:pt x="2500" y="1388"/>
                  <a:pt x="2423" y="1864"/>
                </a:cubicBezTo>
                <a:cubicBezTo>
                  <a:pt x="2380" y="2149"/>
                  <a:pt x="2171" y="2380"/>
                  <a:pt x="1908" y="2445"/>
                </a:cubicBezTo>
                <a:cubicBezTo>
                  <a:pt x="1839" y="2466"/>
                  <a:pt x="1772" y="2475"/>
                  <a:pt x="1706" y="2475"/>
                </a:cubicBezTo>
                <a:cubicBezTo>
                  <a:pt x="1275" y="2475"/>
                  <a:pt x="923" y="2066"/>
                  <a:pt x="1009" y="1590"/>
                </a:cubicBezTo>
                <a:cubicBezTo>
                  <a:pt x="1053" y="1305"/>
                  <a:pt x="1261" y="1074"/>
                  <a:pt x="1513" y="1009"/>
                </a:cubicBezTo>
                <a:cubicBezTo>
                  <a:pt x="1583" y="988"/>
                  <a:pt x="1652" y="979"/>
                  <a:pt x="1718" y="979"/>
                </a:cubicBezTo>
                <a:close/>
                <a:moveTo>
                  <a:pt x="1716" y="0"/>
                </a:moveTo>
                <a:cubicBezTo>
                  <a:pt x="1628" y="0"/>
                  <a:pt x="1538" y="7"/>
                  <a:pt x="1447" y="22"/>
                </a:cubicBezTo>
                <a:cubicBezTo>
                  <a:pt x="680" y="143"/>
                  <a:pt x="77" y="823"/>
                  <a:pt x="22" y="1634"/>
                </a:cubicBezTo>
                <a:cubicBezTo>
                  <a:pt x="0" y="2029"/>
                  <a:pt x="99" y="2402"/>
                  <a:pt x="285" y="2697"/>
                </a:cubicBezTo>
                <a:cubicBezTo>
                  <a:pt x="329" y="2774"/>
                  <a:pt x="384" y="2840"/>
                  <a:pt x="439" y="2906"/>
                </a:cubicBezTo>
                <a:lnTo>
                  <a:pt x="1535" y="4144"/>
                </a:lnTo>
                <a:cubicBezTo>
                  <a:pt x="1612" y="4231"/>
                  <a:pt x="1719" y="4275"/>
                  <a:pt x="1828" y="4275"/>
                </a:cubicBezTo>
                <a:cubicBezTo>
                  <a:pt x="1953" y="4275"/>
                  <a:pt x="2078" y="4218"/>
                  <a:pt x="2160" y="4100"/>
                </a:cubicBezTo>
                <a:lnTo>
                  <a:pt x="2840" y="3147"/>
                </a:lnTo>
                <a:cubicBezTo>
                  <a:pt x="2894" y="3048"/>
                  <a:pt x="3016" y="2873"/>
                  <a:pt x="3114" y="2719"/>
                </a:cubicBezTo>
                <a:cubicBezTo>
                  <a:pt x="3311" y="2412"/>
                  <a:pt x="3421" y="2061"/>
                  <a:pt x="3410" y="1700"/>
                </a:cubicBezTo>
                <a:lnTo>
                  <a:pt x="3410" y="1688"/>
                </a:lnTo>
                <a:cubicBezTo>
                  <a:pt x="3370" y="740"/>
                  <a:pt x="2620" y="0"/>
                  <a:pt x="171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4" name="Google Shape;954;p55"/>
          <p:cNvSpPr/>
          <p:nvPr/>
        </p:nvSpPr>
        <p:spPr>
          <a:xfrm rot="-598330">
            <a:off x="552518" y="4402062"/>
            <a:ext cx="152164" cy="190205"/>
          </a:xfrm>
          <a:custGeom>
            <a:rect b="b" l="l" r="r" t="t"/>
            <a:pathLst>
              <a:path extrusionOk="0" h="4276" w="3421">
                <a:moveTo>
                  <a:pt x="1718" y="979"/>
                </a:moveTo>
                <a:cubicBezTo>
                  <a:pt x="2155" y="979"/>
                  <a:pt x="2500" y="1388"/>
                  <a:pt x="2423" y="1864"/>
                </a:cubicBezTo>
                <a:cubicBezTo>
                  <a:pt x="2380" y="2149"/>
                  <a:pt x="2171" y="2380"/>
                  <a:pt x="1908" y="2445"/>
                </a:cubicBezTo>
                <a:cubicBezTo>
                  <a:pt x="1839" y="2466"/>
                  <a:pt x="1772" y="2475"/>
                  <a:pt x="1706" y="2475"/>
                </a:cubicBezTo>
                <a:cubicBezTo>
                  <a:pt x="1275" y="2475"/>
                  <a:pt x="923" y="2066"/>
                  <a:pt x="1009" y="1590"/>
                </a:cubicBezTo>
                <a:cubicBezTo>
                  <a:pt x="1053" y="1305"/>
                  <a:pt x="1261" y="1074"/>
                  <a:pt x="1513" y="1009"/>
                </a:cubicBezTo>
                <a:cubicBezTo>
                  <a:pt x="1583" y="988"/>
                  <a:pt x="1652" y="979"/>
                  <a:pt x="1718" y="979"/>
                </a:cubicBezTo>
                <a:close/>
                <a:moveTo>
                  <a:pt x="1716" y="0"/>
                </a:moveTo>
                <a:cubicBezTo>
                  <a:pt x="1628" y="0"/>
                  <a:pt x="1538" y="7"/>
                  <a:pt x="1447" y="22"/>
                </a:cubicBezTo>
                <a:cubicBezTo>
                  <a:pt x="680" y="143"/>
                  <a:pt x="77" y="823"/>
                  <a:pt x="22" y="1634"/>
                </a:cubicBezTo>
                <a:cubicBezTo>
                  <a:pt x="0" y="2029"/>
                  <a:pt x="99" y="2402"/>
                  <a:pt x="285" y="2697"/>
                </a:cubicBezTo>
                <a:cubicBezTo>
                  <a:pt x="329" y="2774"/>
                  <a:pt x="384" y="2840"/>
                  <a:pt x="439" y="2906"/>
                </a:cubicBezTo>
                <a:lnTo>
                  <a:pt x="1535" y="4144"/>
                </a:lnTo>
                <a:cubicBezTo>
                  <a:pt x="1612" y="4231"/>
                  <a:pt x="1719" y="4275"/>
                  <a:pt x="1828" y="4275"/>
                </a:cubicBezTo>
                <a:cubicBezTo>
                  <a:pt x="1953" y="4275"/>
                  <a:pt x="2078" y="4218"/>
                  <a:pt x="2160" y="4100"/>
                </a:cubicBezTo>
                <a:lnTo>
                  <a:pt x="2840" y="3147"/>
                </a:lnTo>
                <a:cubicBezTo>
                  <a:pt x="2894" y="3048"/>
                  <a:pt x="3016" y="2873"/>
                  <a:pt x="3114" y="2719"/>
                </a:cubicBezTo>
                <a:cubicBezTo>
                  <a:pt x="3311" y="2412"/>
                  <a:pt x="3421" y="2061"/>
                  <a:pt x="3410" y="1700"/>
                </a:cubicBezTo>
                <a:lnTo>
                  <a:pt x="3410" y="1688"/>
                </a:lnTo>
                <a:cubicBezTo>
                  <a:pt x="3370" y="740"/>
                  <a:pt x="2620" y="0"/>
                  <a:pt x="171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5" name="Google Shape;955;p55"/>
          <p:cNvSpPr/>
          <p:nvPr/>
        </p:nvSpPr>
        <p:spPr>
          <a:xfrm flipH="1" rot="1526559">
            <a:off x="2093696" y="-1002837"/>
            <a:ext cx="3899407" cy="1865967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956" name="Google Shape;956;p55"/>
          <p:cNvSpPr/>
          <p:nvPr/>
        </p:nvSpPr>
        <p:spPr>
          <a:xfrm flipH="1" rot="-3010588">
            <a:off x="-1244841" y="153467"/>
            <a:ext cx="1841616" cy="1817660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957" name="Google Shape;957;p55"/>
          <p:cNvSpPr/>
          <p:nvPr/>
        </p:nvSpPr>
        <p:spPr>
          <a:xfrm flipH="1">
            <a:off x="120627" y="2421349"/>
            <a:ext cx="416576" cy="104389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58" name="Google Shape;958;p55"/>
          <p:cNvGrpSpPr/>
          <p:nvPr/>
        </p:nvGrpSpPr>
        <p:grpSpPr>
          <a:xfrm flipH="1">
            <a:off x="8585098" y="3811438"/>
            <a:ext cx="416587" cy="596813"/>
            <a:chOff x="8555949" y="806163"/>
            <a:chExt cx="416587" cy="596813"/>
          </a:xfrm>
        </p:grpSpPr>
        <p:sp>
          <p:nvSpPr>
            <p:cNvPr id="959" name="Google Shape;959;p55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0" name="Google Shape;960;p55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1" name="Google Shape;961;p55"/>
            <p:cNvSpPr/>
            <p:nvPr/>
          </p:nvSpPr>
          <p:spPr>
            <a:xfrm>
              <a:off x="8879236" y="806163"/>
              <a:ext cx="93300" cy="93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2" name="Google Shape;962;p55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63" name="Google Shape;963;p55"/>
          <p:cNvSpPr/>
          <p:nvPr/>
        </p:nvSpPr>
        <p:spPr>
          <a:xfrm flipH="1">
            <a:off x="-416016" y="3427946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4" name="Google Shape;964;p55"/>
          <p:cNvSpPr/>
          <p:nvPr/>
        </p:nvSpPr>
        <p:spPr>
          <a:xfrm flipH="1">
            <a:off x="8795596" y="2020471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5" name="Google Shape;965;p55"/>
          <p:cNvSpPr/>
          <p:nvPr/>
        </p:nvSpPr>
        <p:spPr>
          <a:xfrm rot="8100000">
            <a:off x="7227843" y="4314302"/>
            <a:ext cx="2405868" cy="2374571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966" name="Google Shape;966;p55"/>
          <p:cNvSpPr/>
          <p:nvPr/>
        </p:nvSpPr>
        <p:spPr>
          <a:xfrm rot="-1461625">
            <a:off x="7932232" y="-1368174"/>
            <a:ext cx="2405905" cy="2374608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967" name="Google Shape;967;p55"/>
          <p:cNvSpPr/>
          <p:nvPr/>
        </p:nvSpPr>
        <p:spPr>
          <a:xfrm flipH="1">
            <a:off x="6061421" y="4818321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8" name="Google Shape;968;p55"/>
          <p:cNvSpPr/>
          <p:nvPr/>
        </p:nvSpPr>
        <p:spPr>
          <a:xfrm>
            <a:off x="-514375" y="4674573"/>
            <a:ext cx="4114800" cy="1414225"/>
          </a:xfrm>
          <a:custGeom>
            <a:rect b="b" l="l" r="r" t="t"/>
            <a:pathLst>
              <a:path extrusionOk="0" h="56569" w="164592">
                <a:moveTo>
                  <a:pt x="0" y="4277"/>
                </a:moveTo>
                <a:cubicBezTo>
                  <a:pt x="28218" y="-5125"/>
                  <a:pt x="62109" y="3035"/>
                  <a:pt x="88297" y="17136"/>
                </a:cubicBezTo>
                <a:cubicBezTo>
                  <a:pt x="100376" y="23640"/>
                  <a:pt x="110755" y="32907"/>
                  <a:pt x="121730" y="41139"/>
                </a:cubicBezTo>
                <a:cubicBezTo>
                  <a:pt x="127125" y="45186"/>
                  <a:pt x="131533" y="51288"/>
                  <a:pt x="138018" y="53140"/>
                </a:cubicBezTo>
                <a:cubicBezTo>
                  <a:pt x="146606" y="55593"/>
                  <a:pt x="155661" y="56569"/>
                  <a:pt x="164592" y="56569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dash"/>
            <a:round/>
            <a:headEnd len="med" w="med" type="none"/>
            <a:tailEnd len="med" w="med" type="none"/>
          </a:ln>
        </p:spPr>
      </p:sp>
      <p:grpSp>
        <p:nvGrpSpPr>
          <p:cNvPr id="969" name="Google Shape;969;p55"/>
          <p:cNvGrpSpPr/>
          <p:nvPr/>
        </p:nvGrpSpPr>
        <p:grpSpPr>
          <a:xfrm flipH="1">
            <a:off x="279548" y="103300"/>
            <a:ext cx="400212" cy="418950"/>
            <a:chOff x="8555949" y="984025"/>
            <a:chExt cx="400212" cy="418950"/>
          </a:xfrm>
        </p:grpSpPr>
        <p:sp>
          <p:nvSpPr>
            <p:cNvPr id="970" name="Google Shape;970;p55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1" name="Google Shape;971;p55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2" name="Google Shape;972;p55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p56"/>
          <p:cNvSpPr/>
          <p:nvPr/>
        </p:nvSpPr>
        <p:spPr>
          <a:xfrm>
            <a:off x="4404281" y="-35875"/>
            <a:ext cx="4761300" cy="5213100"/>
          </a:xfrm>
          <a:prstGeom prst="rect">
            <a:avLst/>
          </a:prstGeom>
          <a:solidFill>
            <a:srgbClr val="52AFC8"/>
          </a:solidFill>
          <a:ln>
            <a:noFill/>
          </a:ln>
          <a:effectLst>
            <a:outerShdw blurRad="57150" rotWithShape="0" algn="bl" dir="4200000" dist="114300">
              <a:schemeClr val="dk1">
                <a:alpha val="1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5" name="Google Shape;975;p56"/>
          <p:cNvSpPr/>
          <p:nvPr/>
        </p:nvSpPr>
        <p:spPr>
          <a:xfrm>
            <a:off x="7671375" y="-35875"/>
            <a:ext cx="3899475" cy="1866000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accent6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976" name="Google Shape;976;p56"/>
          <p:cNvSpPr txBox="1"/>
          <p:nvPr>
            <p:ph type="title"/>
          </p:nvPr>
        </p:nvSpPr>
        <p:spPr>
          <a:xfrm>
            <a:off x="4531325" y="616225"/>
            <a:ext cx="3899400" cy="105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500"/>
              <a:buNone/>
              <a:defRPr sz="7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977" name="Google Shape;977;p56"/>
          <p:cNvSpPr txBox="1"/>
          <p:nvPr>
            <p:ph idx="1" type="subTitle"/>
          </p:nvPr>
        </p:nvSpPr>
        <p:spPr>
          <a:xfrm>
            <a:off x="4531331" y="1654884"/>
            <a:ext cx="38994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pic>
        <p:nvPicPr>
          <p:cNvPr id="978" name="Google Shape;978;p56"/>
          <p:cNvPicPr preferRelativeResize="0"/>
          <p:nvPr/>
        </p:nvPicPr>
        <p:blipFill rotWithShape="1">
          <a:blip r:embed="rId2">
            <a:alphaModFix/>
          </a:blip>
          <a:srcRect b="0" l="29442" r="8860" t="0"/>
          <a:stretch/>
        </p:blipFill>
        <p:spPr>
          <a:xfrm>
            <a:off x="-492000" y="-69600"/>
            <a:ext cx="4896276" cy="5289300"/>
          </a:xfrm>
          <a:prstGeom prst="rect">
            <a:avLst/>
          </a:prstGeom>
          <a:noFill/>
          <a:ln>
            <a:noFill/>
          </a:ln>
        </p:spPr>
      </p:pic>
      <p:sp>
        <p:nvSpPr>
          <p:cNvPr id="979" name="Google Shape;979;p56"/>
          <p:cNvSpPr/>
          <p:nvPr/>
        </p:nvSpPr>
        <p:spPr>
          <a:xfrm>
            <a:off x="-442575" y="320525"/>
            <a:ext cx="964387" cy="1748853"/>
          </a:xfrm>
          <a:custGeom>
            <a:rect b="b" l="l" r="r" t="t"/>
            <a:pathLst>
              <a:path extrusionOk="0" h="44975" w="24801">
                <a:moveTo>
                  <a:pt x="0" y="0"/>
                </a:moveTo>
                <a:cubicBezTo>
                  <a:pt x="9939" y="2840"/>
                  <a:pt x="22701" y="8942"/>
                  <a:pt x="24402" y="19138"/>
                </a:cubicBezTo>
                <a:cubicBezTo>
                  <a:pt x="25999" y="28707"/>
                  <a:pt x="19683" y="40640"/>
                  <a:pt x="11004" y="44975"/>
                </a:cubicBezTo>
              </a:path>
            </a:pathLst>
          </a:custGeom>
          <a:noFill/>
          <a:ln cap="flat" cmpd="sng" w="9525">
            <a:solidFill>
              <a:srgbClr val="52AFC8"/>
            </a:solidFill>
            <a:prstDash val="lgDash"/>
            <a:round/>
            <a:headEnd len="med" w="med" type="none"/>
            <a:tailEnd len="med" w="med" type="none"/>
          </a:ln>
        </p:spPr>
      </p:sp>
      <p:grpSp>
        <p:nvGrpSpPr>
          <p:cNvPr id="980" name="Google Shape;980;p56"/>
          <p:cNvGrpSpPr/>
          <p:nvPr/>
        </p:nvGrpSpPr>
        <p:grpSpPr>
          <a:xfrm flipH="1">
            <a:off x="593473" y="330025"/>
            <a:ext cx="400212" cy="418950"/>
            <a:chOff x="8555949" y="984025"/>
            <a:chExt cx="400212" cy="418950"/>
          </a:xfrm>
        </p:grpSpPr>
        <p:sp>
          <p:nvSpPr>
            <p:cNvPr id="981" name="Google Shape;981;p56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rgbClr val="52AFC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2" name="Google Shape;982;p56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rgbClr val="52AFC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3" name="Google Shape;983;p56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rgbClr val="52AFC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84" name="Google Shape;984;p56"/>
          <p:cNvSpPr/>
          <p:nvPr/>
        </p:nvSpPr>
        <p:spPr>
          <a:xfrm rot="-2700000">
            <a:off x="2523063" y="-602314"/>
            <a:ext cx="1119389" cy="1104828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rgbClr val="52AFC8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985" name="Google Shape;985;p56"/>
          <p:cNvSpPr/>
          <p:nvPr/>
        </p:nvSpPr>
        <p:spPr>
          <a:xfrm rot="10799680">
            <a:off x="-326646" y="4436911"/>
            <a:ext cx="4195445" cy="2007256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rgbClr val="52AFC8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986" name="Google Shape;986;p56"/>
          <p:cNvSpPr/>
          <p:nvPr/>
        </p:nvSpPr>
        <p:spPr>
          <a:xfrm rot="10799680">
            <a:off x="4078479" y="4436911"/>
            <a:ext cx="4195445" cy="2007256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accent6"/>
            </a:solidFill>
            <a:prstDash val="lgDash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8" name="Google Shape;988;p57"/>
          <p:cNvGrpSpPr/>
          <p:nvPr/>
        </p:nvGrpSpPr>
        <p:grpSpPr>
          <a:xfrm>
            <a:off x="2701389" y="736487"/>
            <a:ext cx="3741328" cy="3742870"/>
            <a:chOff x="3601725" y="3116375"/>
            <a:chExt cx="253275" cy="253400"/>
          </a:xfrm>
        </p:grpSpPr>
        <p:sp>
          <p:nvSpPr>
            <p:cNvPr id="989" name="Google Shape;989;p57"/>
            <p:cNvSpPr/>
            <p:nvPr/>
          </p:nvSpPr>
          <p:spPr>
            <a:xfrm>
              <a:off x="3601725" y="3116650"/>
              <a:ext cx="251900" cy="252200"/>
            </a:xfrm>
            <a:custGeom>
              <a:rect b="b" l="l" r="r" t="t"/>
              <a:pathLst>
                <a:path extrusionOk="0" h="10088" w="10076">
                  <a:moveTo>
                    <a:pt x="5044" y="1"/>
                  </a:moveTo>
                  <a:cubicBezTo>
                    <a:pt x="2259" y="1"/>
                    <a:pt x="0" y="2259"/>
                    <a:pt x="0" y="5044"/>
                  </a:cubicBezTo>
                  <a:cubicBezTo>
                    <a:pt x="0" y="7829"/>
                    <a:pt x="2259" y="10088"/>
                    <a:pt x="5044" y="10088"/>
                  </a:cubicBezTo>
                  <a:cubicBezTo>
                    <a:pt x="7817" y="10088"/>
                    <a:pt x="10076" y="7829"/>
                    <a:pt x="10076" y="5044"/>
                  </a:cubicBezTo>
                  <a:cubicBezTo>
                    <a:pt x="10076" y="2259"/>
                    <a:pt x="7817" y="1"/>
                    <a:pt x="5044" y="1"/>
                  </a:cubicBezTo>
                  <a:close/>
                </a:path>
              </a:pathLst>
            </a:custGeom>
            <a:solidFill>
              <a:srgbClr val="D9DFF2">
                <a:alpha val="34520"/>
              </a:srgbClr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0" name="Google Shape;990;p57"/>
            <p:cNvSpPr/>
            <p:nvPr/>
          </p:nvSpPr>
          <p:spPr>
            <a:xfrm>
              <a:off x="3623650" y="3116400"/>
              <a:ext cx="105275" cy="252200"/>
            </a:xfrm>
            <a:custGeom>
              <a:rect b="b" l="l" r="r" t="t"/>
              <a:pathLst>
                <a:path extrusionOk="0" h="10088" w="4211">
                  <a:moveTo>
                    <a:pt x="4046" y="0"/>
                  </a:moveTo>
                  <a:cubicBezTo>
                    <a:pt x="3180" y="88"/>
                    <a:pt x="2368" y="406"/>
                    <a:pt x="1721" y="976"/>
                  </a:cubicBezTo>
                  <a:cubicBezTo>
                    <a:pt x="1184" y="1448"/>
                    <a:pt x="768" y="2050"/>
                    <a:pt x="493" y="2708"/>
                  </a:cubicBezTo>
                  <a:cubicBezTo>
                    <a:pt x="77" y="3706"/>
                    <a:pt x="0" y="4813"/>
                    <a:pt x="164" y="5877"/>
                  </a:cubicBezTo>
                  <a:cubicBezTo>
                    <a:pt x="329" y="6886"/>
                    <a:pt x="691" y="7872"/>
                    <a:pt x="1348" y="8662"/>
                  </a:cubicBezTo>
                  <a:cubicBezTo>
                    <a:pt x="1962" y="9407"/>
                    <a:pt x="2839" y="9956"/>
                    <a:pt x="3804" y="10065"/>
                  </a:cubicBezTo>
                  <a:cubicBezTo>
                    <a:pt x="3925" y="10087"/>
                    <a:pt x="4046" y="10087"/>
                    <a:pt x="4167" y="10087"/>
                  </a:cubicBezTo>
                  <a:cubicBezTo>
                    <a:pt x="4210" y="10087"/>
                    <a:pt x="4210" y="10010"/>
                    <a:pt x="4167" y="10010"/>
                  </a:cubicBezTo>
                  <a:cubicBezTo>
                    <a:pt x="3202" y="9999"/>
                    <a:pt x="2291" y="9539"/>
                    <a:pt x="1623" y="8859"/>
                  </a:cubicBezTo>
                  <a:cubicBezTo>
                    <a:pt x="932" y="8136"/>
                    <a:pt x="515" y="7181"/>
                    <a:pt x="307" y="6206"/>
                  </a:cubicBezTo>
                  <a:cubicBezTo>
                    <a:pt x="99" y="5186"/>
                    <a:pt x="110" y="4111"/>
                    <a:pt x="427" y="3114"/>
                  </a:cubicBezTo>
                  <a:cubicBezTo>
                    <a:pt x="658" y="2423"/>
                    <a:pt x="1041" y="1765"/>
                    <a:pt x="1557" y="1239"/>
                  </a:cubicBezTo>
                  <a:cubicBezTo>
                    <a:pt x="2127" y="658"/>
                    <a:pt x="2873" y="274"/>
                    <a:pt x="3673" y="132"/>
                  </a:cubicBezTo>
                  <a:cubicBezTo>
                    <a:pt x="3794" y="110"/>
                    <a:pt x="3925" y="99"/>
                    <a:pt x="4046" y="88"/>
                  </a:cubicBezTo>
                  <a:cubicBezTo>
                    <a:pt x="4101" y="77"/>
                    <a:pt x="4101" y="0"/>
                    <a:pt x="4046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1" name="Google Shape;991;p57"/>
            <p:cNvSpPr/>
            <p:nvPr/>
          </p:nvSpPr>
          <p:spPr>
            <a:xfrm>
              <a:off x="3665575" y="3116475"/>
              <a:ext cx="64850" cy="253300"/>
            </a:xfrm>
            <a:custGeom>
              <a:rect b="b" l="l" r="r" t="t"/>
              <a:pathLst>
                <a:path extrusionOk="0" h="10132" w="2594">
                  <a:moveTo>
                    <a:pt x="2369" y="0"/>
                  </a:moveTo>
                  <a:cubicBezTo>
                    <a:pt x="2362" y="0"/>
                    <a:pt x="2354" y="2"/>
                    <a:pt x="2347" y="8"/>
                  </a:cubicBezTo>
                  <a:cubicBezTo>
                    <a:pt x="1733" y="359"/>
                    <a:pt x="1240" y="940"/>
                    <a:pt x="856" y="1543"/>
                  </a:cubicBezTo>
                  <a:cubicBezTo>
                    <a:pt x="670" y="1839"/>
                    <a:pt x="505" y="2157"/>
                    <a:pt x="385" y="2486"/>
                  </a:cubicBezTo>
                  <a:cubicBezTo>
                    <a:pt x="242" y="2880"/>
                    <a:pt x="165" y="3297"/>
                    <a:pt x="110" y="3703"/>
                  </a:cubicBezTo>
                  <a:cubicBezTo>
                    <a:pt x="0" y="4580"/>
                    <a:pt x="22" y="5479"/>
                    <a:pt x="99" y="6356"/>
                  </a:cubicBezTo>
                  <a:cubicBezTo>
                    <a:pt x="143" y="6784"/>
                    <a:pt x="209" y="7212"/>
                    <a:pt x="307" y="7639"/>
                  </a:cubicBezTo>
                  <a:cubicBezTo>
                    <a:pt x="406" y="8012"/>
                    <a:pt x="527" y="8406"/>
                    <a:pt x="735" y="8747"/>
                  </a:cubicBezTo>
                  <a:cubicBezTo>
                    <a:pt x="1141" y="9415"/>
                    <a:pt x="1810" y="9853"/>
                    <a:pt x="2533" y="10128"/>
                  </a:cubicBezTo>
                  <a:cubicBezTo>
                    <a:pt x="2539" y="10131"/>
                    <a:pt x="2544" y="10132"/>
                    <a:pt x="2548" y="10132"/>
                  </a:cubicBezTo>
                  <a:cubicBezTo>
                    <a:pt x="2582" y="10132"/>
                    <a:pt x="2594" y="10070"/>
                    <a:pt x="2555" y="10051"/>
                  </a:cubicBezTo>
                  <a:cubicBezTo>
                    <a:pt x="1919" y="9810"/>
                    <a:pt x="1305" y="9426"/>
                    <a:pt x="911" y="8867"/>
                  </a:cubicBezTo>
                  <a:cubicBezTo>
                    <a:pt x="691" y="8549"/>
                    <a:pt x="560" y="8198"/>
                    <a:pt x="450" y="7848"/>
                  </a:cubicBezTo>
                  <a:cubicBezTo>
                    <a:pt x="329" y="7441"/>
                    <a:pt x="253" y="7014"/>
                    <a:pt x="209" y="6598"/>
                  </a:cubicBezTo>
                  <a:cubicBezTo>
                    <a:pt x="110" y="5764"/>
                    <a:pt x="88" y="4898"/>
                    <a:pt x="154" y="4054"/>
                  </a:cubicBezTo>
                  <a:cubicBezTo>
                    <a:pt x="187" y="3615"/>
                    <a:pt x="263" y="3187"/>
                    <a:pt x="373" y="2771"/>
                  </a:cubicBezTo>
                  <a:cubicBezTo>
                    <a:pt x="472" y="2442"/>
                    <a:pt x="614" y="2124"/>
                    <a:pt x="779" y="1817"/>
                  </a:cubicBezTo>
                  <a:cubicBezTo>
                    <a:pt x="987" y="1467"/>
                    <a:pt x="1228" y="1126"/>
                    <a:pt x="1503" y="819"/>
                  </a:cubicBezTo>
                  <a:cubicBezTo>
                    <a:pt x="1755" y="534"/>
                    <a:pt x="2051" y="271"/>
                    <a:pt x="2390" y="74"/>
                  </a:cubicBezTo>
                  <a:cubicBezTo>
                    <a:pt x="2427" y="56"/>
                    <a:pt x="2403" y="0"/>
                    <a:pt x="2369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2" name="Google Shape;992;p57"/>
            <p:cNvSpPr/>
            <p:nvPr/>
          </p:nvSpPr>
          <p:spPr>
            <a:xfrm>
              <a:off x="3721225" y="3116450"/>
              <a:ext cx="8925" cy="252125"/>
            </a:xfrm>
            <a:custGeom>
              <a:rect b="b" l="l" r="r" t="t"/>
              <a:pathLst>
                <a:path extrusionOk="0" h="10085" w="357">
                  <a:moveTo>
                    <a:pt x="143" y="1"/>
                  </a:moveTo>
                  <a:cubicBezTo>
                    <a:pt x="121" y="1"/>
                    <a:pt x="99" y="15"/>
                    <a:pt x="99" y="42"/>
                  </a:cubicBezTo>
                  <a:cubicBezTo>
                    <a:pt x="33" y="1336"/>
                    <a:pt x="0" y="2640"/>
                    <a:pt x="0" y="3934"/>
                  </a:cubicBezTo>
                  <a:cubicBezTo>
                    <a:pt x="0" y="5250"/>
                    <a:pt x="33" y="6565"/>
                    <a:pt x="110" y="7881"/>
                  </a:cubicBezTo>
                  <a:cubicBezTo>
                    <a:pt x="154" y="8605"/>
                    <a:pt x="208" y="9328"/>
                    <a:pt x="274" y="10052"/>
                  </a:cubicBezTo>
                  <a:cubicBezTo>
                    <a:pt x="274" y="10074"/>
                    <a:pt x="296" y="10085"/>
                    <a:pt x="317" y="10085"/>
                  </a:cubicBezTo>
                  <a:cubicBezTo>
                    <a:pt x="337" y="10085"/>
                    <a:pt x="357" y="10074"/>
                    <a:pt x="351" y="10052"/>
                  </a:cubicBezTo>
                  <a:cubicBezTo>
                    <a:pt x="230" y="8758"/>
                    <a:pt x="154" y="7464"/>
                    <a:pt x="110" y="6160"/>
                  </a:cubicBezTo>
                  <a:cubicBezTo>
                    <a:pt x="77" y="4844"/>
                    <a:pt x="77" y="3529"/>
                    <a:pt x="99" y="2213"/>
                  </a:cubicBezTo>
                  <a:cubicBezTo>
                    <a:pt x="121" y="1489"/>
                    <a:pt x="143" y="766"/>
                    <a:pt x="186" y="42"/>
                  </a:cubicBezTo>
                  <a:cubicBezTo>
                    <a:pt x="186" y="15"/>
                    <a:pt x="164" y="1"/>
                    <a:pt x="143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3" name="Google Shape;993;p57"/>
            <p:cNvSpPr/>
            <p:nvPr/>
          </p:nvSpPr>
          <p:spPr>
            <a:xfrm>
              <a:off x="3724325" y="3116375"/>
              <a:ext cx="72025" cy="253275"/>
            </a:xfrm>
            <a:custGeom>
              <a:rect b="b" l="l" r="r" t="t"/>
              <a:pathLst>
                <a:path extrusionOk="0" h="10131" w="2881">
                  <a:moveTo>
                    <a:pt x="63" y="0"/>
                  </a:moveTo>
                  <a:cubicBezTo>
                    <a:pt x="16" y="0"/>
                    <a:pt x="0" y="69"/>
                    <a:pt x="52" y="89"/>
                  </a:cubicBezTo>
                  <a:cubicBezTo>
                    <a:pt x="688" y="352"/>
                    <a:pt x="1246" y="791"/>
                    <a:pt x="1653" y="1350"/>
                  </a:cubicBezTo>
                  <a:cubicBezTo>
                    <a:pt x="2080" y="1931"/>
                    <a:pt x="2354" y="2599"/>
                    <a:pt x="2530" y="3291"/>
                  </a:cubicBezTo>
                  <a:cubicBezTo>
                    <a:pt x="2716" y="4069"/>
                    <a:pt x="2793" y="4902"/>
                    <a:pt x="2716" y="5691"/>
                  </a:cubicBezTo>
                  <a:cubicBezTo>
                    <a:pt x="2650" y="6503"/>
                    <a:pt x="2387" y="7281"/>
                    <a:pt x="1981" y="7994"/>
                  </a:cubicBezTo>
                  <a:cubicBezTo>
                    <a:pt x="1521" y="8794"/>
                    <a:pt x="896" y="9496"/>
                    <a:pt x="161" y="10066"/>
                  </a:cubicBezTo>
                  <a:cubicBezTo>
                    <a:pt x="127" y="10092"/>
                    <a:pt x="160" y="10131"/>
                    <a:pt x="191" y="10131"/>
                  </a:cubicBezTo>
                  <a:cubicBezTo>
                    <a:pt x="200" y="10131"/>
                    <a:pt x="209" y="10128"/>
                    <a:pt x="216" y="10121"/>
                  </a:cubicBezTo>
                  <a:cubicBezTo>
                    <a:pt x="874" y="9606"/>
                    <a:pt x="1455" y="8980"/>
                    <a:pt x="1904" y="8279"/>
                  </a:cubicBezTo>
                  <a:cubicBezTo>
                    <a:pt x="2343" y="7577"/>
                    <a:pt x="2650" y="6788"/>
                    <a:pt x="2771" y="5966"/>
                  </a:cubicBezTo>
                  <a:cubicBezTo>
                    <a:pt x="2881" y="5165"/>
                    <a:pt x="2825" y="4310"/>
                    <a:pt x="2661" y="3520"/>
                  </a:cubicBezTo>
                  <a:cubicBezTo>
                    <a:pt x="2508" y="2797"/>
                    <a:pt x="2255" y="2085"/>
                    <a:pt x="1839" y="1471"/>
                  </a:cubicBezTo>
                  <a:cubicBezTo>
                    <a:pt x="1455" y="900"/>
                    <a:pt x="929" y="418"/>
                    <a:pt x="304" y="111"/>
                  </a:cubicBezTo>
                  <a:cubicBezTo>
                    <a:pt x="227" y="78"/>
                    <a:pt x="150" y="34"/>
                    <a:pt x="74" y="1"/>
                  </a:cubicBezTo>
                  <a:cubicBezTo>
                    <a:pt x="70" y="1"/>
                    <a:pt x="66" y="0"/>
                    <a:pt x="63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4" name="Google Shape;994;p57"/>
            <p:cNvSpPr/>
            <p:nvPr/>
          </p:nvSpPr>
          <p:spPr>
            <a:xfrm>
              <a:off x="3724500" y="3116400"/>
              <a:ext cx="107475" cy="253300"/>
            </a:xfrm>
            <a:custGeom>
              <a:rect b="b" l="l" r="r" t="t"/>
              <a:pathLst>
                <a:path extrusionOk="0" h="10132" w="4299">
                  <a:moveTo>
                    <a:pt x="55" y="0"/>
                  </a:moveTo>
                  <a:cubicBezTo>
                    <a:pt x="1" y="0"/>
                    <a:pt x="1" y="88"/>
                    <a:pt x="55" y="88"/>
                  </a:cubicBezTo>
                  <a:cubicBezTo>
                    <a:pt x="440" y="88"/>
                    <a:pt x="823" y="186"/>
                    <a:pt x="1174" y="329"/>
                  </a:cubicBezTo>
                  <a:cubicBezTo>
                    <a:pt x="1580" y="483"/>
                    <a:pt x="1974" y="702"/>
                    <a:pt x="2325" y="954"/>
                  </a:cubicBezTo>
                  <a:cubicBezTo>
                    <a:pt x="2665" y="1185"/>
                    <a:pt x="2994" y="1470"/>
                    <a:pt x="3257" y="1787"/>
                  </a:cubicBezTo>
                  <a:cubicBezTo>
                    <a:pt x="3542" y="2138"/>
                    <a:pt x="3739" y="2555"/>
                    <a:pt x="3871" y="2983"/>
                  </a:cubicBezTo>
                  <a:cubicBezTo>
                    <a:pt x="4189" y="3947"/>
                    <a:pt x="4200" y="5010"/>
                    <a:pt x="4024" y="6009"/>
                  </a:cubicBezTo>
                  <a:cubicBezTo>
                    <a:pt x="3860" y="6962"/>
                    <a:pt x="3498" y="7960"/>
                    <a:pt x="2840" y="8684"/>
                  </a:cubicBezTo>
                  <a:cubicBezTo>
                    <a:pt x="2238" y="9352"/>
                    <a:pt x="1382" y="9824"/>
                    <a:pt x="505" y="10010"/>
                  </a:cubicBezTo>
                  <a:cubicBezTo>
                    <a:pt x="396" y="10021"/>
                    <a:pt x="297" y="10043"/>
                    <a:pt x="187" y="10054"/>
                  </a:cubicBezTo>
                  <a:cubicBezTo>
                    <a:pt x="136" y="10054"/>
                    <a:pt x="133" y="10132"/>
                    <a:pt x="178" y="10132"/>
                  </a:cubicBezTo>
                  <a:cubicBezTo>
                    <a:pt x="181" y="10132"/>
                    <a:pt x="184" y="10132"/>
                    <a:pt x="187" y="10131"/>
                  </a:cubicBezTo>
                  <a:cubicBezTo>
                    <a:pt x="1086" y="10043"/>
                    <a:pt x="1985" y="9605"/>
                    <a:pt x="2654" y="8991"/>
                  </a:cubicBezTo>
                  <a:cubicBezTo>
                    <a:pt x="3388" y="8322"/>
                    <a:pt x="3805" y="7357"/>
                    <a:pt x="4024" y="6403"/>
                  </a:cubicBezTo>
                  <a:cubicBezTo>
                    <a:pt x="4255" y="5405"/>
                    <a:pt x="4299" y="4331"/>
                    <a:pt x="4058" y="3322"/>
                  </a:cubicBezTo>
                  <a:cubicBezTo>
                    <a:pt x="3937" y="2851"/>
                    <a:pt x="3761" y="2369"/>
                    <a:pt x="3487" y="1974"/>
                  </a:cubicBezTo>
                  <a:cubicBezTo>
                    <a:pt x="3257" y="1634"/>
                    <a:pt x="2961" y="1338"/>
                    <a:pt x="2643" y="1085"/>
                  </a:cubicBezTo>
                  <a:cubicBezTo>
                    <a:pt x="2292" y="812"/>
                    <a:pt x="1909" y="571"/>
                    <a:pt x="1503" y="373"/>
                  </a:cubicBezTo>
                  <a:cubicBezTo>
                    <a:pt x="1130" y="208"/>
                    <a:pt x="735" y="66"/>
                    <a:pt x="330" y="22"/>
                  </a:cubicBezTo>
                  <a:cubicBezTo>
                    <a:pt x="231" y="11"/>
                    <a:pt x="143" y="0"/>
                    <a:pt x="55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5" name="Google Shape;995;p57"/>
            <p:cNvSpPr/>
            <p:nvPr/>
          </p:nvSpPr>
          <p:spPr>
            <a:xfrm>
              <a:off x="3601975" y="3246875"/>
              <a:ext cx="253025" cy="1925"/>
            </a:xfrm>
            <a:custGeom>
              <a:rect b="b" l="l" r="r" t="t"/>
              <a:pathLst>
                <a:path extrusionOk="0" h="77" w="10121">
                  <a:moveTo>
                    <a:pt x="45" y="0"/>
                  </a:moveTo>
                  <a:cubicBezTo>
                    <a:pt x="1" y="0"/>
                    <a:pt x="1" y="77"/>
                    <a:pt x="45" y="77"/>
                  </a:cubicBezTo>
                  <a:lnTo>
                    <a:pt x="10066" y="77"/>
                  </a:lnTo>
                  <a:cubicBezTo>
                    <a:pt x="10121" y="77"/>
                    <a:pt x="10121" y="0"/>
                    <a:pt x="10066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6" name="Google Shape;996;p57"/>
            <p:cNvSpPr/>
            <p:nvPr/>
          </p:nvSpPr>
          <p:spPr>
            <a:xfrm>
              <a:off x="3621175" y="3175750"/>
              <a:ext cx="212450" cy="2175"/>
            </a:xfrm>
            <a:custGeom>
              <a:rect b="b" l="l" r="r" t="t"/>
              <a:pathLst>
                <a:path extrusionOk="0" h="87" w="8498">
                  <a:moveTo>
                    <a:pt x="176" y="0"/>
                  </a:moveTo>
                  <a:cubicBezTo>
                    <a:pt x="139" y="0"/>
                    <a:pt x="103" y="2"/>
                    <a:pt x="66" y="5"/>
                  </a:cubicBezTo>
                  <a:lnTo>
                    <a:pt x="55" y="5"/>
                  </a:lnTo>
                  <a:cubicBezTo>
                    <a:pt x="0" y="5"/>
                    <a:pt x="0" y="82"/>
                    <a:pt x="55" y="82"/>
                  </a:cubicBezTo>
                  <a:lnTo>
                    <a:pt x="8103" y="82"/>
                  </a:lnTo>
                  <a:cubicBezTo>
                    <a:pt x="8176" y="82"/>
                    <a:pt x="8249" y="87"/>
                    <a:pt x="8322" y="87"/>
                  </a:cubicBezTo>
                  <a:cubicBezTo>
                    <a:pt x="8359" y="87"/>
                    <a:pt x="8395" y="86"/>
                    <a:pt x="8432" y="82"/>
                  </a:cubicBezTo>
                  <a:lnTo>
                    <a:pt x="8442" y="82"/>
                  </a:lnTo>
                  <a:cubicBezTo>
                    <a:pt x="8498" y="82"/>
                    <a:pt x="8498" y="5"/>
                    <a:pt x="8442" y="5"/>
                  </a:cubicBezTo>
                  <a:lnTo>
                    <a:pt x="395" y="5"/>
                  </a:lnTo>
                  <a:cubicBezTo>
                    <a:pt x="322" y="5"/>
                    <a:pt x="249" y="0"/>
                    <a:pt x="176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7" name="Google Shape;997;p57"/>
            <p:cNvSpPr/>
            <p:nvPr/>
          </p:nvSpPr>
          <p:spPr>
            <a:xfrm>
              <a:off x="3629675" y="3317850"/>
              <a:ext cx="196275" cy="2225"/>
            </a:xfrm>
            <a:custGeom>
              <a:rect b="b" l="l" r="r" t="t"/>
              <a:pathLst>
                <a:path extrusionOk="0" h="89" w="7851">
                  <a:moveTo>
                    <a:pt x="44" y="0"/>
                  </a:moveTo>
                  <a:cubicBezTo>
                    <a:pt x="1" y="0"/>
                    <a:pt x="1" y="88"/>
                    <a:pt x="44" y="88"/>
                  </a:cubicBezTo>
                  <a:lnTo>
                    <a:pt x="7795" y="88"/>
                  </a:lnTo>
                  <a:cubicBezTo>
                    <a:pt x="7851" y="88"/>
                    <a:pt x="7851" y="0"/>
                    <a:pt x="7795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98" name="Google Shape;998;p57"/>
          <p:cNvSpPr/>
          <p:nvPr/>
        </p:nvSpPr>
        <p:spPr>
          <a:xfrm rot="7802080">
            <a:off x="5238753" y="3308846"/>
            <a:ext cx="4195605" cy="2007300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999" name="Google Shape;999;p57"/>
          <p:cNvSpPr/>
          <p:nvPr/>
        </p:nvSpPr>
        <p:spPr>
          <a:xfrm>
            <a:off x="6595800" y="-501775"/>
            <a:ext cx="3899475" cy="1866000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1000" name="Google Shape;1000;p57"/>
          <p:cNvSpPr/>
          <p:nvPr/>
        </p:nvSpPr>
        <p:spPr>
          <a:xfrm>
            <a:off x="-551050" y="627750"/>
            <a:ext cx="964387" cy="1748853"/>
          </a:xfrm>
          <a:custGeom>
            <a:rect b="b" l="l" r="r" t="t"/>
            <a:pathLst>
              <a:path extrusionOk="0" h="44975" w="24801">
                <a:moveTo>
                  <a:pt x="0" y="0"/>
                </a:moveTo>
                <a:cubicBezTo>
                  <a:pt x="9939" y="2840"/>
                  <a:pt x="22701" y="8942"/>
                  <a:pt x="24402" y="19138"/>
                </a:cubicBezTo>
                <a:cubicBezTo>
                  <a:pt x="25999" y="28707"/>
                  <a:pt x="19683" y="40640"/>
                  <a:pt x="11004" y="44975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1001" name="Google Shape;1001;p57"/>
          <p:cNvSpPr/>
          <p:nvPr/>
        </p:nvSpPr>
        <p:spPr>
          <a:xfrm rot="-2700000">
            <a:off x="2523063" y="-602314"/>
            <a:ext cx="1119389" cy="1104828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1002" name="Google Shape;1002;p57"/>
          <p:cNvSpPr/>
          <p:nvPr/>
        </p:nvSpPr>
        <p:spPr>
          <a:xfrm rot="10799680">
            <a:off x="-130646" y="4631436"/>
            <a:ext cx="4195445" cy="2007256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2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1003" name="Google Shape;1003;p57"/>
          <p:cNvSpPr/>
          <p:nvPr/>
        </p:nvSpPr>
        <p:spPr>
          <a:xfrm>
            <a:off x="1039702" y="1056449"/>
            <a:ext cx="588829" cy="147316"/>
          </a:xfrm>
          <a:custGeom>
            <a:rect b="b" l="l" r="r" t="t"/>
            <a:pathLst>
              <a:path extrusionOk="0" h="1358" w="5428">
                <a:moveTo>
                  <a:pt x="3524" y="0"/>
                </a:moveTo>
                <a:cubicBezTo>
                  <a:pt x="3201" y="0"/>
                  <a:pt x="2890" y="197"/>
                  <a:pt x="2752" y="481"/>
                </a:cubicBezTo>
                <a:cubicBezTo>
                  <a:pt x="2587" y="352"/>
                  <a:pt x="2379" y="286"/>
                  <a:pt x="2173" y="286"/>
                </a:cubicBezTo>
                <a:cubicBezTo>
                  <a:pt x="2079" y="286"/>
                  <a:pt x="1986" y="300"/>
                  <a:pt x="1897" y="327"/>
                </a:cubicBezTo>
                <a:cubicBezTo>
                  <a:pt x="1601" y="426"/>
                  <a:pt x="1371" y="678"/>
                  <a:pt x="1294" y="963"/>
                </a:cubicBezTo>
                <a:cubicBezTo>
                  <a:pt x="1149" y="810"/>
                  <a:pt x="937" y="722"/>
                  <a:pt x="726" y="722"/>
                </a:cubicBezTo>
                <a:cubicBezTo>
                  <a:pt x="666" y="722"/>
                  <a:pt x="607" y="729"/>
                  <a:pt x="548" y="744"/>
                </a:cubicBezTo>
                <a:cubicBezTo>
                  <a:pt x="285" y="820"/>
                  <a:pt x="66" y="1040"/>
                  <a:pt x="0" y="1303"/>
                </a:cubicBezTo>
                <a:lnTo>
                  <a:pt x="5416" y="1358"/>
                </a:lnTo>
                <a:cubicBezTo>
                  <a:pt x="5428" y="1105"/>
                  <a:pt x="5296" y="842"/>
                  <a:pt x="5077" y="711"/>
                </a:cubicBezTo>
                <a:cubicBezTo>
                  <a:pt x="4972" y="648"/>
                  <a:pt x="4849" y="617"/>
                  <a:pt x="4726" y="617"/>
                </a:cubicBezTo>
                <a:cubicBezTo>
                  <a:pt x="4592" y="617"/>
                  <a:pt x="4456" y="653"/>
                  <a:pt x="4342" y="722"/>
                </a:cubicBezTo>
                <a:cubicBezTo>
                  <a:pt x="4287" y="360"/>
                  <a:pt x="3991" y="64"/>
                  <a:pt x="3640" y="9"/>
                </a:cubicBezTo>
                <a:cubicBezTo>
                  <a:pt x="3601" y="3"/>
                  <a:pt x="3563" y="0"/>
                  <a:pt x="352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4" name="Google Shape;1004;p57"/>
          <p:cNvSpPr/>
          <p:nvPr/>
        </p:nvSpPr>
        <p:spPr>
          <a:xfrm>
            <a:off x="8865552" y="2636886"/>
            <a:ext cx="588829" cy="147316"/>
          </a:xfrm>
          <a:custGeom>
            <a:rect b="b" l="l" r="r" t="t"/>
            <a:pathLst>
              <a:path extrusionOk="0" h="1358" w="5428">
                <a:moveTo>
                  <a:pt x="3524" y="0"/>
                </a:moveTo>
                <a:cubicBezTo>
                  <a:pt x="3201" y="0"/>
                  <a:pt x="2890" y="197"/>
                  <a:pt x="2752" y="481"/>
                </a:cubicBezTo>
                <a:cubicBezTo>
                  <a:pt x="2587" y="352"/>
                  <a:pt x="2379" y="286"/>
                  <a:pt x="2173" y="286"/>
                </a:cubicBezTo>
                <a:cubicBezTo>
                  <a:pt x="2079" y="286"/>
                  <a:pt x="1986" y="300"/>
                  <a:pt x="1897" y="327"/>
                </a:cubicBezTo>
                <a:cubicBezTo>
                  <a:pt x="1601" y="426"/>
                  <a:pt x="1371" y="678"/>
                  <a:pt x="1294" y="963"/>
                </a:cubicBezTo>
                <a:cubicBezTo>
                  <a:pt x="1149" y="810"/>
                  <a:pt x="937" y="722"/>
                  <a:pt x="726" y="722"/>
                </a:cubicBezTo>
                <a:cubicBezTo>
                  <a:pt x="666" y="722"/>
                  <a:pt x="607" y="729"/>
                  <a:pt x="548" y="744"/>
                </a:cubicBezTo>
                <a:cubicBezTo>
                  <a:pt x="285" y="820"/>
                  <a:pt x="66" y="1040"/>
                  <a:pt x="0" y="1303"/>
                </a:cubicBezTo>
                <a:lnTo>
                  <a:pt x="5416" y="1358"/>
                </a:lnTo>
                <a:cubicBezTo>
                  <a:pt x="5428" y="1105"/>
                  <a:pt x="5296" y="842"/>
                  <a:pt x="5077" y="711"/>
                </a:cubicBezTo>
                <a:cubicBezTo>
                  <a:pt x="4972" y="648"/>
                  <a:pt x="4849" y="617"/>
                  <a:pt x="4726" y="617"/>
                </a:cubicBezTo>
                <a:cubicBezTo>
                  <a:pt x="4592" y="617"/>
                  <a:pt x="4456" y="653"/>
                  <a:pt x="4342" y="722"/>
                </a:cubicBezTo>
                <a:cubicBezTo>
                  <a:pt x="4287" y="360"/>
                  <a:pt x="3991" y="64"/>
                  <a:pt x="3640" y="9"/>
                </a:cubicBezTo>
                <a:cubicBezTo>
                  <a:pt x="3601" y="3"/>
                  <a:pt x="3563" y="0"/>
                  <a:pt x="352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5" name="Google Shape;1005;p57"/>
          <p:cNvSpPr/>
          <p:nvPr/>
        </p:nvSpPr>
        <p:spPr>
          <a:xfrm>
            <a:off x="6442732" y="320521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6" name="Google Shape;1006;p57"/>
          <p:cNvSpPr/>
          <p:nvPr/>
        </p:nvSpPr>
        <p:spPr>
          <a:xfrm>
            <a:off x="7369552" y="4478861"/>
            <a:ext cx="588829" cy="147316"/>
          </a:xfrm>
          <a:custGeom>
            <a:rect b="b" l="l" r="r" t="t"/>
            <a:pathLst>
              <a:path extrusionOk="0" h="1358" w="5428">
                <a:moveTo>
                  <a:pt x="3524" y="0"/>
                </a:moveTo>
                <a:cubicBezTo>
                  <a:pt x="3201" y="0"/>
                  <a:pt x="2890" y="197"/>
                  <a:pt x="2752" y="481"/>
                </a:cubicBezTo>
                <a:cubicBezTo>
                  <a:pt x="2587" y="352"/>
                  <a:pt x="2379" y="286"/>
                  <a:pt x="2173" y="286"/>
                </a:cubicBezTo>
                <a:cubicBezTo>
                  <a:pt x="2079" y="286"/>
                  <a:pt x="1986" y="300"/>
                  <a:pt x="1897" y="327"/>
                </a:cubicBezTo>
                <a:cubicBezTo>
                  <a:pt x="1601" y="426"/>
                  <a:pt x="1371" y="678"/>
                  <a:pt x="1294" y="963"/>
                </a:cubicBezTo>
                <a:cubicBezTo>
                  <a:pt x="1149" y="810"/>
                  <a:pt x="937" y="722"/>
                  <a:pt x="726" y="722"/>
                </a:cubicBezTo>
                <a:cubicBezTo>
                  <a:pt x="666" y="722"/>
                  <a:pt x="607" y="729"/>
                  <a:pt x="548" y="744"/>
                </a:cubicBezTo>
                <a:cubicBezTo>
                  <a:pt x="285" y="820"/>
                  <a:pt x="66" y="1040"/>
                  <a:pt x="0" y="1303"/>
                </a:cubicBezTo>
                <a:lnTo>
                  <a:pt x="5416" y="1358"/>
                </a:lnTo>
                <a:cubicBezTo>
                  <a:pt x="5428" y="1105"/>
                  <a:pt x="5296" y="842"/>
                  <a:pt x="5077" y="711"/>
                </a:cubicBezTo>
                <a:cubicBezTo>
                  <a:pt x="4972" y="648"/>
                  <a:pt x="4849" y="617"/>
                  <a:pt x="4726" y="617"/>
                </a:cubicBezTo>
                <a:cubicBezTo>
                  <a:pt x="4592" y="617"/>
                  <a:pt x="4456" y="653"/>
                  <a:pt x="4342" y="722"/>
                </a:cubicBezTo>
                <a:cubicBezTo>
                  <a:pt x="4287" y="360"/>
                  <a:pt x="3991" y="64"/>
                  <a:pt x="3640" y="9"/>
                </a:cubicBezTo>
                <a:cubicBezTo>
                  <a:pt x="3601" y="3"/>
                  <a:pt x="3563" y="0"/>
                  <a:pt x="352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7" name="Google Shape;1007;p57"/>
          <p:cNvSpPr/>
          <p:nvPr/>
        </p:nvSpPr>
        <p:spPr>
          <a:xfrm>
            <a:off x="-175498" y="3254536"/>
            <a:ext cx="588829" cy="147316"/>
          </a:xfrm>
          <a:custGeom>
            <a:rect b="b" l="l" r="r" t="t"/>
            <a:pathLst>
              <a:path extrusionOk="0" h="1358" w="5428">
                <a:moveTo>
                  <a:pt x="3524" y="0"/>
                </a:moveTo>
                <a:cubicBezTo>
                  <a:pt x="3201" y="0"/>
                  <a:pt x="2890" y="197"/>
                  <a:pt x="2752" y="481"/>
                </a:cubicBezTo>
                <a:cubicBezTo>
                  <a:pt x="2587" y="352"/>
                  <a:pt x="2379" y="286"/>
                  <a:pt x="2173" y="286"/>
                </a:cubicBezTo>
                <a:cubicBezTo>
                  <a:pt x="2079" y="286"/>
                  <a:pt x="1986" y="300"/>
                  <a:pt x="1897" y="327"/>
                </a:cubicBezTo>
                <a:cubicBezTo>
                  <a:pt x="1601" y="426"/>
                  <a:pt x="1371" y="678"/>
                  <a:pt x="1294" y="963"/>
                </a:cubicBezTo>
                <a:cubicBezTo>
                  <a:pt x="1149" y="810"/>
                  <a:pt x="937" y="722"/>
                  <a:pt x="726" y="722"/>
                </a:cubicBezTo>
                <a:cubicBezTo>
                  <a:pt x="666" y="722"/>
                  <a:pt x="607" y="729"/>
                  <a:pt x="548" y="744"/>
                </a:cubicBezTo>
                <a:cubicBezTo>
                  <a:pt x="285" y="820"/>
                  <a:pt x="66" y="1040"/>
                  <a:pt x="0" y="1303"/>
                </a:cubicBezTo>
                <a:lnTo>
                  <a:pt x="5416" y="1358"/>
                </a:lnTo>
                <a:cubicBezTo>
                  <a:pt x="5428" y="1105"/>
                  <a:pt x="5296" y="842"/>
                  <a:pt x="5077" y="711"/>
                </a:cubicBezTo>
                <a:cubicBezTo>
                  <a:pt x="4972" y="648"/>
                  <a:pt x="4849" y="617"/>
                  <a:pt x="4726" y="617"/>
                </a:cubicBezTo>
                <a:cubicBezTo>
                  <a:pt x="4592" y="617"/>
                  <a:pt x="4456" y="653"/>
                  <a:pt x="4342" y="722"/>
                </a:cubicBezTo>
                <a:cubicBezTo>
                  <a:pt x="4287" y="360"/>
                  <a:pt x="3991" y="64"/>
                  <a:pt x="3640" y="9"/>
                </a:cubicBezTo>
                <a:cubicBezTo>
                  <a:pt x="3601" y="3"/>
                  <a:pt x="3563" y="0"/>
                  <a:pt x="352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08" name="Google Shape;1008;p57"/>
          <p:cNvGrpSpPr/>
          <p:nvPr/>
        </p:nvGrpSpPr>
        <p:grpSpPr>
          <a:xfrm flipH="1">
            <a:off x="8622323" y="1203763"/>
            <a:ext cx="416587" cy="596813"/>
            <a:chOff x="8555949" y="806163"/>
            <a:chExt cx="416587" cy="596813"/>
          </a:xfrm>
        </p:grpSpPr>
        <p:sp>
          <p:nvSpPr>
            <p:cNvPr id="1009" name="Google Shape;1009;p57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0" name="Google Shape;1010;p57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1" name="Google Shape;1011;p57"/>
            <p:cNvSpPr/>
            <p:nvPr/>
          </p:nvSpPr>
          <p:spPr>
            <a:xfrm>
              <a:off x="8879236" y="806163"/>
              <a:ext cx="93300" cy="93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2" name="Google Shape;1012;p57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13" name="Google Shape;1013;p57"/>
          <p:cNvGrpSpPr/>
          <p:nvPr/>
        </p:nvGrpSpPr>
        <p:grpSpPr>
          <a:xfrm flipH="1">
            <a:off x="413323" y="1758575"/>
            <a:ext cx="400212" cy="418950"/>
            <a:chOff x="8555949" y="984025"/>
            <a:chExt cx="400212" cy="418950"/>
          </a:xfrm>
        </p:grpSpPr>
        <p:sp>
          <p:nvSpPr>
            <p:cNvPr id="1014" name="Google Shape;1014;p57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5" name="Google Shape;1015;p57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6" name="Google Shape;1016;p57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17" name="Google Shape;1017;p57"/>
          <p:cNvGrpSpPr/>
          <p:nvPr/>
        </p:nvGrpSpPr>
        <p:grpSpPr>
          <a:xfrm>
            <a:off x="8402289" y="4373147"/>
            <a:ext cx="461594" cy="461695"/>
            <a:chOff x="3601725" y="3116375"/>
            <a:chExt cx="253275" cy="253400"/>
          </a:xfrm>
        </p:grpSpPr>
        <p:sp>
          <p:nvSpPr>
            <p:cNvPr id="1018" name="Google Shape;1018;p57"/>
            <p:cNvSpPr/>
            <p:nvPr/>
          </p:nvSpPr>
          <p:spPr>
            <a:xfrm>
              <a:off x="3601725" y="3116650"/>
              <a:ext cx="251900" cy="252200"/>
            </a:xfrm>
            <a:custGeom>
              <a:rect b="b" l="l" r="r" t="t"/>
              <a:pathLst>
                <a:path extrusionOk="0" h="10088" w="10076">
                  <a:moveTo>
                    <a:pt x="5044" y="1"/>
                  </a:moveTo>
                  <a:cubicBezTo>
                    <a:pt x="2259" y="1"/>
                    <a:pt x="0" y="2259"/>
                    <a:pt x="0" y="5044"/>
                  </a:cubicBezTo>
                  <a:cubicBezTo>
                    <a:pt x="0" y="7829"/>
                    <a:pt x="2259" y="10088"/>
                    <a:pt x="5044" y="10088"/>
                  </a:cubicBezTo>
                  <a:cubicBezTo>
                    <a:pt x="7817" y="10088"/>
                    <a:pt x="10076" y="7829"/>
                    <a:pt x="10076" y="5044"/>
                  </a:cubicBezTo>
                  <a:cubicBezTo>
                    <a:pt x="10076" y="2259"/>
                    <a:pt x="7817" y="1"/>
                    <a:pt x="5044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9" name="Google Shape;1019;p57"/>
            <p:cNvSpPr/>
            <p:nvPr/>
          </p:nvSpPr>
          <p:spPr>
            <a:xfrm>
              <a:off x="3623650" y="3116400"/>
              <a:ext cx="105275" cy="252200"/>
            </a:xfrm>
            <a:custGeom>
              <a:rect b="b" l="l" r="r" t="t"/>
              <a:pathLst>
                <a:path extrusionOk="0" h="10088" w="4211">
                  <a:moveTo>
                    <a:pt x="4046" y="0"/>
                  </a:moveTo>
                  <a:cubicBezTo>
                    <a:pt x="3180" y="88"/>
                    <a:pt x="2368" y="406"/>
                    <a:pt x="1721" y="976"/>
                  </a:cubicBezTo>
                  <a:cubicBezTo>
                    <a:pt x="1184" y="1448"/>
                    <a:pt x="768" y="2050"/>
                    <a:pt x="493" y="2708"/>
                  </a:cubicBezTo>
                  <a:cubicBezTo>
                    <a:pt x="77" y="3706"/>
                    <a:pt x="0" y="4813"/>
                    <a:pt x="164" y="5877"/>
                  </a:cubicBezTo>
                  <a:cubicBezTo>
                    <a:pt x="329" y="6886"/>
                    <a:pt x="691" y="7872"/>
                    <a:pt x="1348" y="8662"/>
                  </a:cubicBezTo>
                  <a:cubicBezTo>
                    <a:pt x="1962" y="9407"/>
                    <a:pt x="2839" y="9956"/>
                    <a:pt x="3804" y="10065"/>
                  </a:cubicBezTo>
                  <a:cubicBezTo>
                    <a:pt x="3925" y="10087"/>
                    <a:pt x="4046" y="10087"/>
                    <a:pt x="4167" y="10087"/>
                  </a:cubicBezTo>
                  <a:cubicBezTo>
                    <a:pt x="4210" y="10087"/>
                    <a:pt x="4210" y="10010"/>
                    <a:pt x="4167" y="10010"/>
                  </a:cubicBezTo>
                  <a:cubicBezTo>
                    <a:pt x="3202" y="9999"/>
                    <a:pt x="2291" y="9539"/>
                    <a:pt x="1623" y="8859"/>
                  </a:cubicBezTo>
                  <a:cubicBezTo>
                    <a:pt x="932" y="8136"/>
                    <a:pt x="515" y="7181"/>
                    <a:pt x="307" y="6206"/>
                  </a:cubicBezTo>
                  <a:cubicBezTo>
                    <a:pt x="99" y="5186"/>
                    <a:pt x="110" y="4111"/>
                    <a:pt x="427" y="3114"/>
                  </a:cubicBezTo>
                  <a:cubicBezTo>
                    <a:pt x="658" y="2423"/>
                    <a:pt x="1041" y="1765"/>
                    <a:pt x="1557" y="1239"/>
                  </a:cubicBezTo>
                  <a:cubicBezTo>
                    <a:pt x="2127" y="658"/>
                    <a:pt x="2873" y="274"/>
                    <a:pt x="3673" y="132"/>
                  </a:cubicBezTo>
                  <a:cubicBezTo>
                    <a:pt x="3794" y="110"/>
                    <a:pt x="3925" y="99"/>
                    <a:pt x="4046" y="88"/>
                  </a:cubicBezTo>
                  <a:cubicBezTo>
                    <a:pt x="4101" y="77"/>
                    <a:pt x="4101" y="0"/>
                    <a:pt x="4046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0" name="Google Shape;1020;p57"/>
            <p:cNvSpPr/>
            <p:nvPr/>
          </p:nvSpPr>
          <p:spPr>
            <a:xfrm>
              <a:off x="3665575" y="3116475"/>
              <a:ext cx="64850" cy="253300"/>
            </a:xfrm>
            <a:custGeom>
              <a:rect b="b" l="l" r="r" t="t"/>
              <a:pathLst>
                <a:path extrusionOk="0" h="10132" w="2594">
                  <a:moveTo>
                    <a:pt x="2369" y="0"/>
                  </a:moveTo>
                  <a:cubicBezTo>
                    <a:pt x="2362" y="0"/>
                    <a:pt x="2354" y="2"/>
                    <a:pt x="2347" y="8"/>
                  </a:cubicBezTo>
                  <a:cubicBezTo>
                    <a:pt x="1733" y="359"/>
                    <a:pt x="1240" y="940"/>
                    <a:pt x="856" y="1543"/>
                  </a:cubicBezTo>
                  <a:cubicBezTo>
                    <a:pt x="670" y="1839"/>
                    <a:pt x="505" y="2157"/>
                    <a:pt x="385" y="2486"/>
                  </a:cubicBezTo>
                  <a:cubicBezTo>
                    <a:pt x="242" y="2880"/>
                    <a:pt x="165" y="3297"/>
                    <a:pt x="110" y="3703"/>
                  </a:cubicBezTo>
                  <a:cubicBezTo>
                    <a:pt x="0" y="4580"/>
                    <a:pt x="22" y="5479"/>
                    <a:pt x="99" y="6356"/>
                  </a:cubicBezTo>
                  <a:cubicBezTo>
                    <a:pt x="143" y="6784"/>
                    <a:pt x="209" y="7212"/>
                    <a:pt x="307" y="7639"/>
                  </a:cubicBezTo>
                  <a:cubicBezTo>
                    <a:pt x="406" y="8012"/>
                    <a:pt x="527" y="8406"/>
                    <a:pt x="735" y="8747"/>
                  </a:cubicBezTo>
                  <a:cubicBezTo>
                    <a:pt x="1141" y="9415"/>
                    <a:pt x="1810" y="9853"/>
                    <a:pt x="2533" y="10128"/>
                  </a:cubicBezTo>
                  <a:cubicBezTo>
                    <a:pt x="2539" y="10131"/>
                    <a:pt x="2544" y="10132"/>
                    <a:pt x="2548" y="10132"/>
                  </a:cubicBezTo>
                  <a:cubicBezTo>
                    <a:pt x="2582" y="10132"/>
                    <a:pt x="2594" y="10070"/>
                    <a:pt x="2555" y="10051"/>
                  </a:cubicBezTo>
                  <a:cubicBezTo>
                    <a:pt x="1919" y="9810"/>
                    <a:pt x="1305" y="9426"/>
                    <a:pt x="911" y="8867"/>
                  </a:cubicBezTo>
                  <a:cubicBezTo>
                    <a:pt x="691" y="8549"/>
                    <a:pt x="560" y="8198"/>
                    <a:pt x="450" y="7848"/>
                  </a:cubicBezTo>
                  <a:cubicBezTo>
                    <a:pt x="329" y="7441"/>
                    <a:pt x="253" y="7014"/>
                    <a:pt x="209" y="6598"/>
                  </a:cubicBezTo>
                  <a:cubicBezTo>
                    <a:pt x="110" y="5764"/>
                    <a:pt x="88" y="4898"/>
                    <a:pt x="154" y="4054"/>
                  </a:cubicBezTo>
                  <a:cubicBezTo>
                    <a:pt x="187" y="3615"/>
                    <a:pt x="263" y="3187"/>
                    <a:pt x="373" y="2771"/>
                  </a:cubicBezTo>
                  <a:cubicBezTo>
                    <a:pt x="472" y="2442"/>
                    <a:pt x="614" y="2124"/>
                    <a:pt x="779" y="1817"/>
                  </a:cubicBezTo>
                  <a:cubicBezTo>
                    <a:pt x="987" y="1467"/>
                    <a:pt x="1228" y="1126"/>
                    <a:pt x="1503" y="819"/>
                  </a:cubicBezTo>
                  <a:cubicBezTo>
                    <a:pt x="1755" y="534"/>
                    <a:pt x="2051" y="271"/>
                    <a:pt x="2390" y="74"/>
                  </a:cubicBezTo>
                  <a:cubicBezTo>
                    <a:pt x="2427" y="56"/>
                    <a:pt x="2403" y="0"/>
                    <a:pt x="2369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1" name="Google Shape;1021;p57"/>
            <p:cNvSpPr/>
            <p:nvPr/>
          </p:nvSpPr>
          <p:spPr>
            <a:xfrm>
              <a:off x="3721225" y="3116450"/>
              <a:ext cx="8925" cy="252125"/>
            </a:xfrm>
            <a:custGeom>
              <a:rect b="b" l="l" r="r" t="t"/>
              <a:pathLst>
                <a:path extrusionOk="0" h="10085" w="357">
                  <a:moveTo>
                    <a:pt x="143" y="1"/>
                  </a:moveTo>
                  <a:cubicBezTo>
                    <a:pt x="121" y="1"/>
                    <a:pt x="99" y="15"/>
                    <a:pt x="99" y="42"/>
                  </a:cubicBezTo>
                  <a:cubicBezTo>
                    <a:pt x="33" y="1336"/>
                    <a:pt x="0" y="2640"/>
                    <a:pt x="0" y="3934"/>
                  </a:cubicBezTo>
                  <a:cubicBezTo>
                    <a:pt x="0" y="5250"/>
                    <a:pt x="33" y="6565"/>
                    <a:pt x="110" y="7881"/>
                  </a:cubicBezTo>
                  <a:cubicBezTo>
                    <a:pt x="154" y="8605"/>
                    <a:pt x="208" y="9328"/>
                    <a:pt x="274" y="10052"/>
                  </a:cubicBezTo>
                  <a:cubicBezTo>
                    <a:pt x="274" y="10074"/>
                    <a:pt x="296" y="10085"/>
                    <a:pt x="317" y="10085"/>
                  </a:cubicBezTo>
                  <a:cubicBezTo>
                    <a:pt x="337" y="10085"/>
                    <a:pt x="357" y="10074"/>
                    <a:pt x="351" y="10052"/>
                  </a:cubicBezTo>
                  <a:cubicBezTo>
                    <a:pt x="230" y="8758"/>
                    <a:pt x="154" y="7464"/>
                    <a:pt x="110" y="6160"/>
                  </a:cubicBezTo>
                  <a:cubicBezTo>
                    <a:pt x="77" y="4844"/>
                    <a:pt x="77" y="3529"/>
                    <a:pt x="99" y="2213"/>
                  </a:cubicBezTo>
                  <a:cubicBezTo>
                    <a:pt x="121" y="1489"/>
                    <a:pt x="143" y="766"/>
                    <a:pt x="186" y="42"/>
                  </a:cubicBezTo>
                  <a:cubicBezTo>
                    <a:pt x="186" y="15"/>
                    <a:pt x="164" y="1"/>
                    <a:pt x="143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2" name="Google Shape;1022;p57"/>
            <p:cNvSpPr/>
            <p:nvPr/>
          </p:nvSpPr>
          <p:spPr>
            <a:xfrm>
              <a:off x="3724325" y="3116375"/>
              <a:ext cx="72025" cy="253275"/>
            </a:xfrm>
            <a:custGeom>
              <a:rect b="b" l="l" r="r" t="t"/>
              <a:pathLst>
                <a:path extrusionOk="0" h="10131" w="2881">
                  <a:moveTo>
                    <a:pt x="63" y="0"/>
                  </a:moveTo>
                  <a:cubicBezTo>
                    <a:pt x="16" y="0"/>
                    <a:pt x="0" y="69"/>
                    <a:pt x="52" y="89"/>
                  </a:cubicBezTo>
                  <a:cubicBezTo>
                    <a:pt x="688" y="352"/>
                    <a:pt x="1246" y="791"/>
                    <a:pt x="1653" y="1350"/>
                  </a:cubicBezTo>
                  <a:cubicBezTo>
                    <a:pt x="2080" y="1931"/>
                    <a:pt x="2354" y="2599"/>
                    <a:pt x="2530" y="3291"/>
                  </a:cubicBezTo>
                  <a:cubicBezTo>
                    <a:pt x="2716" y="4069"/>
                    <a:pt x="2793" y="4902"/>
                    <a:pt x="2716" y="5691"/>
                  </a:cubicBezTo>
                  <a:cubicBezTo>
                    <a:pt x="2650" y="6503"/>
                    <a:pt x="2387" y="7281"/>
                    <a:pt x="1981" y="7994"/>
                  </a:cubicBezTo>
                  <a:cubicBezTo>
                    <a:pt x="1521" y="8794"/>
                    <a:pt x="896" y="9496"/>
                    <a:pt x="161" y="10066"/>
                  </a:cubicBezTo>
                  <a:cubicBezTo>
                    <a:pt x="127" y="10092"/>
                    <a:pt x="160" y="10131"/>
                    <a:pt x="191" y="10131"/>
                  </a:cubicBezTo>
                  <a:cubicBezTo>
                    <a:pt x="200" y="10131"/>
                    <a:pt x="209" y="10128"/>
                    <a:pt x="216" y="10121"/>
                  </a:cubicBezTo>
                  <a:cubicBezTo>
                    <a:pt x="874" y="9606"/>
                    <a:pt x="1455" y="8980"/>
                    <a:pt x="1904" y="8279"/>
                  </a:cubicBezTo>
                  <a:cubicBezTo>
                    <a:pt x="2343" y="7577"/>
                    <a:pt x="2650" y="6788"/>
                    <a:pt x="2771" y="5966"/>
                  </a:cubicBezTo>
                  <a:cubicBezTo>
                    <a:pt x="2881" y="5165"/>
                    <a:pt x="2825" y="4310"/>
                    <a:pt x="2661" y="3520"/>
                  </a:cubicBezTo>
                  <a:cubicBezTo>
                    <a:pt x="2508" y="2797"/>
                    <a:pt x="2255" y="2085"/>
                    <a:pt x="1839" y="1471"/>
                  </a:cubicBezTo>
                  <a:cubicBezTo>
                    <a:pt x="1455" y="900"/>
                    <a:pt x="929" y="418"/>
                    <a:pt x="304" y="111"/>
                  </a:cubicBezTo>
                  <a:cubicBezTo>
                    <a:pt x="227" y="78"/>
                    <a:pt x="150" y="34"/>
                    <a:pt x="74" y="1"/>
                  </a:cubicBezTo>
                  <a:cubicBezTo>
                    <a:pt x="70" y="1"/>
                    <a:pt x="66" y="0"/>
                    <a:pt x="63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3" name="Google Shape;1023;p57"/>
            <p:cNvSpPr/>
            <p:nvPr/>
          </p:nvSpPr>
          <p:spPr>
            <a:xfrm>
              <a:off x="3724500" y="3116400"/>
              <a:ext cx="107475" cy="253300"/>
            </a:xfrm>
            <a:custGeom>
              <a:rect b="b" l="l" r="r" t="t"/>
              <a:pathLst>
                <a:path extrusionOk="0" h="10132" w="4299">
                  <a:moveTo>
                    <a:pt x="55" y="0"/>
                  </a:moveTo>
                  <a:cubicBezTo>
                    <a:pt x="1" y="0"/>
                    <a:pt x="1" y="88"/>
                    <a:pt x="55" y="88"/>
                  </a:cubicBezTo>
                  <a:cubicBezTo>
                    <a:pt x="440" y="88"/>
                    <a:pt x="823" y="186"/>
                    <a:pt x="1174" y="329"/>
                  </a:cubicBezTo>
                  <a:cubicBezTo>
                    <a:pt x="1580" y="483"/>
                    <a:pt x="1974" y="702"/>
                    <a:pt x="2325" y="954"/>
                  </a:cubicBezTo>
                  <a:cubicBezTo>
                    <a:pt x="2665" y="1185"/>
                    <a:pt x="2994" y="1470"/>
                    <a:pt x="3257" y="1787"/>
                  </a:cubicBezTo>
                  <a:cubicBezTo>
                    <a:pt x="3542" y="2138"/>
                    <a:pt x="3739" y="2555"/>
                    <a:pt x="3871" y="2983"/>
                  </a:cubicBezTo>
                  <a:cubicBezTo>
                    <a:pt x="4189" y="3947"/>
                    <a:pt x="4200" y="5010"/>
                    <a:pt x="4024" y="6009"/>
                  </a:cubicBezTo>
                  <a:cubicBezTo>
                    <a:pt x="3860" y="6962"/>
                    <a:pt x="3498" y="7960"/>
                    <a:pt x="2840" y="8684"/>
                  </a:cubicBezTo>
                  <a:cubicBezTo>
                    <a:pt x="2238" y="9352"/>
                    <a:pt x="1382" y="9824"/>
                    <a:pt x="505" y="10010"/>
                  </a:cubicBezTo>
                  <a:cubicBezTo>
                    <a:pt x="396" y="10021"/>
                    <a:pt x="297" y="10043"/>
                    <a:pt x="187" y="10054"/>
                  </a:cubicBezTo>
                  <a:cubicBezTo>
                    <a:pt x="136" y="10054"/>
                    <a:pt x="133" y="10132"/>
                    <a:pt x="178" y="10132"/>
                  </a:cubicBezTo>
                  <a:cubicBezTo>
                    <a:pt x="181" y="10132"/>
                    <a:pt x="184" y="10132"/>
                    <a:pt x="187" y="10131"/>
                  </a:cubicBezTo>
                  <a:cubicBezTo>
                    <a:pt x="1086" y="10043"/>
                    <a:pt x="1985" y="9605"/>
                    <a:pt x="2654" y="8991"/>
                  </a:cubicBezTo>
                  <a:cubicBezTo>
                    <a:pt x="3388" y="8322"/>
                    <a:pt x="3805" y="7357"/>
                    <a:pt x="4024" y="6403"/>
                  </a:cubicBezTo>
                  <a:cubicBezTo>
                    <a:pt x="4255" y="5405"/>
                    <a:pt x="4299" y="4331"/>
                    <a:pt x="4058" y="3322"/>
                  </a:cubicBezTo>
                  <a:cubicBezTo>
                    <a:pt x="3937" y="2851"/>
                    <a:pt x="3761" y="2369"/>
                    <a:pt x="3487" y="1974"/>
                  </a:cubicBezTo>
                  <a:cubicBezTo>
                    <a:pt x="3257" y="1634"/>
                    <a:pt x="2961" y="1338"/>
                    <a:pt x="2643" y="1085"/>
                  </a:cubicBezTo>
                  <a:cubicBezTo>
                    <a:pt x="2292" y="812"/>
                    <a:pt x="1909" y="571"/>
                    <a:pt x="1503" y="373"/>
                  </a:cubicBezTo>
                  <a:cubicBezTo>
                    <a:pt x="1130" y="208"/>
                    <a:pt x="735" y="66"/>
                    <a:pt x="330" y="22"/>
                  </a:cubicBezTo>
                  <a:cubicBezTo>
                    <a:pt x="231" y="11"/>
                    <a:pt x="143" y="0"/>
                    <a:pt x="55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4" name="Google Shape;1024;p57"/>
            <p:cNvSpPr/>
            <p:nvPr/>
          </p:nvSpPr>
          <p:spPr>
            <a:xfrm>
              <a:off x="3601975" y="3246875"/>
              <a:ext cx="253025" cy="1925"/>
            </a:xfrm>
            <a:custGeom>
              <a:rect b="b" l="l" r="r" t="t"/>
              <a:pathLst>
                <a:path extrusionOk="0" h="77" w="10121">
                  <a:moveTo>
                    <a:pt x="45" y="0"/>
                  </a:moveTo>
                  <a:cubicBezTo>
                    <a:pt x="1" y="0"/>
                    <a:pt x="1" y="77"/>
                    <a:pt x="45" y="77"/>
                  </a:cubicBezTo>
                  <a:lnTo>
                    <a:pt x="10066" y="77"/>
                  </a:lnTo>
                  <a:cubicBezTo>
                    <a:pt x="10121" y="77"/>
                    <a:pt x="10121" y="0"/>
                    <a:pt x="10066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5" name="Google Shape;1025;p57"/>
            <p:cNvSpPr/>
            <p:nvPr/>
          </p:nvSpPr>
          <p:spPr>
            <a:xfrm>
              <a:off x="3621175" y="3175750"/>
              <a:ext cx="212450" cy="2175"/>
            </a:xfrm>
            <a:custGeom>
              <a:rect b="b" l="l" r="r" t="t"/>
              <a:pathLst>
                <a:path extrusionOk="0" h="87" w="8498">
                  <a:moveTo>
                    <a:pt x="176" y="0"/>
                  </a:moveTo>
                  <a:cubicBezTo>
                    <a:pt x="139" y="0"/>
                    <a:pt x="103" y="2"/>
                    <a:pt x="66" y="5"/>
                  </a:cubicBezTo>
                  <a:lnTo>
                    <a:pt x="55" y="5"/>
                  </a:lnTo>
                  <a:cubicBezTo>
                    <a:pt x="0" y="5"/>
                    <a:pt x="0" y="82"/>
                    <a:pt x="55" y="82"/>
                  </a:cubicBezTo>
                  <a:lnTo>
                    <a:pt x="8103" y="82"/>
                  </a:lnTo>
                  <a:cubicBezTo>
                    <a:pt x="8176" y="82"/>
                    <a:pt x="8249" y="87"/>
                    <a:pt x="8322" y="87"/>
                  </a:cubicBezTo>
                  <a:cubicBezTo>
                    <a:pt x="8359" y="87"/>
                    <a:pt x="8395" y="86"/>
                    <a:pt x="8432" y="82"/>
                  </a:cubicBezTo>
                  <a:lnTo>
                    <a:pt x="8442" y="82"/>
                  </a:lnTo>
                  <a:cubicBezTo>
                    <a:pt x="8498" y="82"/>
                    <a:pt x="8498" y="5"/>
                    <a:pt x="8442" y="5"/>
                  </a:cubicBezTo>
                  <a:lnTo>
                    <a:pt x="395" y="5"/>
                  </a:lnTo>
                  <a:cubicBezTo>
                    <a:pt x="322" y="5"/>
                    <a:pt x="249" y="0"/>
                    <a:pt x="176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6" name="Google Shape;1026;p57"/>
            <p:cNvSpPr/>
            <p:nvPr/>
          </p:nvSpPr>
          <p:spPr>
            <a:xfrm>
              <a:off x="3629675" y="3317850"/>
              <a:ext cx="196275" cy="2225"/>
            </a:xfrm>
            <a:custGeom>
              <a:rect b="b" l="l" r="r" t="t"/>
              <a:pathLst>
                <a:path extrusionOk="0" h="89" w="7851">
                  <a:moveTo>
                    <a:pt x="44" y="0"/>
                  </a:moveTo>
                  <a:cubicBezTo>
                    <a:pt x="1" y="0"/>
                    <a:pt x="1" y="88"/>
                    <a:pt x="44" y="88"/>
                  </a:cubicBezTo>
                  <a:lnTo>
                    <a:pt x="7795" y="88"/>
                  </a:lnTo>
                  <a:cubicBezTo>
                    <a:pt x="7851" y="88"/>
                    <a:pt x="7851" y="0"/>
                    <a:pt x="7795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27" name="Google Shape;1027;p57"/>
          <p:cNvGrpSpPr/>
          <p:nvPr/>
        </p:nvGrpSpPr>
        <p:grpSpPr>
          <a:xfrm>
            <a:off x="280239" y="308647"/>
            <a:ext cx="461594" cy="461695"/>
            <a:chOff x="3601725" y="3116375"/>
            <a:chExt cx="253275" cy="253400"/>
          </a:xfrm>
        </p:grpSpPr>
        <p:sp>
          <p:nvSpPr>
            <p:cNvPr id="1028" name="Google Shape;1028;p57"/>
            <p:cNvSpPr/>
            <p:nvPr/>
          </p:nvSpPr>
          <p:spPr>
            <a:xfrm>
              <a:off x="3601725" y="3116650"/>
              <a:ext cx="251900" cy="252200"/>
            </a:xfrm>
            <a:custGeom>
              <a:rect b="b" l="l" r="r" t="t"/>
              <a:pathLst>
                <a:path extrusionOk="0" h="10088" w="10076">
                  <a:moveTo>
                    <a:pt x="5044" y="1"/>
                  </a:moveTo>
                  <a:cubicBezTo>
                    <a:pt x="2259" y="1"/>
                    <a:pt x="0" y="2259"/>
                    <a:pt x="0" y="5044"/>
                  </a:cubicBezTo>
                  <a:cubicBezTo>
                    <a:pt x="0" y="7829"/>
                    <a:pt x="2259" y="10088"/>
                    <a:pt x="5044" y="10088"/>
                  </a:cubicBezTo>
                  <a:cubicBezTo>
                    <a:pt x="7817" y="10088"/>
                    <a:pt x="10076" y="7829"/>
                    <a:pt x="10076" y="5044"/>
                  </a:cubicBezTo>
                  <a:cubicBezTo>
                    <a:pt x="10076" y="2259"/>
                    <a:pt x="7817" y="1"/>
                    <a:pt x="5044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9" name="Google Shape;1029;p57"/>
            <p:cNvSpPr/>
            <p:nvPr/>
          </p:nvSpPr>
          <p:spPr>
            <a:xfrm>
              <a:off x="3623650" y="3116400"/>
              <a:ext cx="105275" cy="252200"/>
            </a:xfrm>
            <a:custGeom>
              <a:rect b="b" l="l" r="r" t="t"/>
              <a:pathLst>
                <a:path extrusionOk="0" h="10088" w="4211">
                  <a:moveTo>
                    <a:pt x="4046" y="0"/>
                  </a:moveTo>
                  <a:cubicBezTo>
                    <a:pt x="3180" y="88"/>
                    <a:pt x="2368" y="406"/>
                    <a:pt x="1721" y="976"/>
                  </a:cubicBezTo>
                  <a:cubicBezTo>
                    <a:pt x="1184" y="1448"/>
                    <a:pt x="768" y="2050"/>
                    <a:pt x="493" y="2708"/>
                  </a:cubicBezTo>
                  <a:cubicBezTo>
                    <a:pt x="77" y="3706"/>
                    <a:pt x="0" y="4813"/>
                    <a:pt x="164" y="5877"/>
                  </a:cubicBezTo>
                  <a:cubicBezTo>
                    <a:pt x="329" y="6886"/>
                    <a:pt x="691" y="7872"/>
                    <a:pt x="1348" y="8662"/>
                  </a:cubicBezTo>
                  <a:cubicBezTo>
                    <a:pt x="1962" y="9407"/>
                    <a:pt x="2839" y="9956"/>
                    <a:pt x="3804" y="10065"/>
                  </a:cubicBezTo>
                  <a:cubicBezTo>
                    <a:pt x="3925" y="10087"/>
                    <a:pt x="4046" y="10087"/>
                    <a:pt x="4167" y="10087"/>
                  </a:cubicBezTo>
                  <a:cubicBezTo>
                    <a:pt x="4210" y="10087"/>
                    <a:pt x="4210" y="10010"/>
                    <a:pt x="4167" y="10010"/>
                  </a:cubicBezTo>
                  <a:cubicBezTo>
                    <a:pt x="3202" y="9999"/>
                    <a:pt x="2291" y="9539"/>
                    <a:pt x="1623" y="8859"/>
                  </a:cubicBezTo>
                  <a:cubicBezTo>
                    <a:pt x="932" y="8136"/>
                    <a:pt x="515" y="7181"/>
                    <a:pt x="307" y="6206"/>
                  </a:cubicBezTo>
                  <a:cubicBezTo>
                    <a:pt x="99" y="5186"/>
                    <a:pt x="110" y="4111"/>
                    <a:pt x="427" y="3114"/>
                  </a:cubicBezTo>
                  <a:cubicBezTo>
                    <a:pt x="658" y="2423"/>
                    <a:pt x="1041" y="1765"/>
                    <a:pt x="1557" y="1239"/>
                  </a:cubicBezTo>
                  <a:cubicBezTo>
                    <a:pt x="2127" y="658"/>
                    <a:pt x="2873" y="274"/>
                    <a:pt x="3673" y="132"/>
                  </a:cubicBezTo>
                  <a:cubicBezTo>
                    <a:pt x="3794" y="110"/>
                    <a:pt x="3925" y="99"/>
                    <a:pt x="4046" y="88"/>
                  </a:cubicBezTo>
                  <a:cubicBezTo>
                    <a:pt x="4101" y="77"/>
                    <a:pt x="4101" y="0"/>
                    <a:pt x="4046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0" name="Google Shape;1030;p57"/>
            <p:cNvSpPr/>
            <p:nvPr/>
          </p:nvSpPr>
          <p:spPr>
            <a:xfrm>
              <a:off x="3665575" y="3116475"/>
              <a:ext cx="64850" cy="253300"/>
            </a:xfrm>
            <a:custGeom>
              <a:rect b="b" l="l" r="r" t="t"/>
              <a:pathLst>
                <a:path extrusionOk="0" h="10132" w="2594">
                  <a:moveTo>
                    <a:pt x="2369" y="0"/>
                  </a:moveTo>
                  <a:cubicBezTo>
                    <a:pt x="2362" y="0"/>
                    <a:pt x="2354" y="2"/>
                    <a:pt x="2347" y="8"/>
                  </a:cubicBezTo>
                  <a:cubicBezTo>
                    <a:pt x="1733" y="359"/>
                    <a:pt x="1240" y="940"/>
                    <a:pt x="856" y="1543"/>
                  </a:cubicBezTo>
                  <a:cubicBezTo>
                    <a:pt x="670" y="1839"/>
                    <a:pt x="505" y="2157"/>
                    <a:pt x="385" y="2486"/>
                  </a:cubicBezTo>
                  <a:cubicBezTo>
                    <a:pt x="242" y="2880"/>
                    <a:pt x="165" y="3297"/>
                    <a:pt x="110" y="3703"/>
                  </a:cubicBezTo>
                  <a:cubicBezTo>
                    <a:pt x="0" y="4580"/>
                    <a:pt x="22" y="5479"/>
                    <a:pt x="99" y="6356"/>
                  </a:cubicBezTo>
                  <a:cubicBezTo>
                    <a:pt x="143" y="6784"/>
                    <a:pt x="209" y="7212"/>
                    <a:pt x="307" y="7639"/>
                  </a:cubicBezTo>
                  <a:cubicBezTo>
                    <a:pt x="406" y="8012"/>
                    <a:pt x="527" y="8406"/>
                    <a:pt x="735" y="8747"/>
                  </a:cubicBezTo>
                  <a:cubicBezTo>
                    <a:pt x="1141" y="9415"/>
                    <a:pt x="1810" y="9853"/>
                    <a:pt x="2533" y="10128"/>
                  </a:cubicBezTo>
                  <a:cubicBezTo>
                    <a:pt x="2539" y="10131"/>
                    <a:pt x="2544" y="10132"/>
                    <a:pt x="2548" y="10132"/>
                  </a:cubicBezTo>
                  <a:cubicBezTo>
                    <a:pt x="2582" y="10132"/>
                    <a:pt x="2594" y="10070"/>
                    <a:pt x="2555" y="10051"/>
                  </a:cubicBezTo>
                  <a:cubicBezTo>
                    <a:pt x="1919" y="9810"/>
                    <a:pt x="1305" y="9426"/>
                    <a:pt x="911" y="8867"/>
                  </a:cubicBezTo>
                  <a:cubicBezTo>
                    <a:pt x="691" y="8549"/>
                    <a:pt x="560" y="8198"/>
                    <a:pt x="450" y="7848"/>
                  </a:cubicBezTo>
                  <a:cubicBezTo>
                    <a:pt x="329" y="7441"/>
                    <a:pt x="253" y="7014"/>
                    <a:pt x="209" y="6598"/>
                  </a:cubicBezTo>
                  <a:cubicBezTo>
                    <a:pt x="110" y="5764"/>
                    <a:pt x="88" y="4898"/>
                    <a:pt x="154" y="4054"/>
                  </a:cubicBezTo>
                  <a:cubicBezTo>
                    <a:pt x="187" y="3615"/>
                    <a:pt x="263" y="3187"/>
                    <a:pt x="373" y="2771"/>
                  </a:cubicBezTo>
                  <a:cubicBezTo>
                    <a:pt x="472" y="2442"/>
                    <a:pt x="614" y="2124"/>
                    <a:pt x="779" y="1817"/>
                  </a:cubicBezTo>
                  <a:cubicBezTo>
                    <a:pt x="987" y="1467"/>
                    <a:pt x="1228" y="1126"/>
                    <a:pt x="1503" y="819"/>
                  </a:cubicBezTo>
                  <a:cubicBezTo>
                    <a:pt x="1755" y="534"/>
                    <a:pt x="2051" y="271"/>
                    <a:pt x="2390" y="74"/>
                  </a:cubicBezTo>
                  <a:cubicBezTo>
                    <a:pt x="2427" y="56"/>
                    <a:pt x="2403" y="0"/>
                    <a:pt x="2369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1" name="Google Shape;1031;p57"/>
            <p:cNvSpPr/>
            <p:nvPr/>
          </p:nvSpPr>
          <p:spPr>
            <a:xfrm>
              <a:off x="3721225" y="3116450"/>
              <a:ext cx="8925" cy="252125"/>
            </a:xfrm>
            <a:custGeom>
              <a:rect b="b" l="l" r="r" t="t"/>
              <a:pathLst>
                <a:path extrusionOk="0" h="10085" w="357">
                  <a:moveTo>
                    <a:pt x="143" y="1"/>
                  </a:moveTo>
                  <a:cubicBezTo>
                    <a:pt x="121" y="1"/>
                    <a:pt x="99" y="15"/>
                    <a:pt x="99" y="42"/>
                  </a:cubicBezTo>
                  <a:cubicBezTo>
                    <a:pt x="33" y="1336"/>
                    <a:pt x="0" y="2640"/>
                    <a:pt x="0" y="3934"/>
                  </a:cubicBezTo>
                  <a:cubicBezTo>
                    <a:pt x="0" y="5250"/>
                    <a:pt x="33" y="6565"/>
                    <a:pt x="110" y="7881"/>
                  </a:cubicBezTo>
                  <a:cubicBezTo>
                    <a:pt x="154" y="8605"/>
                    <a:pt x="208" y="9328"/>
                    <a:pt x="274" y="10052"/>
                  </a:cubicBezTo>
                  <a:cubicBezTo>
                    <a:pt x="274" y="10074"/>
                    <a:pt x="296" y="10085"/>
                    <a:pt x="317" y="10085"/>
                  </a:cubicBezTo>
                  <a:cubicBezTo>
                    <a:pt x="337" y="10085"/>
                    <a:pt x="357" y="10074"/>
                    <a:pt x="351" y="10052"/>
                  </a:cubicBezTo>
                  <a:cubicBezTo>
                    <a:pt x="230" y="8758"/>
                    <a:pt x="154" y="7464"/>
                    <a:pt x="110" y="6160"/>
                  </a:cubicBezTo>
                  <a:cubicBezTo>
                    <a:pt x="77" y="4844"/>
                    <a:pt x="77" y="3529"/>
                    <a:pt x="99" y="2213"/>
                  </a:cubicBezTo>
                  <a:cubicBezTo>
                    <a:pt x="121" y="1489"/>
                    <a:pt x="143" y="766"/>
                    <a:pt x="186" y="42"/>
                  </a:cubicBezTo>
                  <a:cubicBezTo>
                    <a:pt x="186" y="15"/>
                    <a:pt x="164" y="1"/>
                    <a:pt x="143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2" name="Google Shape;1032;p57"/>
            <p:cNvSpPr/>
            <p:nvPr/>
          </p:nvSpPr>
          <p:spPr>
            <a:xfrm>
              <a:off x="3724325" y="3116375"/>
              <a:ext cx="72025" cy="253275"/>
            </a:xfrm>
            <a:custGeom>
              <a:rect b="b" l="l" r="r" t="t"/>
              <a:pathLst>
                <a:path extrusionOk="0" h="10131" w="2881">
                  <a:moveTo>
                    <a:pt x="63" y="0"/>
                  </a:moveTo>
                  <a:cubicBezTo>
                    <a:pt x="16" y="0"/>
                    <a:pt x="0" y="69"/>
                    <a:pt x="52" y="89"/>
                  </a:cubicBezTo>
                  <a:cubicBezTo>
                    <a:pt x="688" y="352"/>
                    <a:pt x="1246" y="791"/>
                    <a:pt x="1653" y="1350"/>
                  </a:cubicBezTo>
                  <a:cubicBezTo>
                    <a:pt x="2080" y="1931"/>
                    <a:pt x="2354" y="2599"/>
                    <a:pt x="2530" y="3291"/>
                  </a:cubicBezTo>
                  <a:cubicBezTo>
                    <a:pt x="2716" y="4069"/>
                    <a:pt x="2793" y="4902"/>
                    <a:pt x="2716" y="5691"/>
                  </a:cubicBezTo>
                  <a:cubicBezTo>
                    <a:pt x="2650" y="6503"/>
                    <a:pt x="2387" y="7281"/>
                    <a:pt x="1981" y="7994"/>
                  </a:cubicBezTo>
                  <a:cubicBezTo>
                    <a:pt x="1521" y="8794"/>
                    <a:pt x="896" y="9496"/>
                    <a:pt x="161" y="10066"/>
                  </a:cubicBezTo>
                  <a:cubicBezTo>
                    <a:pt x="127" y="10092"/>
                    <a:pt x="160" y="10131"/>
                    <a:pt x="191" y="10131"/>
                  </a:cubicBezTo>
                  <a:cubicBezTo>
                    <a:pt x="200" y="10131"/>
                    <a:pt x="209" y="10128"/>
                    <a:pt x="216" y="10121"/>
                  </a:cubicBezTo>
                  <a:cubicBezTo>
                    <a:pt x="874" y="9606"/>
                    <a:pt x="1455" y="8980"/>
                    <a:pt x="1904" y="8279"/>
                  </a:cubicBezTo>
                  <a:cubicBezTo>
                    <a:pt x="2343" y="7577"/>
                    <a:pt x="2650" y="6788"/>
                    <a:pt x="2771" y="5966"/>
                  </a:cubicBezTo>
                  <a:cubicBezTo>
                    <a:pt x="2881" y="5165"/>
                    <a:pt x="2825" y="4310"/>
                    <a:pt x="2661" y="3520"/>
                  </a:cubicBezTo>
                  <a:cubicBezTo>
                    <a:pt x="2508" y="2797"/>
                    <a:pt x="2255" y="2085"/>
                    <a:pt x="1839" y="1471"/>
                  </a:cubicBezTo>
                  <a:cubicBezTo>
                    <a:pt x="1455" y="900"/>
                    <a:pt x="929" y="418"/>
                    <a:pt x="304" y="111"/>
                  </a:cubicBezTo>
                  <a:cubicBezTo>
                    <a:pt x="227" y="78"/>
                    <a:pt x="150" y="34"/>
                    <a:pt x="74" y="1"/>
                  </a:cubicBezTo>
                  <a:cubicBezTo>
                    <a:pt x="70" y="1"/>
                    <a:pt x="66" y="0"/>
                    <a:pt x="63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3" name="Google Shape;1033;p57"/>
            <p:cNvSpPr/>
            <p:nvPr/>
          </p:nvSpPr>
          <p:spPr>
            <a:xfrm>
              <a:off x="3724500" y="3116400"/>
              <a:ext cx="107475" cy="253300"/>
            </a:xfrm>
            <a:custGeom>
              <a:rect b="b" l="l" r="r" t="t"/>
              <a:pathLst>
                <a:path extrusionOk="0" h="10132" w="4299">
                  <a:moveTo>
                    <a:pt x="55" y="0"/>
                  </a:moveTo>
                  <a:cubicBezTo>
                    <a:pt x="1" y="0"/>
                    <a:pt x="1" y="88"/>
                    <a:pt x="55" y="88"/>
                  </a:cubicBezTo>
                  <a:cubicBezTo>
                    <a:pt x="440" y="88"/>
                    <a:pt x="823" y="186"/>
                    <a:pt x="1174" y="329"/>
                  </a:cubicBezTo>
                  <a:cubicBezTo>
                    <a:pt x="1580" y="483"/>
                    <a:pt x="1974" y="702"/>
                    <a:pt x="2325" y="954"/>
                  </a:cubicBezTo>
                  <a:cubicBezTo>
                    <a:pt x="2665" y="1185"/>
                    <a:pt x="2994" y="1470"/>
                    <a:pt x="3257" y="1787"/>
                  </a:cubicBezTo>
                  <a:cubicBezTo>
                    <a:pt x="3542" y="2138"/>
                    <a:pt x="3739" y="2555"/>
                    <a:pt x="3871" y="2983"/>
                  </a:cubicBezTo>
                  <a:cubicBezTo>
                    <a:pt x="4189" y="3947"/>
                    <a:pt x="4200" y="5010"/>
                    <a:pt x="4024" y="6009"/>
                  </a:cubicBezTo>
                  <a:cubicBezTo>
                    <a:pt x="3860" y="6962"/>
                    <a:pt x="3498" y="7960"/>
                    <a:pt x="2840" y="8684"/>
                  </a:cubicBezTo>
                  <a:cubicBezTo>
                    <a:pt x="2238" y="9352"/>
                    <a:pt x="1382" y="9824"/>
                    <a:pt x="505" y="10010"/>
                  </a:cubicBezTo>
                  <a:cubicBezTo>
                    <a:pt x="396" y="10021"/>
                    <a:pt x="297" y="10043"/>
                    <a:pt x="187" y="10054"/>
                  </a:cubicBezTo>
                  <a:cubicBezTo>
                    <a:pt x="136" y="10054"/>
                    <a:pt x="133" y="10132"/>
                    <a:pt x="178" y="10132"/>
                  </a:cubicBezTo>
                  <a:cubicBezTo>
                    <a:pt x="181" y="10132"/>
                    <a:pt x="184" y="10132"/>
                    <a:pt x="187" y="10131"/>
                  </a:cubicBezTo>
                  <a:cubicBezTo>
                    <a:pt x="1086" y="10043"/>
                    <a:pt x="1985" y="9605"/>
                    <a:pt x="2654" y="8991"/>
                  </a:cubicBezTo>
                  <a:cubicBezTo>
                    <a:pt x="3388" y="8322"/>
                    <a:pt x="3805" y="7357"/>
                    <a:pt x="4024" y="6403"/>
                  </a:cubicBezTo>
                  <a:cubicBezTo>
                    <a:pt x="4255" y="5405"/>
                    <a:pt x="4299" y="4331"/>
                    <a:pt x="4058" y="3322"/>
                  </a:cubicBezTo>
                  <a:cubicBezTo>
                    <a:pt x="3937" y="2851"/>
                    <a:pt x="3761" y="2369"/>
                    <a:pt x="3487" y="1974"/>
                  </a:cubicBezTo>
                  <a:cubicBezTo>
                    <a:pt x="3257" y="1634"/>
                    <a:pt x="2961" y="1338"/>
                    <a:pt x="2643" y="1085"/>
                  </a:cubicBezTo>
                  <a:cubicBezTo>
                    <a:pt x="2292" y="812"/>
                    <a:pt x="1909" y="571"/>
                    <a:pt x="1503" y="373"/>
                  </a:cubicBezTo>
                  <a:cubicBezTo>
                    <a:pt x="1130" y="208"/>
                    <a:pt x="735" y="66"/>
                    <a:pt x="330" y="22"/>
                  </a:cubicBezTo>
                  <a:cubicBezTo>
                    <a:pt x="231" y="11"/>
                    <a:pt x="143" y="0"/>
                    <a:pt x="55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4" name="Google Shape;1034;p57"/>
            <p:cNvSpPr/>
            <p:nvPr/>
          </p:nvSpPr>
          <p:spPr>
            <a:xfrm>
              <a:off x="3601975" y="3246875"/>
              <a:ext cx="253025" cy="1925"/>
            </a:xfrm>
            <a:custGeom>
              <a:rect b="b" l="l" r="r" t="t"/>
              <a:pathLst>
                <a:path extrusionOk="0" h="77" w="10121">
                  <a:moveTo>
                    <a:pt x="45" y="0"/>
                  </a:moveTo>
                  <a:cubicBezTo>
                    <a:pt x="1" y="0"/>
                    <a:pt x="1" y="77"/>
                    <a:pt x="45" y="77"/>
                  </a:cubicBezTo>
                  <a:lnTo>
                    <a:pt x="10066" y="77"/>
                  </a:lnTo>
                  <a:cubicBezTo>
                    <a:pt x="10121" y="77"/>
                    <a:pt x="10121" y="0"/>
                    <a:pt x="10066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5" name="Google Shape;1035;p57"/>
            <p:cNvSpPr/>
            <p:nvPr/>
          </p:nvSpPr>
          <p:spPr>
            <a:xfrm>
              <a:off x="3621175" y="3175750"/>
              <a:ext cx="212450" cy="2175"/>
            </a:xfrm>
            <a:custGeom>
              <a:rect b="b" l="l" r="r" t="t"/>
              <a:pathLst>
                <a:path extrusionOk="0" h="87" w="8498">
                  <a:moveTo>
                    <a:pt x="176" y="0"/>
                  </a:moveTo>
                  <a:cubicBezTo>
                    <a:pt x="139" y="0"/>
                    <a:pt x="103" y="2"/>
                    <a:pt x="66" y="5"/>
                  </a:cubicBezTo>
                  <a:lnTo>
                    <a:pt x="55" y="5"/>
                  </a:lnTo>
                  <a:cubicBezTo>
                    <a:pt x="0" y="5"/>
                    <a:pt x="0" y="82"/>
                    <a:pt x="55" y="82"/>
                  </a:cubicBezTo>
                  <a:lnTo>
                    <a:pt x="8103" y="82"/>
                  </a:lnTo>
                  <a:cubicBezTo>
                    <a:pt x="8176" y="82"/>
                    <a:pt x="8249" y="87"/>
                    <a:pt x="8322" y="87"/>
                  </a:cubicBezTo>
                  <a:cubicBezTo>
                    <a:pt x="8359" y="87"/>
                    <a:pt x="8395" y="86"/>
                    <a:pt x="8432" y="82"/>
                  </a:cubicBezTo>
                  <a:lnTo>
                    <a:pt x="8442" y="82"/>
                  </a:lnTo>
                  <a:cubicBezTo>
                    <a:pt x="8498" y="82"/>
                    <a:pt x="8498" y="5"/>
                    <a:pt x="8442" y="5"/>
                  </a:cubicBezTo>
                  <a:lnTo>
                    <a:pt x="395" y="5"/>
                  </a:lnTo>
                  <a:cubicBezTo>
                    <a:pt x="322" y="5"/>
                    <a:pt x="249" y="0"/>
                    <a:pt x="176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6" name="Google Shape;1036;p57"/>
            <p:cNvSpPr/>
            <p:nvPr/>
          </p:nvSpPr>
          <p:spPr>
            <a:xfrm>
              <a:off x="3629675" y="3317850"/>
              <a:ext cx="196275" cy="2225"/>
            </a:xfrm>
            <a:custGeom>
              <a:rect b="b" l="l" r="r" t="t"/>
              <a:pathLst>
                <a:path extrusionOk="0" h="89" w="7851">
                  <a:moveTo>
                    <a:pt x="44" y="0"/>
                  </a:moveTo>
                  <a:cubicBezTo>
                    <a:pt x="1" y="0"/>
                    <a:pt x="1" y="88"/>
                    <a:pt x="44" y="88"/>
                  </a:cubicBezTo>
                  <a:lnTo>
                    <a:pt x="7795" y="88"/>
                  </a:lnTo>
                  <a:cubicBezTo>
                    <a:pt x="7851" y="88"/>
                    <a:pt x="7851" y="0"/>
                    <a:pt x="7795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7" name="Google Shape;1037;p57"/>
          <p:cNvSpPr/>
          <p:nvPr/>
        </p:nvSpPr>
        <p:spPr>
          <a:xfrm flipH="1" rot="598330">
            <a:off x="8417618" y="782087"/>
            <a:ext cx="152164" cy="190205"/>
          </a:xfrm>
          <a:custGeom>
            <a:rect b="b" l="l" r="r" t="t"/>
            <a:pathLst>
              <a:path extrusionOk="0" h="4276" w="3421">
                <a:moveTo>
                  <a:pt x="1718" y="979"/>
                </a:moveTo>
                <a:cubicBezTo>
                  <a:pt x="2155" y="979"/>
                  <a:pt x="2500" y="1388"/>
                  <a:pt x="2423" y="1864"/>
                </a:cubicBezTo>
                <a:cubicBezTo>
                  <a:pt x="2380" y="2149"/>
                  <a:pt x="2171" y="2380"/>
                  <a:pt x="1908" y="2445"/>
                </a:cubicBezTo>
                <a:cubicBezTo>
                  <a:pt x="1839" y="2466"/>
                  <a:pt x="1772" y="2475"/>
                  <a:pt x="1706" y="2475"/>
                </a:cubicBezTo>
                <a:cubicBezTo>
                  <a:pt x="1275" y="2475"/>
                  <a:pt x="923" y="2066"/>
                  <a:pt x="1009" y="1590"/>
                </a:cubicBezTo>
                <a:cubicBezTo>
                  <a:pt x="1053" y="1305"/>
                  <a:pt x="1261" y="1074"/>
                  <a:pt x="1513" y="1009"/>
                </a:cubicBezTo>
                <a:cubicBezTo>
                  <a:pt x="1583" y="988"/>
                  <a:pt x="1652" y="979"/>
                  <a:pt x="1718" y="979"/>
                </a:cubicBezTo>
                <a:close/>
                <a:moveTo>
                  <a:pt x="1716" y="0"/>
                </a:moveTo>
                <a:cubicBezTo>
                  <a:pt x="1628" y="0"/>
                  <a:pt x="1538" y="7"/>
                  <a:pt x="1447" y="22"/>
                </a:cubicBezTo>
                <a:cubicBezTo>
                  <a:pt x="680" y="143"/>
                  <a:pt x="77" y="823"/>
                  <a:pt x="22" y="1634"/>
                </a:cubicBezTo>
                <a:cubicBezTo>
                  <a:pt x="0" y="2029"/>
                  <a:pt x="99" y="2402"/>
                  <a:pt x="285" y="2697"/>
                </a:cubicBezTo>
                <a:cubicBezTo>
                  <a:pt x="329" y="2774"/>
                  <a:pt x="384" y="2840"/>
                  <a:pt x="439" y="2906"/>
                </a:cubicBezTo>
                <a:lnTo>
                  <a:pt x="1535" y="4144"/>
                </a:lnTo>
                <a:cubicBezTo>
                  <a:pt x="1612" y="4231"/>
                  <a:pt x="1719" y="4275"/>
                  <a:pt x="1828" y="4275"/>
                </a:cubicBezTo>
                <a:cubicBezTo>
                  <a:pt x="1953" y="4275"/>
                  <a:pt x="2078" y="4218"/>
                  <a:pt x="2160" y="4100"/>
                </a:cubicBezTo>
                <a:lnTo>
                  <a:pt x="2840" y="3147"/>
                </a:lnTo>
                <a:cubicBezTo>
                  <a:pt x="2894" y="3048"/>
                  <a:pt x="3016" y="2873"/>
                  <a:pt x="3114" y="2719"/>
                </a:cubicBezTo>
                <a:cubicBezTo>
                  <a:pt x="3311" y="2412"/>
                  <a:pt x="3421" y="2061"/>
                  <a:pt x="3410" y="1700"/>
                </a:cubicBezTo>
                <a:lnTo>
                  <a:pt x="3410" y="1688"/>
                </a:lnTo>
                <a:cubicBezTo>
                  <a:pt x="3370" y="740"/>
                  <a:pt x="2620" y="0"/>
                  <a:pt x="171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8" name="Google Shape;1038;p57"/>
          <p:cNvSpPr/>
          <p:nvPr/>
        </p:nvSpPr>
        <p:spPr>
          <a:xfrm rot="-598330">
            <a:off x="552518" y="4402062"/>
            <a:ext cx="152164" cy="190205"/>
          </a:xfrm>
          <a:custGeom>
            <a:rect b="b" l="l" r="r" t="t"/>
            <a:pathLst>
              <a:path extrusionOk="0" h="4276" w="3421">
                <a:moveTo>
                  <a:pt x="1718" y="979"/>
                </a:moveTo>
                <a:cubicBezTo>
                  <a:pt x="2155" y="979"/>
                  <a:pt x="2500" y="1388"/>
                  <a:pt x="2423" y="1864"/>
                </a:cubicBezTo>
                <a:cubicBezTo>
                  <a:pt x="2380" y="2149"/>
                  <a:pt x="2171" y="2380"/>
                  <a:pt x="1908" y="2445"/>
                </a:cubicBezTo>
                <a:cubicBezTo>
                  <a:pt x="1839" y="2466"/>
                  <a:pt x="1772" y="2475"/>
                  <a:pt x="1706" y="2475"/>
                </a:cubicBezTo>
                <a:cubicBezTo>
                  <a:pt x="1275" y="2475"/>
                  <a:pt x="923" y="2066"/>
                  <a:pt x="1009" y="1590"/>
                </a:cubicBezTo>
                <a:cubicBezTo>
                  <a:pt x="1053" y="1305"/>
                  <a:pt x="1261" y="1074"/>
                  <a:pt x="1513" y="1009"/>
                </a:cubicBezTo>
                <a:cubicBezTo>
                  <a:pt x="1583" y="988"/>
                  <a:pt x="1652" y="979"/>
                  <a:pt x="1718" y="979"/>
                </a:cubicBezTo>
                <a:close/>
                <a:moveTo>
                  <a:pt x="1716" y="0"/>
                </a:moveTo>
                <a:cubicBezTo>
                  <a:pt x="1628" y="0"/>
                  <a:pt x="1538" y="7"/>
                  <a:pt x="1447" y="22"/>
                </a:cubicBezTo>
                <a:cubicBezTo>
                  <a:pt x="680" y="143"/>
                  <a:pt x="77" y="823"/>
                  <a:pt x="22" y="1634"/>
                </a:cubicBezTo>
                <a:cubicBezTo>
                  <a:pt x="0" y="2029"/>
                  <a:pt x="99" y="2402"/>
                  <a:pt x="285" y="2697"/>
                </a:cubicBezTo>
                <a:cubicBezTo>
                  <a:pt x="329" y="2774"/>
                  <a:pt x="384" y="2840"/>
                  <a:pt x="439" y="2906"/>
                </a:cubicBezTo>
                <a:lnTo>
                  <a:pt x="1535" y="4144"/>
                </a:lnTo>
                <a:cubicBezTo>
                  <a:pt x="1612" y="4231"/>
                  <a:pt x="1719" y="4275"/>
                  <a:pt x="1828" y="4275"/>
                </a:cubicBezTo>
                <a:cubicBezTo>
                  <a:pt x="1953" y="4275"/>
                  <a:pt x="2078" y="4218"/>
                  <a:pt x="2160" y="4100"/>
                </a:cubicBezTo>
                <a:lnTo>
                  <a:pt x="2840" y="3147"/>
                </a:lnTo>
                <a:cubicBezTo>
                  <a:pt x="2894" y="3048"/>
                  <a:pt x="3016" y="2873"/>
                  <a:pt x="3114" y="2719"/>
                </a:cubicBezTo>
                <a:cubicBezTo>
                  <a:pt x="3311" y="2412"/>
                  <a:pt x="3421" y="2061"/>
                  <a:pt x="3410" y="1700"/>
                </a:cubicBezTo>
                <a:lnTo>
                  <a:pt x="3410" y="1688"/>
                </a:lnTo>
                <a:cubicBezTo>
                  <a:pt x="3370" y="740"/>
                  <a:pt x="2620" y="0"/>
                  <a:pt x="171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bg>
      <p:bgPr>
        <a:solidFill>
          <a:schemeClr val="accent2"/>
        </a:solidFill>
      </p:bgPr>
    </p:bg>
    <p:spTree>
      <p:nvGrpSpPr>
        <p:cNvPr id="1039" name="Shape 1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Google Shape;1040;p58"/>
          <p:cNvSpPr/>
          <p:nvPr/>
        </p:nvSpPr>
        <p:spPr>
          <a:xfrm flipH="1" rot="-7802080">
            <a:off x="-219857" y="3308846"/>
            <a:ext cx="4195605" cy="2007300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1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1041" name="Google Shape;1041;p58"/>
          <p:cNvSpPr/>
          <p:nvPr/>
        </p:nvSpPr>
        <p:spPr>
          <a:xfrm flipH="1">
            <a:off x="-1280775" y="-501775"/>
            <a:ext cx="3899475" cy="1866000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1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1042" name="Google Shape;1042;p58"/>
          <p:cNvSpPr/>
          <p:nvPr/>
        </p:nvSpPr>
        <p:spPr>
          <a:xfrm flipH="1">
            <a:off x="8692688" y="1364225"/>
            <a:ext cx="964387" cy="1748853"/>
          </a:xfrm>
          <a:custGeom>
            <a:rect b="b" l="l" r="r" t="t"/>
            <a:pathLst>
              <a:path extrusionOk="0" h="44975" w="24801">
                <a:moveTo>
                  <a:pt x="0" y="0"/>
                </a:moveTo>
                <a:cubicBezTo>
                  <a:pt x="9939" y="2840"/>
                  <a:pt x="22701" y="8942"/>
                  <a:pt x="24402" y="19138"/>
                </a:cubicBezTo>
                <a:cubicBezTo>
                  <a:pt x="25999" y="28707"/>
                  <a:pt x="19683" y="40640"/>
                  <a:pt x="11004" y="44975"/>
                </a:cubicBezTo>
              </a:path>
            </a:pathLst>
          </a:custGeom>
          <a:noFill/>
          <a:ln cap="flat" cmpd="sng" w="9525">
            <a:solidFill>
              <a:schemeClr val="lt1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1043" name="Google Shape;1043;p58"/>
          <p:cNvSpPr/>
          <p:nvPr/>
        </p:nvSpPr>
        <p:spPr>
          <a:xfrm flipH="1" rot="2700000">
            <a:off x="5107948" y="-1450221"/>
            <a:ext cx="2219058" cy="2190191"/>
          </a:xfrm>
          <a:custGeom>
            <a:rect b="b" l="l" r="r" t="t"/>
            <a:pathLst>
              <a:path extrusionOk="0" h="27390" w="27751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cap="flat" cmpd="sng" w="9525">
            <a:solidFill>
              <a:schemeClr val="lt1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1044" name="Google Shape;1044;p58"/>
          <p:cNvSpPr/>
          <p:nvPr/>
        </p:nvSpPr>
        <p:spPr>
          <a:xfrm flipH="1" rot="-10799680">
            <a:off x="6889388" y="3493524"/>
            <a:ext cx="4195445" cy="2007256"/>
          </a:xfrm>
          <a:custGeom>
            <a:rect b="b" l="l" r="r" t="t"/>
            <a:pathLst>
              <a:path extrusionOk="0" h="74640" w="155979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cap="rnd" cmpd="sng" w="9525">
            <a:solidFill>
              <a:schemeClr val="lt1"/>
            </a:solidFill>
            <a:prstDash val="lgDash"/>
            <a:round/>
            <a:headEnd len="med" w="med" type="none"/>
            <a:tailEnd len="med" w="med" type="none"/>
          </a:ln>
        </p:spPr>
      </p:sp>
      <p:sp>
        <p:nvSpPr>
          <p:cNvPr id="1045" name="Google Shape;1045;p58"/>
          <p:cNvSpPr/>
          <p:nvPr/>
        </p:nvSpPr>
        <p:spPr>
          <a:xfrm flipH="1">
            <a:off x="7585969" y="1056449"/>
            <a:ext cx="588829" cy="147316"/>
          </a:xfrm>
          <a:custGeom>
            <a:rect b="b" l="l" r="r" t="t"/>
            <a:pathLst>
              <a:path extrusionOk="0" h="1358" w="5428">
                <a:moveTo>
                  <a:pt x="3524" y="0"/>
                </a:moveTo>
                <a:cubicBezTo>
                  <a:pt x="3201" y="0"/>
                  <a:pt x="2890" y="197"/>
                  <a:pt x="2752" y="481"/>
                </a:cubicBezTo>
                <a:cubicBezTo>
                  <a:pt x="2587" y="352"/>
                  <a:pt x="2379" y="286"/>
                  <a:pt x="2173" y="286"/>
                </a:cubicBezTo>
                <a:cubicBezTo>
                  <a:pt x="2079" y="286"/>
                  <a:pt x="1986" y="300"/>
                  <a:pt x="1897" y="327"/>
                </a:cubicBezTo>
                <a:cubicBezTo>
                  <a:pt x="1601" y="426"/>
                  <a:pt x="1371" y="678"/>
                  <a:pt x="1294" y="963"/>
                </a:cubicBezTo>
                <a:cubicBezTo>
                  <a:pt x="1149" y="810"/>
                  <a:pt x="937" y="722"/>
                  <a:pt x="726" y="722"/>
                </a:cubicBezTo>
                <a:cubicBezTo>
                  <a:pt x="666" y="722"/>
                  <a:pt x="607" y="729"/>
                  <a:pt x="548" y="744"/>
                </a:cubicBezTo>
                <a:cubicBezTo>
                  <a:pt x="285" y="820"/>
                  <a:pt x="66" y="1040"/>
                  <a:pt x="0" y="1303"/>
                </a:cubicBezTo>
                <a:lnTo>
                  <a:pt x="5416" y="1358"/>
                </a:lnTo>
                <a:cubicBezTo>
                  <a:pt x="5428" y="1105"/>
                  <a:pt x="5296" y="842"/>
                  <a:pt x="5077" y="711"/>
                </a:cubicBezTo>
                <a:cubicBezTo>
                  <a:pt x="4972" y="648"/>
                  <a:pt x="4849" y="617"/>
                  <a:pt x="4726" y="617"/>
                </a:cubicBezTo>
                <a:cubicBezTo>
                  <a:pt x="4592" y="617"/>
                  <a:pt x="4456" y="653"/>
                  <a:pt x="4342" y="722"/>
                </a:cubicBezTo>
                <a:cubicBezTo>
                  <a:pt x="4287" y="360"/>
                  <a:pt x="3991" y="64"/>
                  <a:pt x="3640" y="9"/>
                </a:cubicBezTo>
                <a:cubicBezTo>
                  <a:pt x="3601" y="3"/>
                  <a:pt x="3563" y="0"/>
                  <a:pt x="352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6" name="Google Shape;1046;p58"/>
          <p:cNvSpPr/>
          <p:nvPr/>
        </p:nvSpPr>
        <p:spPr>
          <a:xfrm flipH="1">
            <a:off x="-239881" y="2636886"/>
            <a:ext cx="588829" cy="147316"/>
          </a:xfrm>
          <a:custGeom>
            <a:rect b="b" l="l" r="r" t="t"/>
            <a:pathLst>
              <a:path extrusionOk="0" h="1358" w="5428">
                <a:moveTo>
                  <a:pt x="3524" y="0"/>
                </a:moveTo>
                <a:cubicBezTo>
                  <a:pt x="3201" y="0"/>
                  <a:pt x="2890" y="197"/>
                  <a:pt x="2752" y="481"/>
                </a:cubicBezTo>
                <a:cubicBezTo>
                  <a:pt x="2587" y="352"/>
                  <a:pt x="2379" y="286"/>
                  <a:pt x="2173" y="286"/>
                </a:cubicBezTo>
                <a:cubicBezTo>
                  <a:pt x="2079" y="286"/>
                  <a:pt x="1986" y="300"/>
                  <a:pt x="1897" y="327"/>
                </a:cubicBezTo>
                <a:cubicBezTo>
                  <a:pt x="1601" y="426"/>
                  <a:pt x="1371" y="678"/>
                  <a:pt x="1294" y="963"/>
                </a:cubicBezTo>
                <a:cubicBezTo>
                  <a:pt x="1149" y="810"/>
                  <a:pt x="937" y="722"/>
                  <a:pt x="726" y="722"/>
                </a:cubicBezTo>
                <a:cubicBezTo>
                  <a:pt x="666" y="722"/>
                  <a:pt x="607" y="729"/>
                  <a:pt x="548" y="744"/>
                </a:cubicBezTo>
                <a:cubicBezTo>
                  <a:pt x="285" y="820"/>
                  <a:pt x="66" y="1040"/>
                  <a:pt x="0" y="1303"/>
                </a:cubicBezTo>
                <a:lnTo>
                  <a:pt x="5416" y="1358"/>
                </a:lnTo>
                <a:cubicBezTo>
                  <a:pt x="5428" y="1105"/>
                  <a:pt x="5296" y="842"/>
                  <a:pt x="5077" y="711"/>
                </a:cubicBezTo>
                <a:cubicBezTo>
                  <a:pt x="4972" y="648"/>
                  <a:pt x="4849" y="617"/>
                  <a:pt x="4726" y="617"/>
                </a:cubicBezTo>
                <a:cubicBezTo>
                  <a:pt x="4592" y="617"/>
                  <a:pt x="4456" y="653"/>
                  <a:pt x="4342" y="722"/>
                </a:cubicBezTo>
                <a:cubicBezTo>
                  <a:pt x="4287" y="360"/>
                  <a:pt x="3991" y="64"/>
                  <a:pt x="3640" y="9"/>
                </a:cubicBezTo>
                <a:cubicBezTo>
                  <a:pt x="3601" y="3"/>
                  <a:pt x="3563" y="0"/>
                  <a:pt x="352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7" name="Google Shape;1047;p58"/>
          <p:cNvSpPr/>
          <p:nvPr/>
        </p:nvSpPr>
        <p:spPr>
          <a:xfrm flipH="1">
            <a:off x="2092575" y="320521"/>
            <a:ext cx="679193" cy="170205"/>
          </a:xfrm>
          <a:custGeom>
            <a:rect b="b" l="l" r="r" t="t"/>
            <a:pathLst>
              <a:path extrusionOk="0" h="1569" w="6261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8" name="Google Shape;1048;p58"/>
          <p:cNvSpPr/>
          <p:nvPr/>
        </p:nvSpPr>
        <p:spPr>
          <a:xfrm flipH="1">
            <a:off x="875119" y="4478861"/>
            <a:ext cx="588829" cy="147316"/>
          </a:xfrm>
          <a:custGeom>
            <a:rect b="b" l="l" r="r" t="t"/>
            <a:pathLst>
              <a:path extrusionOk="0" h="1358" w="5428">
                <a:moveTo>
                  <a:pt x="3524" y="0"/>
                </a:moveTo>
                <a:cubicBezTo>
                  <a:pt x="3201" y="0"/>
                  <a:pt x="2890" y="197"/>
                  <a:pt x="2752" y="481"/>
                </a:cubicBezTo>
                <a:cubicBezTo>
                  <a:pt x="2587" y="352"/>
                  <a:pt x="2379" y="286"/>
                  <a:pt x="2173" y="286"/>
                </a:cubicBezTo>
                <a:cubicBezTo>
                  <a:pt x="2079" y="286"/>
                  <a:pt x="1986" y="300"/>
                  <a:pt x="1897" y="327"/>
                </a:cubicBezTo>
                <a:cubicBezTo>
                  <a:pt x="1601" y="426"/>
                  <a:pt x="1371" y="678"/>
                  <a:pt x="1294" y="963"/>
                </a:cubicBezTo>
                <a:cubicBezTo>
                  <a:pt x="1149" y="810"/>
                  <a:pt x="937" y="722"/>
                  <a:pt x="726" y="722"/>
                </a:cubicBezTo>
                <a:cubicBezTo>
                  <a:pt x="666" y="722"/>
                  <a:pt x="607" y="729"/>
                  <a:pt x="548" y="744"/>
                </a:cubicBezTo>
                <a:cubicBezTo>
                  <a:pt x="285" y="820"/>
                  <a:pt x="66" y="1040"/>
                  <a:pt x="0" y="1303"/>
                </a:cubicBezTo>
                <a:lnTo>
                  <a:pt x="5416" y="1358"/>
                </a:lnTo>
                <a:cubicBezTo>
                  <a:pt x="5428" y="1105"/>
                  <a:pt x="5296" y="842"/>
                  <a:pt x="5077" y="711"/>
                </a:cubicBezTo>
                <a:cubicBezTo>
                  <a:pt x="4972" y="648"/>
                  <a:pt x="4849" y="617"/>
                  <a:pt x="4726" y="617"/>
                </a:cubicBezTo>
                <a:cubicBezTo>
                  <a:pt x="4592" y="617"/>
                  <a:pt x="4456" y="653"/>
                  <a:pt x="4342" y="722"/>
                </a:cubicBezTo>
                <a:cubicBezTo>
                  <a:pt x="4287" y="360"/>
                  <a:pt x="3991" y="64"/>
                  <a:pt x="3640" y="9"/>
                </a:cubicBezTo>
                <a:cubicBezTo>
                  <a:pt x="3601" y="3"/>
                  <a:pt x="3563" y="0"/>
                  <a:pt x="352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9" name="Google Shape;1049;p58"/>
          <p:cNvSpPr/>
          <p:nvPr/>
        </p:nvSpPr>
        <p:spPr>
          <a:xfrm flipH="1">
            <a:off x="8199281" y="3943699"/>
            <a:ext cx="588829" cy="147316"/>
          </a:xfrm>
          <a:custGeom>
            <a:rect b="b" l="l" r="r" t="t"/>
            <a:pathLst>
              <a:path extrusionOk="0" h="1358" w="5428">
                <a:moveTo>
                  <a:pt x="3524" y="0"/>
                </a:moveTo>
                <a:cubicBezTo>
                  <a:pt x="3201" y="0"/>
                  <a:pt x="2890" y="197"/>
                  <a:pt x="2752" y="481"/>
                </a:cubicBezTo>
                <a:cubicBezTo>
                  <a:pt x="2587" y="352"/>
                  <a:pt x="2379" y="286"/>
                  <a:pt x="2173" y="286"/>
                </a:cubicBezTo>
                <a:cubicBezTo>
                  <a:pt x="2079" y="286"/>
                  <a:pt x="1986" y="300"/>
                  <a:pt x="1897" y="327"/>
                </a:cubicBezTo>
                <a:cubicBezTo>
                  <a:pt x="1601" y="426"/>
                  <a:pt x="1371" y="678"/>
                  <a:pt x="1294" y="963"/>
                </a:cubicBezTo>
                <a:cubicBezTo>
                  <a:pt x="1149" y="810"/>
                  <a:pt x="937" y="722"/>
                  <a:pt x="726" y="722"/>
                </a:cubicBezTo>
                <a:cubicBezTo>
                  <a:pt x="666" y="722"/>
                  <a:pt x="607" y="729"/>
                  <a:pt x="548" y="744"/>
                </a:cubicBezTo>
                <a:cubicBezTo>
                  <a:pt x="285" y="820"/>
                  <a:pt x="66" y="1040"/>
                  <a:pt x="0" y="1303"/>
                </a:cubicBezTo>
                <a:lnTo>
                  <a:pt x="5416" y="1358"/>
                </a:lnTo>
                <a:cubicBezTo>
                  <a:pt x="5428" y="1105"/>
                  <a:pt x="5296" y="842"/>
                  <a:pt x="5077" y="711"/>
                </a:cubicBezTo>
                <a:cubicBezTo>
                  <a:pt x="4972" y="648"/>
                  <a:pt x="4849" y="617"/>
                  <a:pt x="4726" y="617"/>
                </a:cubicBezTo>
                <a:cubicBezTo>
                  <a:pt x="4592" y="617"/>
                  <a:pt x="4456" y="653"/>
                  <a:pt x="4342" y="722"/>
                </a:cubicBezTo>
                <a:cubicBezTo>
                  <a:pt x="4287" y="360"/>
                  <a:pt x="3991" y="64"/>
                  <a:pt x="3640" y="9"/>
                </a:cubicBezTo>
                <a:cubicBezTo>
                  <a:pt x="3601" y="3"/>
                  <a:pt x="3563" y="0"/>
                  <a:pt x="352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50" name="Google Shape;1050;p58"/>
          <p:cNvGrpSpPr/>
          <p:nvPr/>
        </p:nvGrpSpPr>
        <p:grpSpPr>
          <a:xfrm flipH="1" rot="-5400000">
            <a:off x="7927439" y="-54062"/>
            <a:ext cx="416587" cy="977813"/>
            <a:chOff x="8555949" y="425163"/>
            <a:chExt cx="416587" cy="977813"/>
          </a:xfrm>
        </p:grpSpPr>
        <p:sp>
          <p:nvSpPr>
            <p:cNvPr id="1051" name="Google Shape;1051;p58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2" name="Google Shape;1052;p58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3" name="Google Shape;1053;p58"/>
            <p:cNvSpPr/>
            <p:nvPr/>
          </p:nvSpPr>
          <p:spPr>
            <a:xfrm>
              <a:off x="8879236" y="425163"/>
              <a:ext cx="93300" cy="93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4" name="Google Shape;1054;p58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55" name="Google Shape;1055;p58"/>
          <p:cNvGrpSpPr/>
          <p:nvPr/>
        </p:nvGrpSpPr>
        <p:grpSpPr>
          <a:xfrm flipH="1" rot="-5400000">
            <a:off x="-214005" y="4060144"/>
            <a:ext cx="1238412" cy="385925"/>
            <a:chOff x="8251149" y="734000"/>
            <a:chExt cx="1238412" cy="385925"/>
          </a:xfrm>
        </p:grpSpPr>
        <p:sp>
          <p:nvSpPr>
            <p:cNvPr id="1056" name="Google Shape;1056;p58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fmla="val 43902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7" name="Google Shape;1057;p58"/>
            <p:cNvSpPr/>
            <p:nvPr/>
          </p:nvSpPr>
          <p:spPr>
            <a:xfrm>
              <a:off x="9396261" y="928675"/>
              <a:ext cx="93300" cy="93300"/>
            </a:xfrm>
            <a:prstGeom prst="ellipse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8" name="Google Shape;1058;p58"/>
            <p:cNvSpPr/>
            <p:nvPr/>
          </p:nvSpPr>
          <p:spPr>
            <a:xfrm>
              <a:off x="9031636" y="806163"/>
              <a:ext cx="93300" cy="93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9" name="Google Shape;1059;p58"/>
            <p:cNvSpPr/>
            <p:nvPr/>
          </p:nvSpPr>
          <p:spPr>
            <a:xfrm>
              <a:off x="8251149" y="734000"/>
              <a:ext cx="54900" cy="54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60" name="Google Shape;1060;p58"/>
          <p:cNvSpPr/>
          <p:nvPr/>
        </p:nvSpPr>
        <p:spPr>
          <a:xfrm flipH="1" rot="598330">
            <a:off x="8417618" y="782087"/>
            <a:ext cx="152164" cy="190205"/>
          </a:xfrm>
          <a:custGeom>
            <a:rect b="b" l="l" r="r" t="t"/>
            <a:pathLst>
              <a:path extrusionOk="0" h="4276" w="3421">
                <a:moveTo>
                  <a:pt x="1718" y="979"/>
                </a:moveTo>
                <a:cubicBezTo>
                  <a:pt x="2155" y="979"/>
                  <a:pt x="2500" y="1388"/>
                  <a:pt x="2423" y="1864"/>
                </a:cubicBezTo>
                <a:cubicBezTo>
                  <a:pt x="2380" y="2149"/>
                  <a:pt x="2171" y="2380"/>
                  <a:pt x="1908" y="2445"/>
                </a:cubicBezTo>
                <a:cubicBezTo>
                  <a:pt x="1839" y="2466"/>
                  <a:pt x="1772" y="2475"/>
                  <a:pt x="1706" y="2475"/>
                </a:cubicBezTo>
                <a:cubicBezTo>
                  <a:pt x="1275" y="2475"/>
                  <a:pt x="923" y="2066"/>
                  <a:pt x="1009" y="1590"/>
                </a:cubicBezTo>
                <a:cubicBezTo>
                  <a:pt x="1053" y="1305"/>
                  <a:pt x="1261" y="1074"/>
                  <a:pt x="1513" y="1009"/>
                </a:cubicBezTo>
                <a:cubicBezTo>
                  <a:pt x="1583" y="988"/>
                  <a:pt x="1652" y="979"/>
                  <a:pt x="1718" y="979"/>
                </a:cubicBezTo>
                <a:close/>
                <a:moveTo>
                  <a:pt x="1716" y="0"/>
                </a:moveTo>
                <a:cubicBezTo>
                  <a:pt x="1628" y="0"/>
                  <a:pt x="1538" y="7"/>
                  <a:pt x="1447" y="22"/>
                </a:cubicBezTo>
                <a:cubicBezTo>
                  <a:pt x="680" y="143"/>
                  <a:pt x="77" y="823"/>
                  <a:pt x="22" y="1634"/>
                </a:cubicBezTo>
                <a:cubicBezTo>
                  <a:pt x="0" y="2029"/>
                  <a:pt x="99" y="2402"/>
                  <a:pt x="285" y="2697"/>
                </a:cubicBezTo>
                <a:cubicBezTo>
                  <a:pt x="329" y="2774"/>
                  <a:pt x="384" y="2840"/>
                  <a:pt x="439" y="2906"/>
                </a:cubicBezTo>
                <a:lnTo>
                  <a:pt x="1535" y="4144"/>
                </a:lnTo>
                <a:cubicBezTo>
                  <a:pt x="1612" y="4231"/>
                  <a:pt x="1719" y="4275"/>
                  <a:pt x="1828" y="4275"/>
                </a:cubicBezTo>
                <a:cubicBezTo>
                  <a:pt x="1953" y="4275"/>
                  <a:pt x="2078" y="4218"/>
                  <a:pt x="2160" y="4100"/>
                </a:cubicBezTo>
                <a:lnTo>
                  <a:pt x="2840" y="3147"/>
                </a:lnTo>
                <a:cubicBezTo>
                  <a:pt x="2894" y="3048"/>
                  <a:pt x="3016" y="2873"/>
                  <a:pt x="3114" y="2719"/>
                </a:cubicBezTo>
                <a:cubicBezTo>
                  <a:pt x="3311" y="2412"/>
                  <a:pt x="3421" y="2061"/>
                  <a:pt x="3410" y="1700"/>
                </a:cubicBezTo>
                <a:lnTo>
                  <a:pt x="3410" y="1688"/>
                </a:lnTo>
                <a:cubicBezTo>
                  <a:pt x="3370" y="740"/>
                  <a:pt x="2620" y="0"/>
                  <a:pt x="171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1" name="Google Shape;1061;p58"/>
          <p:cNvSpPr/>
          <p:nvPr/>
        </p:nvSpPr>
        <p:spPr>
          <a:xfrm rot="-598330">
            <a:off x="552518" y="4402062"/>
            <a:ext cx="152164" cy="190205"/>
          </a:xfrm>
          <a:custGeom>
            <a:rect b="b" l="l" r="r" t="t"/>
            <a:pathLst>
              <a:path extrusionOk="0" h="4276" w="3421">
                <a:moveTo>
                  <a:pt x="1718" y="979"/>
                </a:moveTo>
                <a:cubicBezTo>
                  <a:pt x="2155" y="979"/>
                  <a:pt x="2500" y="1388"/>
                  <a:pt x="2423" y="1864"/>
                </a:cubicBezTo>
                <a:cubicBezTo>
                  <a:pt x="2380" y="2149"/>
                  <a:pt x="2171" y="2380"/>
                  <a:pt x="1908" y="2445"/>
                </a:cubicBezTo>
                <a:cubicBezTo>
                  <a:pt x="1839" y="2466"/>
                  <a:pt x="1772" y="2475"/>
                  <a:pt x="1706" y="2475"/>
                </a:cubicBezTo>
                <a:cubicBezTo>
                  <a:pt x="1275" y="2475"/>
                  <a:pt x="923" y="2066"/>
                  <a:pt x="1009" y="1590"/>
                </a:cubicBezTo>
                <a:cubicBezTo>
                  <a:pt x="1053" y="1305"/>
                  <a:pt x="1261" y="1074"/>
                  <a:pt x="1513" y="1009"/>
                </a:cubicBezTo>
                <a:cubicBezTo>
                  <a:pt x="1583" y="988"/>
                  <a:pt x="1652" y="979"/>
                  <a:pt x="1718" y="979"/>
                </a:cubicBezTo>
                <a:close/>
                <a:moveTo>
                  <a:pt x="1716" y="0"/>
                </a:moveTo>
                <a:cubicBezTo>
                  <a:pt x="1628" y="0"/>
                  <a:pt x="1538" y="7"/>
                  <a:pt x="1447" y="22"/>
                </a:cubicBezTo>
                <a:cubicBezTo>
                  <a:pt x="680" y="143"/>
                  <a:pt x="77" y="823"/>
                  <a:pt x="22" y="1634"/>
                </a:cubicBezTo>
                <a:cubicBezTo>
                  <a:pt x="0" y="2029"/>
                  <a:pt x="99" y="2402"/>
                  <a:pt x="285" y="2697"/>
                </a:cubicBezTo>
                <a:cubicBezTo>
                  <a:pt x="329" y="2774"/>
                  <a:pt x="384" y="2840"/>
                  <a:pt x="439" y="2906"/>
                </a:cubicBezTo>
                <a:lnTo>
                  <a:pt x="1535" y="4144"/>
                </a:lnTo>
                <a:cubicBezTo>
                  <a:pt x="1612" y="4231"/>
                  <a:pt x="1719" y="4275"/>
                  <a:pt x="1828" y="4275"/>
                </a:cubicBezTo>
                <a:cubicBezTo>
                  <a:pt x="1953" y="4275"/>
                  <a:pt x="2078" y="4218"/>
                  <a:pt x="2160" y="4100"/>
                </a:cubicBezTo>
                <a:lnTo>
                  <a:pt x="2840" y="3147"/>
                </a:lnTo>
                <a:cubicBezTo>
                  <a:pt x="2894" y="3048"/>
                  <a:pt x="3016" y="2873"/>
                  <a:pt x="3114" y="2719"/>
                </a:cubicBezTo>
                <a:cubicBezTo>
                  <a:pt x="3311" y="2412"/>
                  <a:pt x="3421" y="2061"/>
                  <a:pt x="3410" y="1700"/>
                </a:cubicBezTo>
                <a:lnTo>
                  <a:pt x="3410" y="1688"/>
                </a:lnTo>
                <a:cubicBezTo>
                  <a:pt x="3370" y="740"/>
                  <a:pt x="2620" y="0"/>
                  <a:pt x="171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2" name="Google Shape;1062;p58"/>
          <p:cNvSpPr/>
          <p:nvPr/>
        </p:nvSpPr>
        <p:spPr>
          <a:xfrm flipH="1">
            <a:off x="598169" y="803536"/>
            <a:ext cx="588829" cy="147316"/>
          </a:xfrm>
          <a:custGeom>
            <a:rect b="b" l="l" r="r" t="t"/>
            <a:pathLst>
              <a:path extrusionOk="0" h="1358" w="5428">
                <a:moveTo>
                  <a:pt x="3524" y="0"/>
                </a:moveTo>
                <a:cubicBezTo>
                  <a:pt x="3201" y="0"/>
                  <a:pt x="2890" y="197"/>
                  <a:pt x="2752" y="481"/>
                </a:cubicBezTo>
                <a:cubicBezTo>
                  <a:pt x="2587" y="352"/>
                  <a:pt x="2379" y="286"/>
                  <a:pt x="2173" y="286"/>
                </a:cubicBezTo>
                <a:cubicBezTo>
                  <a:pt x="2079" y="286"/>
                  <a:pt x="1986" y="300"/>
                  <a:pt x="1897" y="327"/>
                </a:cubicBezTo>
                <a:cubicBezTo>
                  <a:pt x="1601" y="426"/>
                  <a:pt x="1371" y="678"/>
                  <a:pt x="1294" y="963"/>
                </a:cubicBezTo>
                <a:cubicBezTo>
                  <a:pt x="1149" y="810"/>
                  <a:pt x="937" y="722"/>
                  <a:pt x="726" y="722"/>
                </a:cubicBezTo>
                <a:cubicBezTo>
                  <a:pt x="666" y="722"/>
                  <a:pt x="607" y="729"/>
                  <a:pt x="548" y="744"/>
                </a:cubicBezTo>
                <a:cubicBezTo>
                  <a:pt x="285" y="820"/>
                  <a:pt x="66" y="1040"/>
                  <a:pt x="0" y="1303"/>
                </a:cubicBezTo>
                <a:lnTo>
                  <a:pt x="5416" y="1358"/>
                </a:lnTo>
                <a:cubicBezTo>
                  <a:pt x="5428" y="1105"/>
                  <a:pt x="5296" y="842"/>
                  <a:pt x="5077" y="711"/>
                </a:cubicBezTo>
                <a:cubicBezTo>
                  <a:pt x="4972" y="648"/>
                  <a:pt x="4849" y="617"/>
                  <a:pt x="4726" y="617"/>
                </a:cubicBezTo>
                <a:cubicBezTo>
                  <a:pt x="4592" y="617"/>
                  <a:pt x="4456" y="653"/>
                  <a:pt x="4342" y="722"/>
                </a:cubicBezTo>
                <a:cubicBezTo>
                  <a:pt x="4287" y="360"/>
                  <a:pt x="3991" y="64"/>
                  <a:pt x="3640" y="9"/>
                </a:cubicBezTo>
                <a:cubicBezTo>
                  <a:pt x="3601" y="3"/>
                  <a:pt x="3563" y="0"/>
                  <a:pt x="352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1063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Google Shape;1064;p59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65" name="Google Shape;1065;p59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66" name="Google Shape;1066;p5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067" name="Google Shape;1067;p5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068" name="Google Shape;1068;p5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>
  <p:cSld name="TITLE_1">
    <p:spTree>
      <p:nvGrpSpPr>
        <p:cNvPr id="1069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p6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71" name="Google Shape;1071;p60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072" name="Google Shape;1072;p6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73" name="Google Shape;1073;p6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74" name="Google Shape;1074;p6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 1">
  <p:cSld name="TITLE_2">
    <p:spTree>
      <p:nvGrpSpPr>
        <p:cNvPr id="1075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p6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77" name="Google Shape;1077;p6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078" name="Google Shape;1078;p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 2">
  <p:cSld name="TITLE_3">
    <p:spTree>
      <p:nvGrpSpPr>
        <p:cNvPr id="1079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Google Shape;1080;p6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81" name="Google Shape;1081;p6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082" name="Google Shape;1082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theme" Target="../theme/theme2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50.xml"/><Relationship Id="rId22" Type="http://schemas.openxmlformats.org/officeDocument/2006/relationships/slideLayout" Target="../slideLayouts/slideLayout52.xml"/><Relationship Id="rId21" Type="http://schemas.openxmlformats.org/officeDocument/2006/relationships/slideLayout" Target="../slideLayouts/slideLayout51.xml"/><Relationship Id="rId24" Type="http://schemas.openxmlformats.org/officeDocument/2006/relationships/slideLayout" Target="../slideLayouts/slideLayout54.xml"/><Relationship Id="rId23" Type="http://schemas.openxmlformats.org/officeDocument/2006/relationships/slideLayout" Target="../slideLayouts/slideLayout53.xml"/><Relationship Id="rId1" Type="http://schemas.openxmlformats.org/officeDocument/2006/relationships/slideLayout" Target="../slideLayouts/slideLayout31.xml"/><Relationship Id="rId2" Type="http://schemas.openxmlformats.org/officeDocument/2006/relationships/slideLayout" Target="../slideLayouts/slideLayout32.xml"/><Relationship Id="rId3" Type="http://schemas.openxmlformats.org/officeDocument/2006/relationships/slideLayout" Target="../slideLayouts/slideLayout33.xml"/><Relationship Id="rId4" Type="http://schemas.openxmlformats.org/officeDocument/2006/relationships/slideLayout" Target="../slideLayouts/slideLayout34.xml"/><Relationship Id="rId9" Type="http://schemas.openxmlformats.org/officeDocument/2006/relationships/slideLayout" Target="../slideLayouts/slideLayout39.xml"/><Relationship Id="rId26" Type="http://schemas.openxmlformats.org/officeDocument/2006/relationships/slideLayout" Target="../slideLayouts/slideLayout56.xml"/><Relationship Id="rId25" Type="http://schemas.openxmlformats.org/officeDocument/2006/relationships/slideLayout" Target="../slideLayouts/slideLayout55.xml"/><Relationship Id="rId28" Type="http://schemas.openxmlformats.org/officeDocument/2006/relationships/slideLayout" Target="../slideLayouts/slideLayout58.xml"/><Relationship Id="rId27" Type="http://schemas.openxmlformats.org/officeDocument/2006/relationships/slideLayout" Target="../slideLayouts/slideLayout57.xml"/><Relationship Id="rId5" Type="http://schemas.openxmlformats.org/officeDocument/2006/relationships/slideLayout" Target="../slideLayouts/slideLayout35.xml"/><Relationship Id="rId6" Type="http://schemas.openxmlformats.org/officeDocument/2006/relationships/slideLayout" Target="../slideLayouts/slideLayout36.xml"/><Relationship Id="rId29" Type="http://schemas.openxmlformats.org/officeDocument/2006/relationships/slideLayout" Target="../slideLayouts/slideLayout59.xml"/><Relationship Id="rId7" Type="http://schemas.openxmlformats.org/officeDocument/2006/relationships/slideLayout" Target="../slideLayouts/slideLayout37.xml"/><Relationship Id="rId8" Type="http://schemas.openxmlformats.org/officeDocument/2006/relationships/slideLayout" Target="../slideLayouts/slideLayout38.xml"/><Relationship Id="rId31" Type="http://schemas.openxmlformats.org/officeDocument/2006/relationships/theme" Target="../theme/theme1.xml"/><Relationship Id="rId30" Type="http://schemas.openxmlformats.org/officeDocument/2006/relationships/slideLayout" Target="../slideLayouts/slideLayout60.xml"/><Relationship Id="rId11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0.xml"/><Relationship Id="rId13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2.xml"/><Relationship Id="rId15" Type="http://schemas.openxmlformats.org/officeDocument/2006/relationships/slideLayout" Target="../slideLayouts/slideLayout45.xml"/><Relationship Id="rId14" Type="http://schemas.openxmlformats.org/officeDocument/2006/relationships/slideLayout" Target="../slideLayouts/slideLayout44.xml"/><Relationship Id="rId17" Type="http://schemas.openxmlformats.org/officeDocument/2006/relationships/slideLayout" Target="../slideLayouts/slideLayout47.xml"/><Relationship Id="rId16" Type="http://schemas.openxmlformats.org/officeDocument/2006/relationships/slideLayout" Target="../slideLayouts/slideLayout46.xml"/><Relationship Id="rId19" Type="http://schemas.openxmlformats.org/officeDocument/2006/relationships/slideLayout" Target="../slideLayouts/slideLayout49.xml"/><Relationship Id="rId18" Type="http://schemas.openxmlformats.org/officeDocument/2006/relationships/slideLayout" Target="../slideLayouts/slideLayout4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kbak One"/>
              <a:buNone/>
              <a:defRPr sz="35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kbak One"/>
              <a:buNone/>
              <a:defRPr sz="35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kbak One"/>
              <a:buNone/>
              <a:defRPr sz="35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kbak One"/>
              <a:buNone/>
              <a:defRPr sz="35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kbak One"/>
              <a:buNone/>
              <a:defRPr sz="35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kbak One"/>
              <a:buNone/>
              <a:defRPr sz="35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kbak One"/>
              <a:buNone/>
              <a:defRPr sz="35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kbak One"/>
              <a:buNone/>
              <a:defRPr sz="35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kbak One"/>
              <a:buNone/>
              <a:defRPr sz="35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ek Gujarati"/>
              <a:buChar char="●"/>
              <a:defRPr sz="1200">
                <a:solidFill>
                  <a:schemeClr val="dk1"/>
                </a:solidFill>
                <a:latin typeface="Anek Gujarati"/>
                <a:ea typeface="Anek Gujarati"/>
                <a:cs typeface="Anek Gujarati"/>
                <a:sym typeface="Anek Gujarati"/>
              </a:defRPr>
            </a:lvl1pPr>
            <a:lvl2pPr indent="-3048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ek Gujarati"/>
              <a:buChar char="○"/>
              <a:defRPr sz="1200">
                <a:solidFill>
                  <a:schemeClr val="dk1"/>
                </a:solidFill>
                <a:latin typeface="Anek Gujarati"/>
                <a:ea typeface="Anek Gujarati"/>
                <a:cs typeface="Anek Gujarati"/>
                <a:sym typeface="Anek Gujarati"/>
              </a:defRPr>
            </a:lvl2pPr>
            <a:lvl3pPr indent="-3048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ek Gujarati"/>
              <a:buChar char="■"/>
              <a:defRPr sz="1200">
                <a:solidFill>
                  <a:schemeClr val="dk1"/>
                </a:solidFill>
                <a:latin typeface="Anek Gujarati"/>
                <a:ea typeface="Anek Gujarati"/>
                <a:cs typeface="Anek Gujarati"/>
                <a:sym typeface="Anek Gujarati"/>
              </a:defRPr>
            </a:lvl3pPr>
            <a:lvl4pPr indent="-3048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ek Gujarati"/>
              <a:buChar char="●"/>
              <a:defRPr sz="1200">
                <a:solidFill>
                  <a:schemeClr val="dk1"/>
                </a:solidFill>
                <a:latin typeface="Anek Gujarati"/>
                <a:ea typeface="Anek Gujarati"/>
                <a:cs typeface="Anek Gujarati"/>
                <a:sym typeface="Anek Gujarati"/>
              </a:defRPr>
            </a:lvl4pPr>
            <a:lvl5pPr indent="-3048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ek Gujarati"/>
              <a:buChar char="○"/>
              <a:defRPr sz="1200">
                <a:solidFill>
                  <a:schemeClr val="dk1"/>
                </a:solidFill>
                <a:latin typeface="Anek Gujarati"/>
                <a:ea typeface="Anek Gujarati"/>
                <a:cs typeface="Anek Gujarati"/>
                <a:sym typeface="Anek Gujarati"/>
              </a:defRPr>
            </a:lvl5pPr>
            <a:lvl6pPr indent="-3048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ek Gujarati"/>
              <a:buChar char="■"/>
              <a:defRPr sz="1200">
                <a:solidFill>
                  <a:schemeClr val="dk1"/>
                </a:solidFill>
                <a:latin typeface="Anek Gujarati"/>
                <a:ea typeface="Anek Gujarati"/>
                <a:cs typeface="Anek Gujarati"/>
                <a:sym typeface="Anek Gujarati"/>
              </a:defRPr>
            </a:lvl6pPr>
            <a:lvl7pPr indent="-3048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ek Gujarati"/>
              <a:buChar char="●"/>
              <a:defRPr sz="1200">
                <a:solidFill>
                  <a:schemeClr val="dk1"/>
                </a:solidFill>
                <a:latin typeface="Anek Gujarati"/>
                <a:ea typeface="Anek Gujarati"/>
                <a:cs typeface="Anek Gujarati"/>
                <a:sym typeface="Anek Gujarati"/>
              </a:defRPr>
            </a:lvl7pPr>
            <a:lvl8pPr indent="-3048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ek Gujarati"/>
              <a:buChar char="○"/>
              <a:defRPr sz="1200">
                <a:solidFill>
                  <a:schemeClr val="dk1"/>
                </a:solidFill>
                <a:latin typeface="Anek Gujarati"/>
                <a:ea typeface="Anek Gujarati"/>
                <a:cs typeface="Anek Gujarati"/>
                <a:sym typeface="Anek Gujarati"/>
              </a:defRPr>
            </a:lvl8pPr>
            <a:lvl9pPr indent="-3048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Anek Gujarati"/>
              <a:buChar char="■"/>
              <a:defRPr sz="1200">
                <a:solidFill>
                  <a:schemeClr val="dk1"/>
                </a:solidFill>
                <a:latin typeface="Anek Gujarati"/>
                <a:ea typeface="Anek Gujarati"/>
                <a:cs typeface="Anek Gujarati"/>
                <a:sym typeface="Anek Gujarat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32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kbak One"/>
              <a:buNone/>
              <a:defRPr sz="35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kbak One"/>
              <a:buNone/>
              <a:defRPr sz="35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kbak One"/>
              <a:buNone/>
              <a:defRPr sz="35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kbak One"/>
              <a:buNone/>
              <a:defRPr sz="35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kbak One"/>
              <a:buNone/>
              <a:defRPr sz="35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kbak One"/>
              <a:buNone/>
              <a:defRPr sz="35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kbak One"/>
              <a:buNone/>
              <a:defRPr sz="35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kbak One"/>
              <a:buNone/>
              <a:defRPr sz="35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kbak One"/>
              <a:buNone/>
              <a:defRPr sz="35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9pPr>
          </a:lstStyle>
          <a:p/>
        </p:txBody>
      </p:sp>
      <p:sp>
        <p:nvSpPr>
          <p:cNvPr id="547" name="Google Shape;547;p32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ek Gujarati"/>
              <a:buChar char="●"/>
              <a:defRPr sz="1200">
                <a:solidFill>
                  <a:schemeClr val="dk1"/>
                </a:solidFill>
                <a:latin typeface="Anek Gujarati"/>
                <a:ea typeface="Anek Gujarati"/>
                <a:cs typeface="Anek Gujarati"/>
                <a:sym typeface="Anek Gujarati"/>
              </a:defRPr>
            </a:lvl1pPr>
            <a:lvl2pPr indent="-3048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ek Gujarati"/>
              <a:buChar char="○"/>
              <a:defRPr sz="1200">
                <a:solidFill>
                  <a:schemeClr val="dk1"/>
                </a:solidFill>
                <a:latin typeface="Anek Gujarati"/>
                <a:ea typeface="Anek Gujarati"/>
                <a:cs typeface="Anek Gujarati"/>
                <a:sym typeface="Anek Gujarati"/>
              </a:defRPr>
            </a:lvl2pPr>
            <a:lvl3pPr indent="-3048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ek Gujarati"/>
              <a:buChar char="■"/>
              <a:defRPr sz="1200">
                <a:solidFill>
                  <a:schemeClr val="dk1"/>
                </a:solidFill>
                <a:latin typeface="Anek Gujarati"/>
                <a:ea typeface="Anek Gujarati"/>
                <a:cs typeface="Anek Gujarati"/>
                <a:sym typeface="Anek Gujarati"/>
              </a:defRPr>
            </a:lvl3pPr>
            <a:lvl4pPr indent="-3048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ek Gujarati"/>
              <a:buChar char="●"/>
              <a:defRPr sz="1200">
                <a:solidFill>
                  <a:schemeClr val="dk1"/>
                </a:solidFill>
                <a:latin typeface="Anek Gujarati"/>
                <a:ea typeface="Anek Gujarati"/>
                <a:cs typeface="Anek Gujarati"/>
                <a:sym typeface="Anek Gujarati"/>
              </a:defRPr>
            </a:lvl4pPr>
            <a:lvl5pPr indent="-3048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ek Gujarati"/>
              <a:buChar char="○"/>
              <a:defRPr sz="1200">
                <a:solidFill>
                  <a:schemeClr val="dk1"/>
                </a:solidFill>
                <a:latin typeface="Anek Gujarati"/>
                <a:ea typeface="Anek Gujarati"/>
                <a:cs typeface="Anek Gujarati"/>
                <a:sym typeface="Anek Gujarati"/>
              </a:defRPr>
            </a:lvl5pPr>
            <a:lvl6pPr indent="-3048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ek Gujarati"/>
              <a:buChar char="■"/>
              <a:defRPr sz="1200">
                <a:solidFill>
                  <a:schemeClr val="dk1"/>
                </a:solidFill>
                <a:latin typeface="Anek Gujarati"/>
                <a:ea typeface="Anek Gujarati"/>
                <a:cs typeface="Anek Gujarati"/>
                <a:sym typeface="Anek Gujarati"/>
              </a:defRPr>
            </a:lvl6pPr>
            <a:lvl7pPr indent="-3048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ek Gujarati"/>
              <a:buChar char="●"/>
              <a:defRPr sz="1200">
                <a:solidFill>
                  <a:schemeClr val="dk1"/>
                </a:solidFill>
                <a:latin typeface="Anek Gujarati"/>
                <a:ea typeface="Anek Gujarati"/>
                <a:cs typeface="Anek Gujarati"/>
                <a:sym typeface="Anek Gujarati"/>
              </a:defRPr>
            </a:lvl7pPr>
            <a:lvl8pPr indent="-3048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ek Gujarati"/>
              <a:buChar char="○"/>
              <a:defRPr sz="1200">
                <a:solidFill>
                  <a:schemeClr val="dk1"/>
                </a:solidFill>
                <a:latin typeface="Anek Gujarati"/>
                <a:ea typeface="Anek Gujarati"/>
                <a:cs typeface="Anek Gujarati"/>
                <a:sym typeface="Anek Gujarati"/>
              </a:defRPr>
            </a:lvl8pPr>
            <a:lvl9pPr indent="-3048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Anek Gujarati"/>
              <a:buChar char="■"/>
              <a:defRPr sz="1200">
                <a:solidFill>
                  <a:schemeClr val="dk1"/>
                </a:solidFill>
                <a:latin typeface="Anek Gujarati"/>
                <a:ea typeface="Anek Gujarati"/>
                <a:cs typeface="Anek Gujarati"/>
                <a:sym typeface="Anek Gujarat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  <p:sldLayoutId id="2147483695" r:id="rId18"/>
    <p:sldLayoutId id="2147483696" r:id="rId19"/>
    <p:sldLayoutId id="2147483697" r:id="rId20"/>
    <p:sldLayoutId id="2147483698" r:id="rId21"/>
    <p:sldLayoutId id="2147483699" r:id="rId22"/>
    <p:sldLayoutId id="2147483700" r:id="rId23"/>
    <p:sldLayoutId id="2147483701" r:id="rId24"/>
    <p:sldLayoutId id="2147483702" r:id="rId25"/>
    <p:sldLayoutId id="2147483703" r:id="rId26"/>
    <p:sldLayoutId id="2147483704" r:id="rId27"/>
    <p:sldLayoutId id="2147483705" r:id="rId28"/>
    <p:sldLayoutId id="2147483706" r:id="rId29"/>
    <p:sldLayoutId id="2147483707" r:id="rId30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16.png"/><Relationship Id="rId5" Type="http://schemas.openxmlformats.org/officeDocument/2006/relationships/image" Target="../media/image9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7.xml"/><Relationship Id="rId3" Type="http://schemas.openxmlformats.org/officeDocument/2006/relationships/hyperlink" Target="http://www.efcaz.com.br" TargetMode="External"/><Relationship Id="rId4" Type="http://schemas.openxmlformats.org/officeDocument/2006/relationships/hyperlink" Target="https://www.facebook.com/Efcaz" TargetMode="External"/><Relationship Id="rId9" Type="http://schemas.openxmlformats.org/officeDocument/2006/relationships/image" Target="../media/image8.png"/><Relationship Id="rId5" Type="http://schemas.openxmlformats.org/officeDocument/2006/relationships/image" Target="../media/image5.png"/><Relationship Id="rId6" Type="http://schemas.openxmlformats.org/officeDocument/2006/relationships/hyperlink" Target="https://www.instagram.com/efcaz_srm/" TargetMode="External"/><Relationship Id="rId7" Type="http://schemas.openxmlformats.org/officeDocument/2006/relationships/image" Target="../media/image3.png"/><Relationship Id="rId8" Type="http://schemas.openxmlformats.org/officeDocument/2006/relationships/hyperlink" Target="https://www.linkedin.com/company/efcaz-gest%C3%A3o-da-cadeia-de-fornecimento/" TargetMode="External"/><Relationship Id="rId11" Type="http://schemas.openxmlformats.org/officeDocument/2006/relationships/image" Target="../media/image12.png"/><Relationship Id="rId10" Type="http://schemas.openxmlformats.org/officeDocument/2006/relationships/hyperlink" Target="https://www.youtube.com/@efcaz_srm" TargetMode="External"/><Relationship Id="rId13" Type="http://schemas.openxmlformats.org/officeDocument/2006/relationships/image" Target="../media/image7.png"/><Relationship Id="rId12" Type="http://schemas.openxmlformats.org/officeDocument/2006/relationships/hyperlink" Target="mailto:gabriel.evangelista@efcaz.com.br" TargetMode="External"/><Relationship Id="rId15" Type="http://schemas.openxmlformats.org/officeDocument/2006/relationships/image" Target="../media/image15.jp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BA2B9"/>
            </a:gs>
            <a:gs pos="38000">
              <a:srgbClr val="0BA2B9"/>
            </a:gs>
            <a:gs pos="100000">
              <a:srgbClr val="087182"/>
            </a:gs>
          </a:gsLst>
          <a:lin ang="2700006" scaled="0"/>
        </a:gradFill>
      </p:bgPr>
    </p:bg>
    <p:spTree>
      <p:nvGrpSpPr>
        <p:cNvPr id="1086" name="Shape 1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Google Shape;1087;p63"/>
          <p:cNvSpPr txBox="1"/>
          <p:nvPr/>
        </p:nvSpPr>
        <p:spPr>
          <a:xfrm>
            <a:off x="1569505" y="3348255"/>
            <a:ext cx="814500" cy="5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7125" lIns="97125" spcFirstLastPara="1" rIns="97125" wrap="square" tIns="971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63">
                <a:solidFill>
                  <a:schemeClr val="accent6"/>
                </a:solidFill>
                <a:latin typeface="Barlow Black"/>
                <a:ea typeface="Barlow Black"/>
                <a:cs typeface="Barlow Black"/>
                <a:sym typeface="Barlow Black"/>
              </a:rPr>
              <a:t>+</a:t>
            </a:r>
            <a:endParaRPr sz="2263">
              <a:solidFill>
                <a:schemeClr val="accent6"/>
              </a:solidFill>
              <a:latin typeface="Barlow Black"/>
              <a:ea typeface="Barlow Black"/>
              <a:cs typeface="Barlow Black"/>
              <a:sym typeface="Barlow Black"/>
            </a:endParaRPr>
          </a:p>
        </p:txBody>
      </p:sp>
      <p:sp>
        <p:nvSpPr>
          <p:cNvPr id="1088" name="Google Shape;1088;p63"/>
          <p:cNvSpPr txBox="1"/>
          <p:nvPr/>
        </p:nvSpPr>
        <p:spPr>
          <a:xfrm>
            <a:off x="698299" y="1483525"/>
            <a:ext cx="4789800" cy="123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9000" lIns="79000" spcFirstLastPara="1" rIns="79000" wrap="square" tIns="790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42">
                <a:solidFill>
                  <a:schemeClr val="accent6"/>
                </a:solidFill>
                <a:latin typeface="Barlow"/>
                <a:ea typeface="Barlow"/>
                <a:cs typeface="Barlow"/>
                <a:sym typeface="Barlow"/>
              </a:rPr>
              <a:t>Próximos Passos</a:t>
            </a:r>
            <a:endParaRPr sz="1742">
              <a:solidFill>
                <a:schemeClr val="accent6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83">
                <a:solidFill>
                  <a:schemeClr val="accent6"/>
                </a:solidFill>
                <a:latin typeface="Barlow"/>
                <a:ea typeface="Barlow"/>
                <a:cs typeface="Barlow"/>
                <a:sym typeface="Barlow"/>
              </a:rPr>
              <a:t>Renovação Dock Brasil</a:t>
            </a:r>
            <a:endParaRPr b="1" sz="3483">
              <a:solidFill>
                <a:schemeClr val="accent6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42">
                <a:solidFill>
                  <a:schemeClr val="accent6"/>
                </a:solidFill>
                <a:latin typeface="Barlow"/>
                <a:ea typeface="Barlow"/>
                <a:cs typeface="Barlow"/>
                <a:sym typeface="Barlow"/>
              </a:rPr>
              <a:t>Mai/2026</a:t>
            </a:r>
            <a:endParaRPr sz="1742">
              <a:solidFill>
                <a:schemeClr val="accent6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cxnSp>
        <p:nvCxnSpPr>
          <p:cNvPr id="1089" name="Google Shape;1089;p63"/>
          <p:cNvCxnSpPr/>
          <p:nvPr/>
        </p:nvCxnSpPr>
        <p:spPr>
          <a:xfrm>
            <a:off x="584925" y="1482025"/>
            <a:ext cx="0" cy="1175700"/>
          </a:xfrm>
          <a:prstGeom prst="straightConnector1">
            <a:avLst/>
          </a:prstGeom>
          <a:noFill/>
          <a:ln cap="flat" cmpd="sng" w="24725">
            <a:solidFill>
              <a:srgbClr val="FFDC6F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90" name="Google Shape;1090;p63" title="Logo Efcaz branca png(grande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2575" y="3450281"/>
            <a:ext cx="1051661" cy="34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1" name="Google Shape;1091;p63" title="simbolo efcaz@2x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34200" y="308735"/>
            <a:ext cx="5109801" cy="4598299"/>
          </a:xfrm>
          <a:prstGeom prst="rect">
            <a:avLst/>
          </a:prstGeom>
          <a:noFill/>
          <a:ln>
            <a:noFill/>
          </a:ln>
        </p:spPr>
      </p:pic>
      <p:sp>
        <p:nvSpPr>
          <p:cNvPr id="1092" name="Google Shape;1092;p63"/>
          <p:cNvSpPr/>
          <p:nvPr/>
        </p:nvSpPr>
        <p:spPr>
          <a:xfrm>
            <a:off x="2255709" y="3170975"/>
            <a:ext cx="1271100" cy="8991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103425" lIns="103425" spcFirstLastPara="1" rIns="103425" wrap="square" tIns="103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84">
              <a:solidFill>
                <a:schemeClr val="accent6"/>
              </a:solidFill>
              <a:latin typeface="Anek Gujarati"/>
              <a:ea typeface="Anek Gujarati"/>
              <a:cs typeface="Anek Gujarati"/>
              <a:sym typeface="Anek Gujarati"/>
            </a:endParaRPr>
          </a:p>
        </p:txBody>
      </p:sp>
      <p:sp>
        <p:nvSpPr>
          <p:cNvPr id="1093" name="Google Shape;1093;p63"/>
          <p:cNvSpPr txBox="1"/>
          <p:nvPr/>
        </p:nvSpPr>
        <p:spPr>
          <a:xfrm>
            <a:off x="584915" y="4630133"/>
            <a:ext cx="9144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200" u="none" cap="none" strike="noStrike">
                <a:solidFill>
                  <a:srgbClr val="D6F5F8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Gabriel Vital  •  Customer Success Specialist  •  Efcaz SRM</a:t>
            </a:r>
            <a:endParaRPr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pic>
        <p:nvPicPr>
          <p:cNvPr id="1094" name="Google Shape;1094;p63" title="dockbrasil_logo.jfif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72737" y="3202102"/>
            <a:ext cx="836830" cy="8368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98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Google Shape;1099;p64"/>
          <p:cNvSpPr txBox="1"/>
          <p:nvPr>
            <p:ph idx="4294967295" type="title"/>
          </p:nvPr>
        </p:nvSpPr>
        <p:spPr>
          <a:xfrm>
            <a:off x="1963225" y="237825"/>
            <a:ext cx="5217600" cy="714600"/>
          </a:xfrm>
          <a:prstGeom prst="rect">
            <a:avLst/>
          </a:prstGeom>
        </p:spPr>
        <p:txBody>
          <a:bodyPr anchorCtr="0" anchor="t" bIns="106250" lIns="106250" spcFirstLastPara="1" rIns="106250" wrap="square" tIns="1062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5"/>
              </a:spcAft>
              <a:buNone/>
            </a:pPr>
            <a:r>
              <a:rPr lang="en" sz="3249">
                <a:solidFill>
                  <a:srgbClr val="0BA2B9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Situação Atual — Dock Brasil</a:t>
            </a:r>
            <a:endParaRPr sz="3249">
              <a:solidFill>
                <a:srgbClr val="0BA2B9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cxnSp>
        <p:nvCxnSpPr>
          <p:cNvPr id="1100" name="Google Shape;1100;p64"/>
          <p:cNvCxnSpPr/>
          <p:nvPr/>
        </p:nvCxnSpPr>
        <p:spPr>
          <a:xfrm>
            <a:off x="2464411" y="930685"/>
            <a:ext cx="4215300" cy="0"/>
          </a:xfrm>
          <a:prstGeom prst="straightConnector1">
            <a:avLst/>
          </a:prstGeom>
          <a:noFill/>
          <a:ln cap="flat" cmpd="sng" w="21800">
            <a:solidFill>
              <a:srgbClr val="FFD9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01" name="Google Shape;1101;p64"/>
          <p:cNvSpPr/>
          <p:nvPr/>
        </p:nvSpPr>
        <p:spPr>
          <a:xfrm>
            <a:off x="567275" y="1564450"/>
            <a:ext cx="2479500" cy="1391100"/>
          </a:xfrm>
          <a:prstGeom prst="roundRect">
            <a:avLst>
              <a:gd fmla="val 4474" name="adj"/>
            </a:avLst>
          </a:prstGeom>
          <a:solidFill>
            <a:schemeClr val="accent6"/>
          </a:solidFill>
          <a:ln cap="flat" cmpd="sng" w="952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2700000" dist="57150">
              <a:srgbClr val="000000">
                <a:alpha val="29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274320" marR="27432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B32B2B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Vencimento do contrato</a:t>
            </a:r>
            <a:endParaRPr b="1" sz="2700">
              <a:solidFill>
                <a:srgbClr val="B32B2B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274320" marR="274320" rtl="0" algn="ctr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1" lang="en" sz="2700">
                <a:solidFill>
                  <a:srgbClr val="B32B2B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31/mai/2026</a:t>
            </a:r>
            <a:endParaRPr sz="1500">
              <a:solidFill>
                <a:srgbClr val="B32B2B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102" name="Google Shape;1102;p64"/>
          <p:cNvSpPr txBox="1"/>
          <p:nvPr/>
        </p:nvSpPr>
        <p:spPr>
          <a:xfrm>
            <a:off x="2549229" y="952433"/>
            <a:ext cx="4045500" cy="2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52300" lIns="104650" spcFirstLastPara="1" rIns="104650" wrap="square" tIns="523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259" u="none" cap="none" strike="noStrike">
                <a:solidFill>
                  <a:srgbClr val="0BA2B9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Diagnóstico do momento de renovação  •  Mai/2026</a:t>
            </a:r>
            <a:endParaRPr sz="1603">
              <a:solidFill>
                <a:srgbClr val="0BA2B9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103" name="Google Shape;1103;p64"/>
          <p:cNvSpPr/>
          <p:nvPr/>
        </p:nvSpPr>
        <p:spPr>
          <a:xfrm>
            <a:off x="3332250" y="1564450"/>
            <a:ext cx="2479500" cy="1391100"/>
          </a:xfrm>
          <a:prstGeom prst="roundRect">
            <a:avLst>
              <a:gd fmla="val 4474" name="adj"/>
            </a:avLst>
          </a:prstGeom>
          <a:solidFill>
            <a:schemeClr val="accent6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2700000" dist="57150">
              <a:srgbClr val="000000">
                <a:alpha val="29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274320" marR="27432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39C1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Fornecedores ativos (95,4%)</a:t>
            </a:r>
            <a:endParaRPr sz="1300">
              <a:solidFill>
                <a:srgbClr val="F39C1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274320" marR="274320" rtl="0" algn="ctr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1" lang="en" sz="2700">
                <a:solidFill>
                  <a:srgbClr val="F39C1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763 / 800</a:t>
            </a:r>
            <a:endParaRPr sz="1500">
              <a:solidFill>
                <a:srgbClr val="F39C1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104" name="Google Shape;1104;p64"/>
          <p:cNvSpPr/>
          <p:nvPr/>
        </p:nvSpPr>
        <p:spPr>
          <a:xfrm>
            <a:off x="6097225" y="1564450"/>
            <a:ext cx="2479500" cy="1391100"/>
          </a:xfrm>
          <a:prstGeom prst="roundRect">
            <a:avLst>
              <a:gd fmla="val 4474" name="adj"/>
            </a:avLst>
          </a:prstGeom>
          <a:solidFill>
            <a:schemeClr val="accent6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2700000" dist="57150">
              <a:srgbClr val="000000">
                <a:alpha val="29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274320" marR="27432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39C1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Usuários em uso vs. contratados</a:t>
            </a:r>
            <a:endParaRPr sz="1100">
              <a:solidFill>
                <a:srgbClr val="F39C1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274320" marR="274320" rtl="0" algn="ctr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1" lang="en" sz="2700">
                <a:solidFill>
                  <a:srgbClr val="F39C1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25 / 15</a:t>
            </a:r>
            <a:endParaRPr b="1" sz="2700">
              <a:solidFill>
                <a:srgbClr val="F39C1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105" name="Google Shape;1105;p64"/>
          <p:cNvSpPr/>
          <p:nvPr/>
        </p:nvSpPr>
        <p:spPr>
          <a:xfrm>
            <a:off x="567275" y="3300825"/>
            <a:ext cx="2479500" cy="1391100"/>
          </a:xfrm>
          <a:prstGeom prst="roundRect">
            <a:avLst>
              <a:gd fmla="val 4474" name="adj"/>
            </a:avLst>
          </a:prstGeom>
          <a:solidFill>
            <a:schemeClr val="accent6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2700000" dist="57150">
              <a:srgbClr val="000000">
                <a:alpha val="29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274320" marR="27432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39C1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Bônus que expiram em 31/mai</a:t>
            </a:r>
            <a:endParaRPr sz="1300">
              <a:solidFill>
                <a:srgbClr val="F39C1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274320" marR="274320" rtl="0" algn="ctr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1" lang="en" sz="2100">
                <a:solidFill>
                  <a:srgbClr val="F39C1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8 usu. + 4 buscas</a:t>
            </a:r>
            <a:endParaRPr b="1" sz="2100">
              <a:solidFill>
                <a:srgbClr val="F39C1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106" name="Google Shape;1106;p64"/>
          <p:cNvSpPr/>
          <p:nvPr/>
        </p:nvSpPr>
        <p:spPr>
          <a:xfrm>
            <a:off x="3332250" y="3300825"/>
            <a:ext cx="2479500" cy="1391100"/>
          </a:xfrm>
          <a:prstGeom prst="roundRect">
            <a:avLst>
              <a:gd fmla="val 4474" name="adj"/>
            </a:avLst>
          </a:prstGeom>
          <a:solidFill>
            <a:schemeClr val="accent6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2700000" dist="57150">
              <a:srgbClr val="000000">
                <a:alpha val="29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274320" marR="27432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F39C1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53 fornecedores</a:t>
            </a:r>
            <a:endParaRPr b="1" sz="2100">
              <a:solidFill>
                <a:srgbClr val="F39C1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274320" marR="27432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39C1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com documentos vencidos</a:t>
            </a:r>
            <a:endParaRPr b="1" sz="2100">
              <a:solidFill>
                <a:srgbClr val="F39C1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107" name="Google Shape;1107;p64"/>
          <p:cNvSpPr/>
          <p:nvPr/>
        </p:nvSpPr>
        <p:spPr>
          <a:xfrm>
            <a:off x="6097225" y="3300825"/>
            <a:ext cx="2479500" cy="1391100"/>
          </a:xfrm>
          <a:prstGeom prst="roundRect">
            <a:avLst>
              <a:gd fmla="val 4474" name="adj"/>
            </a:avLst>
          </a:prstGeom>
          <a:solidFill>
            <a:schemeClr val="accent6"/>
          </a:solidFill>
          <a:ln cap="flat" cmpd="sng" w="9525">
            <a:solidFill>
              <a:srgbClr val="757575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2700000" dist="57150">
              <a:srgbClr val="000000">
                <a:alpha val="29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274320" marR="27432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434343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Módulo de Avaliação (RFI)</a:t>
            </a:r>
            <a:endParaRPr sz="1300">
              <a:solidFill>
                <a:srgbClr val="434343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274320" marR="274320" rtl="0" algn="ctr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1" lang="en" sz="2100">
                <a:solidFill>
                  <a:srgbClr val="434343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Parado set/2025</a:t>
            </a:r>
            <a:endParaRPr b="1" sz="2100">
              <a:solidFill>
                <a:srgbClr val="434343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1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p65"/>
          <p:cNvSpPr txBox="1"/>
          <p:nvPr>
            <p:ph idx="4294967295" type="title"/>
          </p:nvPr>
        </p:nvSpPr>
        <p:spPr>
          <a:xfrm>
            <a:off x="98550" y="220250"/>
            <a:ext cx="8946900" cy="624300"/>
          </a:xfrm>
          <a:prstGeom prst="rect">
            <a:avLst/>
          </a:prstGeom>
        </p:spPr>
        <p:txBody>
          <a:bodyPr anchorCtr="0" anchor="t" bIns="92825" lIns="92825" spcFirstLastPara="1" rIns="92825" wrap="square" tIns="928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91"/>
              </a:spcAft>
              <a:buNone/>
            </a:pPr>
            <a:r>
              <a:rPr lang="en" sz="2838">
                <a:solidFill>
                  <a:srgbClr val="0E8FA3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Contexto da Renovação — O Momento de Decidir</a:t>
            </a:r>
            <a:endParaRPr sz="2838">
              <a:solidFill>
                <a:srgbClr val="0E8FA3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cxnSp>
        <p:nvCxnSpPr>
          <p:cNvPr id="1113" name="Google Shape;1113;p65"/>
          <p:cNvCxnSpPr/>
          <p:nvPr/>
        </p:nvCxnSpPr>
        <p:spPr>
          <a:xfrm>
            <a:off x="1660200" y="825550"/>
            <a:ext cx="5823600" cy="0"/>
          </a:xfrm>
          <a:prstGeom prst="straightConnector1">
            <a:avLst/>
          </a:prstGeom>
          <a:noFill/>
          <a:ln cap="flat" cmpd="sng" w="19050">
            <a:solidFill>
              <a:srgbClr val="FFD9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14" name="Google Shape;1114;p65"/>
          <p:cNvSpPr/>
          <p:nvPr/>
        </p:nvSpPr>
        <p:spPr>
          <a:xfrm>
            <a:off x="482850" y="1045218"/>
            <a:ext cx="8178300" cy="1076700"/>
          </a:xfrm>
          <a:prstGeom prst="roundRect">
            <a:avLst>
              <a:gd fmla="val 6418" name="adj"/>
            </a:avLst>
          </a:prstGeom>
          <a:solidFill>
            <a:schemeClr val="accent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2700000" dist="57150">
              <a:srgbClr val="000000">
                <a:alpha val="29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rgbClr val="08718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115" name="Google Shape;1115;p65"/>
          <p:cNvSpPr/>
          <p:nvPr/>
        </p:nvSpPr>
        <p:spPr>
          <a:xfrm>
            <a:off x="482850" y="1045193"/>
            <a:ext cx="1377000" cy="1076700"/>
          </a:xfrm>
          <a:prstGeom prst="roundRect">
            <a:avLst>
              <a:gd fmla="val 4474" name="adj"/>
            </a:avLst>
          </a:prstGeom>
          <a:solidFill>
            <a:schemeClr val="accent4"/>
          </a:solidFill>
          <a:ln>
            <a:noFill/>
          </a:ln>
          <a:effectLst>
            <a:outerShdw blurRad="57150" rotWithShape="0" algn="bl" dir="2700000" dist="57150">
              <a:srgbClr val="000000">
                <a:alpha val="29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274320" marR="27432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Atenção</a:t>
            </a:r>
            <a:endParaRPr sz="1600">
              <a:solidFill>
                <a:schemeClr val="accent6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116" name="Google Shape;1116;p65"/>
          <p:cNvSpPr txBox="1"/>
          <p:nvPr/>
        </p:nvSpPr>
        <p:spPr>
          <a:xfrm>
            <a:off x="2166500" y="1094751"/>
            <a:ext cx="422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8718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Acesso da equipe — garantir continuidade</a:t>
            </a:r>
            <a:endParaRPr b="1" sz="2000">
              <a:solidFill>
                <a:srgbClr val="08718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117" name="Google Shape;1117;p65"/>
          <p:cNvSpPr txBox="1"/>
          <p:nvPr/>
        </p:nvSpPr>
        <p:spPr>
          <a:xfrm>
            <a:off x="2166500" y="1569211"/>
            <a:ext cx="6362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200" u="none" cap="none" strike="noStrike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>25 usuários ativos hoje. O contrato cobre 15 + 8 auxiliares de bônus, que expiram em 31/mai.</a:t>
            </a:r>
            <a:endParaRPr sz="1200">
              <a:solidFill>
                <a:srgbClr val="666666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200" u="none" cap="none" strike="noStrike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>Renovar agora garante que toda a equipe continua operando sem nenhuma interrupção.</a:t>
            </a:r>
            <a:endParaRPr sz="1200">
              <a:solidFill>
                <a:srgbClr val="666666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18" name="Google Shape;1118;p65"/>
          <p:cNvSpPr/>
          <p:nvPr/>
        </p:nvSpPr>
        <p:spPr>
          <a:xfrm>
            <a:off x="482850" y="2371043"/>
            <a:ext cx="8178300" cy="1076700"/>
          </a:xfrm>
          <a:prstGeom prst="roundRect">
            <a:avLst>
              <a:gd fmla="val 6418" name="adj"/>
            </a:avLst>
          </a:prstGeom>
          <a:solidFill>
            <a:schemeClr val="accent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2700000" dist="57150">
              <a:srgbClr val="000000">
                <a:alpha val="29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rgbClr val="08718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119" name="Google Shape;1119;p65"/>
          <p:cNvSpPr/>
          <p:nvPr/>
        </p:nvSpPr>
        <p:spPr>
          <a:xfrm>
            <a:off x="482850" y="2371018"/>
            <a:ext cx="1377000" cy="1076700"/>
          </a:xfrm>
          <a:prstGeom prst="roundRect">
            <a:avLst>
              <a:gd fmla="val 4474" name="adj"/>
            </a:avLst>
          </a:prstGeom>
          <a:solidFill>
            <a:schemeClr val="accent4"/>
          </a:solidFill>
          <a:ln>
            <a:noFill/>
          </a:ln>
          <a:effectLst>
            <a:outerShdw blurRad="57150" rotWithShape="0" algn="bl" dir="2700000" dist="57150">
              <a:srgbClr val="000000">
                <a:alpha val="29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274320" marR="27432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Atenção</a:t>
            </a:r>
            <a:endParaRPr sz="1600">
              <a:solidFill>
                <a:schemeClr val="accent6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120" name="Google Shape;1120;p65"/>
          <p:cNvSpPr txBox="1"/>
          <p:nvPr/>
        </p:nvSpPr>
        <p:spPr>
          <a:xfrm>
            <a:off x="2166500" y="2420576"/>
            <a:ext cx="422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8718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Buscas automáticas — manter ativas</a:t>
            </a:r>
            <a:endParaRPr b="1" sz="2000">
              <a:solidFill>
                <a:srgbClr val="08718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121" name="Google Shape;1121;p65"/>
          <p:cNvSpPr txBox="1"/>
          <p:nvPr/>
        </p:nvSpPr>
        <p:spPr>
          <a:xfrm>
            <a:off x="2166500" y="2895036"/>
            <a:ext cx="6362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>CNDT, CND, CNPJ e FGTS são bônus do aditivo atual — renovar mantém tudo funcionando.</a:t>
            </a:r>
            <a:endParaRPr sz="1200">
              <a:solidFill>
                <a:srgbClr val="666666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>Com a renovação, as certidões continuam sendo atualizadas automaticamente.</a:t>
            </a:r>
            <a:endParaRPr sz="1200">
              <a:solidFill>
                <a:srgbClr val="666666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22" name="Google Shape;1122;p65"/>
          <p:cNvSpPr/>
          <p:nvPr/>
        </p:nvSpPr>
        <p:spPr>
          <a:xfrm>
            <a:off x="482850" y="3696868"/>
            <a:ext cx="8178300" cy="1076700"/>
          </a:xfrm>
          <a:prstGeom prst="roundRect">
            <a:avLst>
              <a:gd fmla="val 6418" name="adj"/>
            </a:avLst>
          </a:prstGeom>
          <a:solidFill>
            <a:schemeClr val="accent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2700000" dist="57150">
              <a:srgbClr val="000000">
                <a:alpha val="29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rgbClr val="08718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123" name="Google Shape;1123;p65"/>
          <p:cNvSpPr/>
          <p:nvPr/>
        </p:nvSpPr>
        <p:spPr>
          <a:xfrm>
            <a:off x="482850" y="3696843"/>
            <a:ext cx="1377000" cy="1076700"/>
          </a:xfrm>
          <a:prstGeom prst="roundRect">
            <a:avLst>
              <a:gd fmla="val 4474" name="adj"/>
            </a:avLst>
          </a:prstGeom>
          <a:solidFill>
            <a:schemeClr val="accent4"/>
          </a:solidFill>
          <a:ln>
            <a:noFill/>
          </a:ln>
          <a:effectLst>
            <a:outerShdw blurRad="57150" rotWithShape="0" algn="bl" dir="2700000" dist="57150">
              <a:srgbClr val="000000">
                <a:alpha val="29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274320" marR="27432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Atenção</a:t>
            </a:r>
            <a:endParaRPr sz="1600">
              <a:solidFill>
                <a:schemeClr val="accent6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124" name="Google Shape;1124;p65"/>
          <p:cNvSpPr txBox="1"/>
          <p:nvPr/>
        </p:nvSpPr>
        <p:spPr>
          <a:xfrm>
            <a:off x="2166500" y="3746408"/>
            <a:ext cx="5666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8718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Capacidade de fornecedores próxima do limite</a:t>
            </a:r>
            <a:endParaRPr b="1" sz="2000">
              <a:solidFill>
                <a:srgbClr val="08718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125" name="Google Shape;1125;p65"/>
          <p:cNvSpPr txBox="1"/>
          <p:nvPr/>
        </p:nvSpPr>
        <p:spPr>
          <a:xfrm>
            <a:off x="2166500" y="4220861"/>
            <a:ext cx="6362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>763 de 800 fornecedores ativos — 95,4% de ocupação com crescimento constante.</a:t>
            </a:r>
            <a:endParaRPr sz="1200">
              <a:solidFill>
                <a:srgbClr val="666666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>Expandir agora para 1.120 garante continuidade das homologações sem interrupção.</a:t>
            </a:r>
            <a:endParaRPr sz="1200">
              <a:solidFill>
                <a:srgbClr val="666666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29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p66"/>
          <p:cNvSpPr txBox="1"/>
          <p:nvPr>
            <p:ph idx="4294967295" type="title"/>
          </p:nvPr>
        </p:nvSpPr>
        <p:spPr>
          <a:xfrm>
            <a:off x="98550" y="138600"/>
            <a:ext cx="8946900" cy="624300"/>
          </a:xfrm>
          <a:prstGeom prst="rect">
            <a:avLst/>
          </a:prstGeom>
        </p:spPr>
        <p:txBody>
          <a:bodyPr anchorCtr="0" anchor="t" bIns="92825" lIns="92825" spcFirstLastPara="1" rIns="92825" wrap="square" tIns="928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91"/>
              </a:spcAft>
              <a:buNone/>
            </a:pPr>
            <a:r>
              <a:rPr lang="en" sz="2838">
                <a:solidFill>
                  <a:srgbClr val="0E8FA3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Portfólio de Expansão</a:t>
            </a:r>
            <a:endParaRPr sz="2838">
              <a:solidFill>
                <a:srgbClr val="0E8FA3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cxnSp>
        <p:nvCxnSpPr>
          <p:cNvPr id="1131" name="Google Shape;1131;p66"/>
          <p:cNvCxnSpPr/>
          <p:nvPr/>
        </p:nvCxnSpPr>
        <p:spPr>
          <a:xfrm>
            <a:off x="3148100" y="743900"/>
            <a:ext cx="2889900" cy="0"/>
          </a:xfrm>
          <a:prstGeom prst="straightConnector1">
            <a:avLst/>
          </a:prstGeom>
          <a:noFill/>
          <a:ln cap="flat" cmpd="sng" w="19050">
            <a:solidFill>
              <a:srgbClr val="FFD9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32" name="Google Shape;1132;p66"/>
          <p:cNvSpPr/>
          <p:nvPr/>
        </p:nvSpPr>
        <p:spPr>
          <a:xfrm>
            <a:off x="446475" y="1416525"/>
            <a:ext cx="2604900" cy="3226200"/>
          </a:xfrm>
          <a:prstGeom prst="roundRect">
            <a:avLst>
              <a:gd fmla="val 6418" name="adj"/>
            </a:avLst>
          </a:prstGeom>
          <a:solidFill>
            <a:schemeClr val="accent6"/>
          </a:solidFill>
          <a:ln cap="flat" cmpd="sng" w="9525">
            <a:solidFill>
              <a:srgbClr val="0E8FA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2700000" dist="57150">
              <a:srgbClr val="000000">
                <a:alpha val="29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rgbClr val="08718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133" name="Google Shape;1133;p66"/>
          <p:cNvSpPr/>
          <p:nvPr/>
        </p:nvSpPr>
        <p:spPr>
          <a:xfrm>
            <a:off x="3269550" y="1416525"/>
            <a:ext cx="2604900" cy="3226200"/>
          </a:xfrm>
          <a:prstGeom prst="roundRect">
            <a:avLst>
              <a:gd fmla="val 6418" name="adj"/>
            </a:avLst>
          </a:prstGeom>
          <a:solidFill>
            <a:schemeClr val="accent6"/>
          </a:solidFill>
          <a:ln cap="flat" cmpd="sng" w="9525">
            <a:solidFill>
              <a:srgbClr val="7BB93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2700000" dist="57150">
              <a:srgbClr val="000000">
                <a:alpha val="29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rgbClr val="08718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134" name="Google Shape;1134;p66"/>
          <p:cNvSpPr/>
          <p:nvPr/>
        </p:nvSpPr>
        <p:spPr>
          <a:xfrm>
            <a:off x="6092625" y="1416525"/>
            <a:ext cx="2604900" cy="3226200"/>
          </a:xfrm>
          <a:prstGeom prst="roundRect">
            <a:avLst>
              <a:gd fmla="val 6418" name="adj"/>
            </a:avLst>
          </a:prstGeom>
          <a:solidFill>
            <a:schemeClr val="accent6"/>
          </a:solidFill>
          <a:ln cap="flat" cmpd="sng" w="9525">
            <a:solidFill>
              <a:srgbClr val="F39C1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2700000" dist="57150">
              <a:srgbClr val="000000">
                <a:alpha val="29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rgbClr val="08718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135" name="Google Shape;1135;p66"/>
          <p:cNvSpPr/>
          <p:nvPr/>
        </p:nvSpPr>
        <p:spPr>
          <a:xfrm>
            <a:off x="446475" y="1416525"/>
            <a:ext cx="2604900" cy="624300"/>
          </a:xfrm>
          <a:prstGeom prst="roundRect">
            <a:avLst>
              <a:gd fmla="val 27287" name="adj"/>
            </a:avLst>
          </a:prstGeom>
          <a:solidFill>
            <a:srgbClr val="0E8FA3"/>
          </a:solidFill>
          <a:ln>
            <a:noFill/>
          </a:ln>
          <a:effectLst>
            <a:outerShdw blurRad="57150" rotWithShape="0" algn="bl" dir="2700000" dist="57150">
              <a:srgbClr val="000000">
                <a:alpha val="29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01.</a:t>
            </a:r>
            <a:r>
              <a:rPr lang="en" sz="1600">
                <a:solidFill>
                  <a:schemeClr val="accent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Expansão de usuários</a:t>
            </a:r>
            <a:endParaRPr sz="1600">
              <a:solidFill>
                <a:schemeClr val="accent6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136" name="Google Shape;1136;p66"/>
          <p:cNvSpPr/>
          <p:nvPr/>
        </p:nvSpPr>
        <p:spPr>
          <a:xfrm>
            <a:off x="3269550" y="1416525"/>
            <a:ext cx="2604900" cy="624300"/>
          </a:xfrm>
          <a:prstGeom prst="roundRect">
            <a:avLst>
              <a:gd fmla="val 26297" name="adj"/>
            </a:avLst>
          </a:prstGeom>
          <a:solidFill>
            <a:srgbClr val="7BB930"/>
          </a:solidFill>
          <a:ln>
            <a:noFill/>
          </a:ln>
          <a:effectLst>
            <a:outerShdw blurRad="57150" rotWithShape="0" algn="bl" dir="2700000" dist="57150">
              <a:srgbClr val="000000">
                <a:alpha val="29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02. </a:t>
            </a:r>
            <a:r>
              <a:rPr lang="en" sz="1600">
                <a:solidFill>
                  <a:schemeClr val="accent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Expansão de fornecedores</a:t>
            </a:r>
            <a:endParaRPr b="1" sz="2300">
              <a:solidFill>
                <a:srgbClr val="08718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137" name="Google Shape;1137;p66"/>
          <p:cNvSpPr/>
          <p:nvPr/>
        </p:nvSpPr>
        <p:spPr>
          <a:xfrm>
            <a:off x="6092625" y="1416525"/>
            <a:ext cx="2604900" cy="624300"/>
          </a:xfrm>
          <a:prstGeom prst="roundRect">
            <a:avLst>
              <a:gd fmla="val 24527" name="adj"/>
            </a:avLst>
          </a:prstGeom>
          <a:solidFill>
            <a:srgbClr val="F39C12"/>
          </a:solidFill>
          <a:ln>
            <a:noFill/>
          </a:ln>
          <a:effectLst>
            <a:outerShdw blurRad="57150" rotWithShape="0" algn="bl" dir="2700000" dist="57150">
              <a:srgbClr val="000000">
                <a:alpha val="29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03. </a:t>
            </a:r>
            <a:r>
              <a:rPr lang="en" sz="1600">
                <a:solidFill>
                  <a:schemeClr val="accent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Buscas IBAMA</a:t>
            </a:r>
            <a:endParaRPr b="1" sz="2300">
              <a:solidFill>
                <a:srgbClr val="08718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138" name="Google Shape;1138;p66"/>
          <p:cNvSpPr txBox="1"/>
          <p:nvPr/>
        </p:nvSpPr>
        <p:spPr>
          <a:xfrm>
            <a:off x="446475" y="2314950"/>
            <a:ext cx="2604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900" u="none" cap="none" strike="noStrike">
                <a:solidFill>
                  <a:srgbClr val="0E8FA3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15 → 25 usuários</a:t>
            </a:r>
            <a:endParaRPr sz="1900"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139" name="Google Shape;1139;p66"/>
          <p:cNvSpPr txBox="1"/>
          <p:nvPr/>
        </p:nvSpPr>
        <p:spPr>
          <a:xfrm>
            <a:off x="567825" y="2902669"/>
            <a:ext cx="2362200" cy="13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170434" lvl="0" marL="329184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Barlow"/>
              <a:buChar char="●"/>
            </a:pPr>
            <a:r>
              <a:rPr i="0" lang="en" sz="1100" u="none" cap="none" strike="noStrike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>Formaliza o que já é a realidade operacional da Dock Brasil</a:t>
            </a:r>
            <a:endParaRPr i="0" sz="1100" u="none" cap="none" strike="noStrike">
              <a:solidFill>
                <a:srgbClr val="666666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170434" lvl="0" marL="329184" marR="0" rtl="0" algn="l">
              <a:spcBef>
                <a:spcPts val="100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Barlow"/>
              <a:buChar char="●"/>
            </a:pPr>
            <a:r>
              <a:rPr lang="en" sz="1100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>Garante acesso contínuo para toda a equipe após 31/mai</a:t>
            </a:r>
            <a:endParaRPr sz="1100">
              <a:solidFill>
                <a:srgbClr val="666666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> Investimento adicional: </a:t>
            </a:r>
            <a:endParaRPr b="1" sz="1100">
              <a:solidFill>
                <a:srgbClr val="666666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>R$ 300,00/mês</a:t>
            </a:r>
            <a:endParaRPr b="1" sz="1100">
              <a:solidFill>
                <a:srgbClr val="666666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40" name="Google Shape;1140;p66"/>
          <p:cNvSpPr txBox="1"/>
          <p:nvPr/>
        </p:nvSpPr>
        <p:spPr>
          <a:xfrm>
            <a:off x="3290600" y="2314950"/>
            <a:ext cx="2604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7BB93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800 → 1.120 (+40%)</a:t>
            </a:r>
            <a:endParaRPr b="1" sz="1900">
              <a:solidFill>
                <a:srgbClr val="7BB930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141" name="Google Shape;1141;p66"/>
          <p:cNvSpPr txBox="1"/>
          <p:nvPr/>
        </p:nvSpPr>
        <p:spPr>
          <a:xfrm>
            <a:off x="3411950" y="2902669"/>
            <a:ext cx="2362200" cy="15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170434" lvl="0" marL="329184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Barlow"/>
              <a:buChar char="●"/>
            </a:pPr>
            <a:r>
              <a:rPr lang="en" sz="1100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>763 ativos hoje — ritmo constante de novas homologações</a:t>
            </a:r>
            <a:endParaRPr sz="1100">
              <a:solidFill>
                <a:srgbClr val="666666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170434" lvl="0" marL="329184" marR="0" rtl="0" algn="l">
              <a:spcBef>
                <a:spcPts val="100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Barlow"/>
              <a:buChar char="●"/>
            </a:pPr>
            <a:r>
              <a:rPr lang="en" sz="1100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>Expansão de 40% acompanha o crescimento da operação</a:t>
            </a:r>
            <a:endParaRPr sz="1100">
              <a:solidFill>
                <a:srgbClr val="666666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>Investimento adicional: </a:t>
            </a:r>
            <a:endParaRPr b="1" sz="1100">
              <a:solidFill>
                <a:srgbClr val="666666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>R$ 200,00/mês</a:t>
            </a:r>
            <a:endParaRPr b="1" sz="1100">
              <a:solidFill>
                <a:srgbClr val="666666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42" name="Google Shape;1142;p66"/>
          <p:cNvSpPr txBox="1"/>
          <p:nvPr/>
        </p:nvSpPr>
        <p:spPr>
          <a:xfrm>
            <a:off x="6092625" y="2193075"/>
            <a:ext cx="2604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39C1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3 consultas automáticas/mês</a:t>
            </a:r>
            <a:endParaRPr b="1" sz="1800">
              <a:solidFill>
                <a:srgbClr val="F39C1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143" name="Google Shape;1143;p66"/>
          <p:cNvSpPr txBox="1"/>
          <p:nvPr/>
        </p:nvSpPr>
        <p:spPr>
          <a:xfrm>
            <a:off x="6213975" y="2902669"/>
            <a:ext cx="2362200" cy="16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170434" lvl="0" marL="329184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Barlow"/>
              <a:buChar char="●"/>
            </a:pPr>
            <a:r>
              <a:rPr lang="en" sz="1100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>Certidão IBAMA: obrigatória para fornecedores do setor</a:t>
            </a:r>
            <a:endParaRPr sz="1100">
              <a:solidFill>
                <a:srgbClr val="666666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170434" lvl="0" marL="329184" marR="0" rtl="0" algn="l">
              <a:spcBef>
                <a:spcPts val="100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Barlow"/>
              <a:buChar char="●"/>
            </a:pPr>
            <a:r>
              <a:rPr lang="en" sz="1100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>Automação protege em auditorias e processos licitatórios</a:t>
            </a:r>
            <a:endParaRPr sz="1100">
              <a:solidFill>
                <a:srgbClr val="666666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>Investimento:</a:t>
            </a:r>
            <a:r>
              <a:rPr b="1" lang="en" sz="1100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> </a:t>
            </a:r>
            <a:endParaRPr b="1" sz="1100">
              <a:solidFill>
                <a:srgbClr val="666666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>R$ 250,00/mês</a:t>
            </a:r>
            <a:endParaRPr b="1" sz="1100">
              <a:solidFill>
                <a:srgbClr val="666666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> bonificado nesta proposta</a:t>
            </a:r>
            <a:endParaRPr sz="900">
              <a:solidFill>
                <a:srgbClr val="666666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44" name="Google Shape;1144;p66"/>
          <p:cNvSpPr txBox="1"/>
          <p:nvPr/>
        </p:nvSpPr>
        <p:spPr>
          <a:xfrm>
            <a:off x="2972125" y="813575"/>
            <a:ext cx="3241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200" u="none" cap="none" strike="noStrike">
                <a:solidFill>
                  <a:srgbClr val="0BA2B9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3 oportunidades concretas para esta renovação</a:t>
            </a:r>
            <a:endParaRPr sz="1500">
              <a:solidFill>
                <a:srgbClr val="0BA2B9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48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9" name="Google Shape;1149;p67"/>
          <p:cNvSpPr txBox="1"/>
          <p:nvPr>
            <p:ph idx="4294967295" type="title"/>
          </p:nvPr>
        </p:nvSpPr>
        <p:spPr>
          <a:xfrm>
            <a:off x="98550" y="138600"/>
            <a:ext cx="8946900" cy="624300"/>
          </a:xfrm>
          <a:prstGeom prst="rect">
            <a:avLst/>
          </a:prstGeom>
        </p:spPr>
        <p:txBody>
          <a:bodyPr anchorCtr="0" anchor="t" bIns="92825" lIns="92825" spcFirstLastPara="1" rIns="92825" wrap="square" tIns="928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91"/>
              </a:spcAft>
              <a:buNone/>
            </a:pPr>
            <a:r>
              <a:rPr lang="en" sz="2838">
                <a:solidFill>
                  <a:srgbClr val="0E8FA3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Por que Expandir Agora</a:t>
            </a:r>
            <a:endParaRPr sz="2838">
              <a:solidFill>
                <a:srgbClr val="0E8FA3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cxnSp>
        <p:nvCxnSpPr>
          <p:cNvPr id="1150" name="Google Shape;1150;p67"/>
          <p:cNvCxnSpPr/>
          <p:nvPr/>
        </p:nvCxnSpPr>
        <p:spPr>
          <a:xfrm>
            <a:off x="3148100" y="743900"/>
            <a:ext cx="2889900" cy="0"/>
          </a:xfrm>
          <a:prstGeom prst="straightConnector1">
            <a:avLst/>
          </a:prstGeom>
          <a:noFill/>
          <a:ln cap="flat" cmpd="sng" w="19050">
            <a:solidFill>
              <a:srgbClr val="FFD9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51" name="Google Shape;1151;p67"/>
          <p:cNvSpPr/>
          <p:nvPr/>
        </p:nvSpPr>
        <p:spPr>
          <a:xfrm>
            <a:off x="446475" y="1222800"/>
            <a:ext cx="2604900" cy="3491400"/>
          </a:xfrm>
          <a:prstGeom prst="roundRect">
            <a:avLst>
              <a:gd fmla="val 6418" name="adj"/>
            </a:avLst>
          </a:prstGeom>
          <a:solidFill>
            <a:schemeClr val="accent6"/>
          </a:solidFill>
          <a:ln cap="flat" cmpd="sng" w="9525">
            <a:solidFill>
              <a:srgbClr val="0E8FA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2700000" dist="57150">
              <a:srgbClr val="000000">
                <a:alpha val="29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rgbClr val="08718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152" name="Google Shape;1152;p67"/>
          <p:cNvSpPr/>
          <p:nvPr/>
        </p:nvSpPr>
        <p:spPr>
          <a:xfrm>
            <a:off x="3269550" y="1222800"/>
            <a:ext cx="2604900" cy="3491400"/>
          </a:xfrm>
          <a:prstGeom prst="roundRect">
            <a:avLst>
              <a:gd fmla="val 6418" name="adj"/>
            </a:avLst>
          </a:prstGeom>
          <a:solidFill>
            <a:schemeClr val="accent6"/>
          </a:solidFill>
          <a:ln cap="flat" cmpd="sng" w="9525">
            <a:solidFill>
              <a:srgbClr val="7BB93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2700000" dist="57150">
              <a:srgbClr val="000000">
                <a:alpha val="29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rgbClr val="08718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153" name="Google Shape;1153;p67"/>
          <p:cNvSpPr/>
          <p:nvPr/>
        </p:nvSpPr>
        <p:spPr>
          <a:xfrm>
            <a:off x="6092625" y="1222800"/>
            <a:ext cx="2604900" cy="3491400"/>
          </a:xfrm>
          <a:prstGeom prst="roundRect">
            <a:avLst>
              <a:gd fmla="val 6418" name="adj"/>
            </a:avLst>
          </a:prstGeom>
          <a:solidFill>
            <a:schemeClr val="accent6"/>
          </a:solidFill>
          <a:ln cap="flat" cmpd="sng" w="9525">
            <a:solidFill>
              <a:srgbClr val="F39C1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2700000" dist="57150">
              <a:srgbClr val="000000">
                <a:alpha val="29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rgbClr val="08718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154" name="Google Shape;1154;p67"/>
          <p:cNvSpPr/>
          <p:nvPr/>
        </p:nvSpPr>
        <p:spPr>
          <a:xfrm>
            <a:off x="446475" y="1222800"/>
            <a:ext cx="2604900" cy="624300"/>
          </a:xfrm>
          <a:prstGeom prst="roundRect">
            <a:avLst>
              <a:gd fmla="val 27287" name="adj"/>
            </a:avLst>
          </a:prstGeom>
          <a:solidFill>
            <a:srgbClr val="0E8FA3"/>
          </a:solidFill>
          <a:ln>
            <a:noFill/>
          </a:ln>
          <a:effectLst>
            <a:outerShdw blurRad="57150" rotWithShape="0" algn="bl" dir="2700000" dist="57150">
              <a:srgbClr val="000000">
                <a:alpha val="29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15 → 25 usuários</a:t>
            </a:r>
            <a:endParaRPr b="1" sz="1600">
              <a:solidFill>
                <a:schemeClr val="accent6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155" name="Google Shape;1155;p67"/>
          <p:cNvSpPr/>
          <p:nvPr/>
        </p:nvSpPr>
        <p:spPr>
          <a:xfrm>
            <a:off x="3269550" y="1222800"/>
            <a:ext cx="2604900" cy="624300"/>
          </a:xfrm>
          <a:prstGeom prst="roundRect">
            <a:avLst>
              <a:gd fmla="val 26297" name="adj"/>
            </a:avLst>
          </a:prstGeom>
          <a:solidFill>
            <a:srgbClr val="7BB930"/>
          </a:solidFill>
          <a:ln>
            <a:noFill/>
          </a:ln>
          <a:effectLst>
            <a:outerShdw blurRad="57150" rotWithShape="0" algn="bl" dir="2700000" dist="57150">
              <a:srgbClr val="000000">
                <a:alpha val="29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Fornecedores (800 → 1.120)</a:t>
            </a:r>
            <a:endParaRPr b="1" sz="1600">
              <a:solidFill>
                <a:schemeClr val="accent6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156" name="Google Shape;1156;p67"/>
          <p:cNvSpPr/>
          <p:nvPr/>
        </p:nvSpPr>
        <p:spPr>
          <a:xfrm>
            <a:off x="6092625" y="1222800"/>
            <a:ext cx="2604900" cy="624300"/>
          </a:xfrm>
          <a:prstGeom prst="roundRect">
            <a:avLst>
              <a:gd fmla="val 24527" name="adj"/>
            </a:avLst>
          </a:prstGeom>
          <a:solidFill>
            <a:srgbClr val="F39C12"/>
          </a:solidFill>
          <a:ln>
            <a:noFill/>
          </a:ln>
          <a:effectLst>
            <a:outerShdw blurRad="57150" rotWithShape="0" algn="bl" dir="2700000" dist="57150">
              <a:srgbClr val="000000">
                <a:alpha val="29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Buscas IBAMA</a:t>
            </a:r>
            <a:endParaRPr b="1" sz="1600">
              <a:solidFill>
                <a:schemeClr val="accent6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157" name="Google Shape;1157;p67"/>
          <p:cNvSpPr txBox="1"/>
          <p:nvPr/>
        </p:nvSpPr>
        <p:spPr>
          <a:xfrm>
            <a:off x="707575" y="2114774"/>
            <a:ext cx="2082600" cy="21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>Sua operação já funciona com 25 usuários — formalizar é só alinhar o contrato à realidade.</a:t>
            </a:r>
            <a:endParaRPr sz="1100">
              <a:solidFill>
                <a:srgbClr val="666666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>Com o contrato atualizado, </a:t>
            </a:r>
            <a:r>
              <a:rPr b="1" lang="en" sz="1100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>toda a equipe segue operando normalmente, sem nenhuma interrupção.</a:t>
            </a:r>
            <a:endParaRPr b="1" sz="1100">
              <a:solidFill>
                <a:srgbClr val="666666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>Investimento adicional: </a:t>
            </a:r>
            <a:endParaRPr b="1" sz="1100">
              <a:solidFill>
                <a:srgbClr val="666666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b="1" lang="en" sz="1100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>R$ 300,00/mês</a:t>
            </a:r>
            <a:r>
              <a:rPr lang="en" sz="1100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> para garantir o que já está funcionando.</a:t>
            </a:r>
            <a:endParaRPr sz="1100">
              <a:solidFill>
                <a:srgbClr val="666666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58" name="Google Shape;1158;p67"/>
          <p:cNvSpPr txBox="1"/>
          <p:nvPr/>
        </p:nvSpPr>
        <p:spPr>
          <a:xfrm>
            <a:off x="2972125" y="813575"/>
            <a:ext cx="3241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BA2B9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O valor de cada decisão para a Dock Brasil</a:t>
            </a:r>
            <a:endParaRPr sz="1200">
              <a:solidFill>
                <a:srgbClr val="0BA2B9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159" name="Google Shape;1159;p67"/>
          <p:cNvSpPr txBox="1"/>
          <p:nvPr/>
        </p:nvSpPr>
        <p:spPr>
          <a:xfrm>
            <a:off x="3530700" y="2114774"/>
            <a:ext cx="2082600" cy="20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>Crescimento consistente: 763 ativos hoje, com ritmo que demanda mais capacidade em breve.</a:t>
            </a:r>
            <a:endParaRPr sz="1100">
              <a:solidFill>
                <a:srgbClr val="666666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>Ampliar agora </a:t>
            </a:r>
            <a:r>
              <a:rPr b="1" lang="en" sz="1100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>garante que o crescimento da Dock Brasil não para por limite de plataforma.</a:t>
            </a:r>
            <a:endParaRPr b="1" sz="1100">
              <a:solidFill>
                <a:srgbClr val="666666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100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>Expansão planejada, com custo previsível —</a:t>
            </a:r>
            <a:r>
              <a:rPr b="1" lang="en" sz="1100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> sem surpresas no meio da operação.</a:t>
            </a:r>
            <a:endParaRPr b="1" sz="1100">
              <a:solidFill>
                <a:srgbClr val="666666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60" name="Google Shape;1160;p67"/>
          <p:cNvSpPr txBox="1"/>
          <p:nvPr/>
        </p:nvSpPr>
        <p:spPr>
          <a:xfrm>
            <a:off x="6353825" y="2114774"/>
            <a:ext cx="2082600" cy="23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>Engenharia e serviços: </a:t>
            </a:r>
            <a:r>
              <a:rPr lang="en" sz="1100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>fornecedores sujeitos a auditorias ambientais e exigências em licitações.</a:t>
            </a:r>
            <a:endParaRPr sz="1100">
              <a:solidFill>
                <a:srgbClr val="666666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>Automatizar a certidão IBAMA </a:t>
            </a:r>
            <a:r>
              <a:rPr b="1" lang="en" sz="1100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>elimina o risco de um fornecedor irregular </a:t>
            </a:r>
            <a:r>
              <a:rPr lang="en" sz="1100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>comprometer um contrato.</a:t>
            </a:r>
            <a:endParaRPr sz="1100">
              <a:solidFill>
                <a:srgbClr val="666666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100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>Nesta renovação, as 3 consultas mensais são </a:t>
            </a:r>
            <a:r>
              <a:rPr b="1" lang="en" sz="1100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>100% bonificadas </a:t>
            </a:r>
            <a:r>
              <a:rPr lang="en" sz="1100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>— valor agregado sem custo adicional.</a:t>
            </a:r>
            <a:endParaRPr sz="1100">
              <a:solidFill>
                <a:srgbClr val="666666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64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Google Shape;1165;p68"/>
          <p:cNvSpPr txBox="1"/>
          <p:nvPr>
            <p:ph idx="4294967295" type="title"/>
          </p:nvPr>
        </p:nvSpPr>
        <p:spPr>
          <a:xfrm>
            <a:off x="2207425" y="220250"/>
            <a:ext cx="4558200" cy="624300"/>
          </a:xfrm>
          <a:prstGeom prst="rect">
            <a:avLst/>
          </a:prstGeom>
        </p:spPr>
        <p:txBody>
          <a:bodyPr anchorCtr="0" anchor="t" bIns="92825" lIns="92825" spcFirstLastPara="1" rIns="92825" wrap="square" tIns="928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91"/>
              </a:spcAft>
              <a:buNone/>
            </a:pPr>
            <a:r>
              <a:rPr lang="en" sz="2838">
                <a:solidFill>
                  <a:schemeClr val="accent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Proposta de Renovação</a:t>
            </a:r>
            <a:endParaRPr sz="2838">
              <a:solidFill>
                <a:schemeClr val="accent6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cxnSp>
        <p:nvCxnSpPr>
          <p:cNvPr id="1166" name="Google Shape;1166;p68"/>
          <p:cNvCxnSpPr/>
          <p:nvPr/>
        </p:nvCxnSpPr>
        <p:spPr>
          <a:xfrm>
            <a:off x="3082025" y="825550"/>
            <a:ext cx="2915700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67" name="Google Shape;1167;p68"/>
          <p:cNvSpPr txBox="1"/>
          <p:nvPr/>
        </p:nvSpPr>
        <p:spPr>
          <a:xfrm>
            <a:off x="2972125" y="813575"/>
            <a:ext cx="3241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Composição do investimento  •  Mai/2026</a:t>
            </a:r>
            <a:endParaRPr sz="1200">
              <a:solidFill>
                <a:schemeClr val="accent6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168" name="Google Shape;1168;p68"/>
          <p:cNvSpPr/>
          <p:nvPr/>
        </p:nvSpPr>
        <p:spPr>
          <a:xfrm>
            <a:off x="446475" y="1222800"/>
            <a:ext cx="2604900" cy="2819700"/>
          </a:xfrm>
          <a:prstGeom prst="roundRect">
            <a:avLst>
              <a:gd fmla="val 6418" name="adj"/>
            </a:avLst>
          </a:prstGeom>
          <a:solidFill>
            <a:schemeClr val="accent6"/>
          </a:solidFill>
          <a:ln cap="flat" cmpd="sng" w="9525">
            <a:solidFill>
              <a:srgbClr val="0E8FA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2700000" dist="57150">
              <a:srgbClr val="000000">
                <a:alpha val="29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rgbClr val="08718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169" name="Google Shape;1169;p68"/>
          <p:cNvSpPr/>
          <p:nvPr/>
        </p:nvSpPr>
        <p:spPr>
          <a:xfrm>
            <a:off x="446475" y="1222800"/>
            <a:ext cx="2604900" cy="497400"/>
          </a:xfrm>
          <a:prstGeom prst="roundRect">
            <a:avLst>
              <a:gd fmla="val 27287" name="adj"/>
            </a:avLst>
          </a:prstGeom>
          <a:solidFill>
            <a:srgbClr val="757575"/>
          </a:solidFill>
          <a:ln>
            <a:noFill/>
          </a:ln>
          <a:effectLst>
            <a:outerShdw blurRad="57150" rotWithShape="0" algn="bl" dir="2700000" dist="57150">
              <a:srgbClr val="000000">
                <a:alpha val="29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Hoje</a:t>
            </a:r>
            <a:endParaRPr b="1" sz="1600">
              <a:solidFill>
                <a:schemeClr val="accent6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170" name="Google Shape;1170;p68"/>
          <p:cNvSpPr txBox="1"/>
          <p:nvPr/>
        </p:nvSpPr>
        <p:spPr>
          <a:xfrm>
            <a:off x="712925" y="1939363"/>
            <a:ext cx="20721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757575"/>
                </a:solidFill>
                <a:latin typeface="Barlow"/>
                <a:ea typeface="Barlow"/>
                <a:cs typeface="Barlow"/>
                <a:sym typeface="Barlow"/>
              </a:rPr>
              <a:t>800</a:t>
            </a:r>
            <a:r>
              <a:rPr lang="en" sz="1200">
                <a:solidFill>
                  <a:srgbClr val="757575"/>
                </a:solidFill>
                <a:latin typeface="Barlow"/>
                <a:ea typeface="Barlow"/>
                <a:cs typeface="Barlow"/>
                <a:sym typeface="Barlow"/>
              </a:rPr>
              <a:t> fornecedores</a:t>
            </a:r>
            <a:endParaRPr sz="1200">
              <a:solidFill>
                <a:srgbClr val="757575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757575"/>
                </a:solidFill>
                <a:latin typeface="Barlow"/>
                <a:ea typeface="Barlow"/>
                <a:cs typeface="Barlow"/>
                <a:sym typeface="Barlow"/>
              </a:rPr>
              <a:t>15 </a:t>
            </a:r>
            <a:r>
              <a:rPr lang="en" sz="1200">
                <a:solidFill>
                  <a:srgbClr val="757575"/>
                </a:solidFill>
                <a:latin typeface="Barlow"/>
                <a:ea typeface="Barlow"/>
                <a:cs typeface="Barlow"/>
                <a:sym typeface="Barlow"/>
              </a:rPr>
              <a:t>usuários</a:t>
            </a:r>
            <a:endParaRPr sz="1200">
              <a:solidFill>
                <a:srgbClr val="757575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757575"/>
                </a:solidFill>
                <a:latin typeface="Barlow"/>
                <a:ea typeface="Barlow"/>
                <a:cs typeface="Barlow"/>
                <a:sym typeface="Barlow"/>
              </a:rPr>
              <a:t>4 </a:t>
            </a:r>
            <a:r>
              <a:rPr lang="en" sz="1200">
                <a:solidFill>
                  <a:srgbClr val="757575"/>
                </a:solidFill>
                <a:latin typeface="Barlow"/>
                <a:ea typeface="Barlow"/>
                <a:cs typeface="Barlow"/>
                <a:sym typeface="Barlow"/>
              </a:rPr>
              <a:t>buscas automáticas</a:t>
            </a:r>
            <a:endParaRPr sz="1200">
              <a:solidFill>
                <a:srgbClr val="757575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757575"/>
                </a:solidFill>
                <a:latin typeface="Barlow"/>
                <a:ea typeface="Barlow"/>
                <a:cs typeface="Barlow"/>
                <a:sym typeface="Barlow"/>
              </a:rPr>
              <a:t>(bônus — expirando)</a:t>
            </a:r>
            <a:endParaRPr sz="1200">
              <a:solidFill>
                <a:srgbClr val="757575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71" name="Google Shape;1171;p68"/>
          <p:cNvSpPr txBox="1"/>
          <p:nvPr/>
        </p:nvSpPr>
        <p:spPr>
          <a:xfrm>
            <a:off x="377315" y="3359147"/>
            <a:ext cx="2743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100" u="none" cap="none" strike="noStrike">
                <a:solidFill>
                  <a:srgbClr val="757575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R$ 3.644,00/mês</a:t>
            </a:r>
            <a:endParaRPr b="1" sz="1700">
              <a:solidFill>
                <a:srgbClr val="757575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172" name="Google Shape;1172;p68"/>
          <p:cNvSpPr/>
          <p:nvPr/>
        </p:nvSpPr>
        <p:spPr>
          <a:xfrm>
            <a:off x="3284575" y="1222800"/>
            <a:ext cx="5396100" cy="2819700"/>
          </a:xfrm>
          <a:prstGeom prst="roundRect">
            <a:avLst>
              <a:gd fmla="val 6418" name="adj"/>
            </a:avLst>
          </a:prstGeom>
          <a:solidFill>
            <a:schemeClr val="accent6"/>
          </a:solidFill>
          <a:ln>
            <a:noFill/>
          </a:ln>
          <a:effectLst>
            <a:outerShdw blurRad="57150" rotWithShape="0" algn="bl" dir="2700000" dist="57150">
              <a:srgbClr val="000000">
                <a:alpha val="29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rgbClr val="08718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173" name="Google Shape;1173;p68"/>
          <p:cNvSpPr/>
          <p:nvPr/>
        </p:nvSpPr>
        <p:spPr>
          <a:xfrm>
            <a:off x="3284575" y="1222800"/>
            <a:ext cx="5396100" cy="497400"/>
          </a:xfrm>
          <a:prstGeom prst="roundRect">
            <a:avLst>
              <a:gd fmla="val 27287" name="adj"/>
            </a:avLst>
          </a:prstGeom>
          <a:solidFill>
            <a:srgbClr val="087182"/>
          </a:solidFill>
          <a:ln>
            <a:noFill/>
          </a:ln>
          <a:effectLst>
            <a:outerShdw blurRad="57150" rotWithShape="0" algn="bl" dir="2700000" dist="57150">
              <a:srgbClr val="000000">
                <a:alpha val="29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NOVA PROPOSTA</a:t>
            </a:r>
            <a:endParaRPr b="1" sz="1600">
              <a:solidFill>
                <a:schemeClr val="accent6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174" name="Google Shape;1174;p68"/>
          <p:cNvSpPr txBox="1"/>
          <p:nvPr/>
        </p:nvSpPr>
        <p:spPr>
          <a:xfrm>
            <a:off x="3502824" y="1823668"/>
            <a:ext cx="36177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7175" lIns="97175" spcFirstLastPara="1" rIns="97175" wrap="square" tIns="97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63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>Base com reajuste IPCA (4,14%)</a:t>
            </a:r>
            <a:endParaRPr b="1" sz="1063">
              <a:solidFill>
                <a:srgbClr val="666666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75" name="Google Shape;1175;p68"/>
          <p:cNvSpPr txBox="1"/>
          <p:nvPr/>
        </p:nvSpPr>
        <p:spPr>
          <a:xfrm>
            <a:off x="3502824" y="2182295"/>
            <a:ext cx="36177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7175" lIns="97175" spcFirstLastPara="1" rIns="97175" wrap="square" tIns="97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63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>+ Expansão de Usuários (15 → 25)</a:t>
            </a:r>
            <a:endParaRPr sz="1063">
              <a:solidFill>
                <a:srgbClr val="666666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76" name="Google Shape;1176;p68"/>
          <p:cNvSpPr txBox="1"/>
          <p:nvPr/>
        </p:nvSpPr>
        <p:spPr>
          <a:xfrm>
            <a:off x="3502824" y="2540921"/>
            <a:ext cx="36177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7175" lIns="97175" spcFirstLastPara="1" rIns="97175" wrap="square" tIns="97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63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>+ Expansão de Fornecedores (800 → 1.120)</a:t>
            </a:r>
            <a:endParaRPr sz="1063">
              <a:solidFill>
                <a:srgbClr val="666666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77" name="Google Shape;1177;p68"/>
          <p:cNvSpPr txBox="1"/>
          <p:nvPr/>
        </p:nvSpPr>
        <p:spPr>
          <a:xfrm>
            <a:off x="3502824" y="3258174"/>
            <a:ext cx="36177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7175" lIns="97175" spcFirstLastPara="1" rIns="97175" wrap="square" tIns="97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63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>Subtotal</a:t>
            </a:r>
            <a:endParaRPr b="1" sz="1063">
              <a:solidFill>
                <a:srgbClr val="666666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78" name="Google Shape;1178;p68"/>
          <p:cNvSpPr txBox="1"/>
          <p:nvPr/>
        </p:nvSpPr>
        <p:spPr>
          <a:xfrm>
            <a:off x="3502824" y="3616801"/>
            <a:ext cx="36177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7175" lIns="97175" spcFirstLastPara="1" rIns="97175" wrap="square" tIns="97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63">
                <a:solidFill>
                  <a:srgbClr val="7BB930"/>
                </a:solidFill>
                <a:latin typeface="Barlow"/>
                <a:ea typeface="Barlow"/>
                <a:cs typeface="Barlow"/>
                <a:sym typeface="Barlow"/>
              </a:rPr>
              <a:t>Bonificação IBAMA — Condição especial Dock Brasil</a:t>
            </a:r>
            <a:endParaRPr b="1" sz="1063">
              <a:solidFill>
                <a:srgbClr val="7BB930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79" name="Google Shape;1179;p68"/>
          <p:cNvSpPr txBox="1"/>
          <p:nvPr/>
        </p:nvSpPr>
        <p:spPr>
          <a:xfrm>
            <a:off x="3502824" y="2899548"/>
            <a:ext cx="36177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7175" lIns="97175" spcFirstLastPara="1" rIns="97175" wrap="square" tIns="97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63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>+ Buscas Automáticas IBAMA</a:t>
            </a:r>
            <a:endParaRPr b="1" sz="1063">
              <a:solidFill>
                <a:srgbClr val="666666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80" name="Google Shape;1180;p68"/>
          <p:cNvSpPr txBox="1"/>
          <p:nvPr/>
        </p:nvSpPr>
        <p:spPr>
          <a:xfrm>
            <a:off x="6646521" y="1823668"/>
            <a:ext cx="18159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7175" lIns="97175" spcFirstLastPara="1" rIns="97175" wrap="square" tIns="9717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63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>R$ 3.794,86</a:t>
            </a:r>
            <a:endParaRPr sz="1063">
              <a:solidFill>
                <a:srgbClr val="666666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81" name="Google Shape;1181;p68"/>
          <p:cNvSpPr txBox="1"/>
          <p:nvPr/>
        </p:nvSpPr>
        <p:spPr>
          <a:xfrm>
            <a:off x="6646521" y="2182295"/>
            <a:ext cx="18159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7175" lIns="97175" spcFirstLastPara="1" rIns="97175" wrap="square" tIns="9717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63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>+ R$ 300,00</a:t>
            </a:r>
            <a:endParaRPr sz="1063">
              <a:solidFill>
                <a:srgbClr val="666666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82" name="Google Shape;1182;p68"/>
          <p:cNvSpPr txBox="1"/>
          <p:nvPr/>
        </p:nvSpPr>
        <p:spPr>
          <a:xfrm>
            <a:off x="6646521" y="2540921"/>
            <a:ext cx="18159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7175" lIns="97175" spcFirstLastPara="1" rIns="97175" wrap="square" tIns="9717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63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>+ R$ 200,00</a:t>
            </a:r>
            <a:endParaRPr sz="1063">
              <a:solidFill>
                <a:srgbClr val="666666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83" name="Google Shape;1183;p68"/>
          <p:cNvSpPr txBox="1"/>
          <p:nvPr/>
        </p:nvSpPr>
        <p:spPr>
          <a:xfrm>
            <a:off x="6646521" y="3258174"/>
            <a:ext cx="18159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7175" lIns="97175" spcFirstLastPara="1" rIns="97175" wrap="square" tIns="9717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63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>R$ 4.544,86</a:t>
            </a:r>
            <a:endParaRPr b="1" sz="1063">
              <a:solidFill>
                <a:srgbClr val="666666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84" name="Google Shape;1184;p68"/>
          <p:cNvSpPr txBox="1"/>
          <p:nvPr/>
        </p:nvSpPr>
        <p:spPr>
          <a:xfrm>
            <a:off x="6646521" y="3616801"/>
            <a:ext cx="18159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7175" lIns="97175" spcFirstLastPara="1" rIns="97175" wrap="square" tIns="9717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63">
                <a:solidFill>
                  <a:srgbClr val="7BB930"/>
                </a:solidFill>
                <a:latin typeface="Barlow"/>
                <a:ea typeface="Barlow"/>
                <a:cs typeface="Barlow"/>
                <a:sym typeface="Barlow"/>
              </a:rPr>
              <a:t>- R$ 250,00</a:t>
            </a:r>
            <a:endParaRPr b="1" sz="1063">
              <a:solidFill>
                <a:srgbClr val="7BB930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85" name="Google Shape;1185;p68"/>
          <p:cNvSpPr txBox="1"/>
          <p:nvPr/>
        </p:nvSpPr>
        <p:spPr>
          <a:xfrm>
            <a:off x="6646521" y="2899548"/>
            <a:ext cx="18159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7175" lIns="97175" spcFirstLastPara="1" rIns="97175" wrap="square" tIns="9717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63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>+ R$ 250,00</a:t>
            </a:r>
            <a:endParaRPr sz="1063">
              <a:solidFill>
                <a:srgbClr val="666666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86" name="Google Shape;1186;p68"/>
          <p:cNvSpPr/>
          <p:nvPr/>
        </p:nvSpPr>
        <p:spPr>
          <a:xfrm>
            <a:off x="3284575" y="4122975"/>
            <a:ext cx="5396100" cy="780900"/>
          </a:xfrm>
          <a:prstGeom prst="roundRect">
            <a:avLst>
              <a:gd fmla="val 23723" name="adj"/>
            </a:avLst>
          </a:prstGeom>
          <a:solidFill>
            <a:schemeClr val="accent6"/>
          </a:solidFill>
          <a:ln>
            <a:noFill/>
          </a:ln>
          <a:effectLst>
            <a:outerShdw blurRad="57150" rotWithShape="0" algn="bl" dir="2700000" dist="57150">
              <a:srgbClr val="000000">
                <a:alpha val="29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8718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VALOR FINAL DE RENOVAÇÃO</a:t>
            </a:r>
            <a:endParaRPr sz="1000">
              <a:solidFill>
                <a:srgbClr val="08718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08718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R$ 4.294,86/mês</a:t>
            </a:r>
            <a:endParaRPr b="1" sz="1900">
              <a:solidFill>
                <a:srgbClr val="08718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cxnSp>
        <p:nvCxnSpPr>
          <p:cNvPr id="1187" name="Google Shape;1187;p68"/>
          <p:cNvCxnSpPr/>
          <p:nvPr/>
        </p:nvCxnSpPr>
        <p:spPr>
          <a:xfrm>
            <a:off x="3510650" y="2135787"/>
            <a:ext cx="48531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8" name="Google Shape;1188;p68"/>
          <p:cNvCxnSpPr/>
          <p:nvPr/>
        </p:nvCxnSpPr>
        <p:spPr>
          <a:xfrm>
            <a:off x="3510650" y="2505118"/>
            <a:ext cx="48531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9" name="Google Shape;1189;p68"/>
          <p:cNvCxnSpPr/>
          <p:nvPr/>
        </p:nvCxnSpPr>
        <p:spPr>
          <a:xfrm>
            <a:off x="3510650" y="2874449"/>
            <a:ext cx="48531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90" name="Google Shape;1190;p68"/>
          <p:cNvCxnSpPr/>
          <p:nvPr/>
        </p:nvCxnSpPr>
        <p:spPr>
          <a:xfrm>
            <a:off x="3510650" y="3243781"/>
            <a:ext cx="48531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91" name="Google Shape;1191;p68"/>
          <p:cNvCxnSpPr/>
          <p:nvPr/>
        </p:nvCxnSpPr>
        <p:spPr>
          <a:xfrm>
            <a:off x="3510650" y="3613112"/>
            <a:ext cx="48531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BA2B9"/>
            </a:gs>
            <a:gs pos="38000">
              <a:srgbClr val="0BA2B9"/>
            </a:gs>
            <a:gs pos="100000">
              <a:srgbClr val="087182"/>
            </a:gs>
          </a:gsLst>
          <a:lin ang="2698631" scaled="0"/>
        </a:gradFill>
      </p:bgPr>
    </p:bg>
    <p:spTree>
      <p:nvGrpSpPr>
        <p:cNvPr id="1195" name="Shape 1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Google Shape;1196;p69"/>
          <p:cNvSpPr txBox="1"/>
          <p:nvPr>
            <p:ph idx="4294967295" type="subTitle"/>
          </p:nvPr>
        </p:nvSpPr>
        <p:spPr>
          <a:xfrm>
            <a:off x="724525" y="1363853"/>
            <a:ext cx="4869900" cy="135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800">
                <a:solidFill>
                  <a:schemeClr val="accent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Juntos,</a:t>
            </a:r>
            <a:r>
              <a:rPr lang="en" sz="3800">
                <a:solidFill>
                  <a:schemeClr val="accent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Dock Brasil </a:t>
            </a:r>
            <a:r>
              <a:rPr b="1" lang="en" sz="3800">
                <a:solidFill>
                  <a:schemeClr val="accent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cresce</a:t>
            </a:r>
            <a:r>
              <a:rPr lang="en" sz="3800">
                <a:solidFill>
                  <a:schemeClr val="accent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. </a:t>
            </a:r>
            <a:endParaRPr sz="3800">
              <a:solidFill>
                <a:schemeClr val="accent6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>
                <a:solidFill>
                  <a:schemeClr val="accent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A Efcaz </a:t>
            </a:r>
            <a:r>
              <a:rPr b="1" lang="en" sz="3800">
                <a:solidFill>
                  <a:schemeClr val="accent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cresce junto.</a:t>
            </a:r>
            <a:endParaRPr b="1" sz="3800">
              <a:solidFill>
                <a:schemeClr val="accent6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cxnSp>
        <p:nvCxnSpPr>
          <p:cNvPr id="1197" name="Google Shape;1197;p69"/>
          <p:cNvCxnSpPr/>
          <p:nvPr/>
        </p:nvCxnSpPr>
        <p:spPr>
          <a:xfrm>
            <a:off x="565250" y="1359653"/>
            <a:ext cx="0" cy="2205300"/>
          </a:xfrm>
          <a:prstGeom prst="straightConnector1">
            <a:avLst/>
          </a:prstGeom>
          <a:noFill/>
          <a:ln cap="flat" cmpd="sng" w="21300">
            <a:solidFill>
              <a:srgbClr val="FFDC6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98" name="Google Shape;1198;p69"/>
          <p:cNvSpPr txBox="1"/>
          <p:nvPr/>
        </p:nvSpPr>
        <p:spPr>
          <a:xfrm>
            <a:off x="980700" y="3018150"/>
            <a:ext cx="24714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51175" lIns="51175" spcFirstLastPara="1" rIns="51175" wrap="square" tIns="51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94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Gabriel Vital  •  Customer Success Specialist </a:t>
            </a:r>
            <a:endParaRPr sz="1194">
              <a:solidFill>
                <a:srgbClr val="FFFFF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199" name="Google Shape;1199;p69"/>
          <p:cNvSpPr txBox="1"/>
          <p:nvPr/>
        </p:nvSpPr>
        <p:spPr>
          <a:xfrm>
            <a:off x="685798" y="4389216"/>
            <a:ext cx="1113000" cy="4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76050" lIns="76050" spcFirstLastPara="1" rIns="76050" wrap="square" tIns="76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64" u="sng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efcaz.com.br</a:t>
            </a:r>
            <a:endParaRPr sz="1497" u="sng">
              <a:solidFill>
                <a:srgbClr val="FFFFFF"/>
              </a:solidFill>
            </a:endParaRPr>
          </a:p>
        </p:txBody>
      </p:sp>
      <p:pic>
        <p:nvPicPr>
          <p:cNvPr id="1200" name="Google Shape;1200;p69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9123" y="4201200"/>
            <a:ext cx="261587" cy="2615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1" name="Google Shape;1201;p69">
            <a:hlinkClick r:id="rId6"/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80706" y="4201200"/>
            <a:ext cx="261587" cy="2615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2" name="Google Shape;1202;p69">
            <a:hlinkClick r:id="rId8"/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242296" y="4201200"/>
            <a:ext cx="261587" cy="2615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3" name="Google Shape;1203;p69">
            <a:hlinkClick r:id="rId10"/>
          </p:cNvPr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503883" y="4201200"/>
            <a:ext cx="261587" cy="261586"/>
          </a:xfrm>
          <a:prstGeom prst="rect">
            <a:avLst/>
          </a:prstGeom>
          <a:noFill/>
          <a:ln>
            <a:noFill/>
          </a:ln>
        </p:spPr>
      </p:pic>
      <p:sp>
        <p:nvSpPr>
          <p:cNvPr id="1204" name="Google Shape;1204;p69"/>
          <p:cNvSpPr txBox="1"/>
          <p:nvPr/>
        </p:nvSpPr>
        <p:spPr>
          <a:xfrm>
            <a:off x="980700" y="3318316"/>
            <a:ext cx="24714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51175" lIns="51175" spcFirstLastPara="1" rIns="51175" wrap="square" tIns="51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94" u="sng">
                <a:solidFill>
                  <a:schemeClr val="accent6"/>
                </a:solidFill>
                <a:latin typeface="Barlow Condensed"/>
                <a:ea typeface="Barlow Condensed"/>
                <a:cs typeface="Barlow Condensed"/>
                <a:sym typeface="Barlow Condensed"/>
                <a:hlinkClick r:id="rId1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gabriel.evangelista@efcaz.com.br </a:t>
            </a:r>
            <a:endParaRPr sz="1194">
              <a:solidFill>
                <a:schemeClr val="accent6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pic>
        <p:nvPicPr>
          <p:cNvPr id="1205" name="Google Shape;1205;p69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737825" y="3347688"/>
            <a:ext cx="224175" cy="224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6" name="Google Shape;1206;p69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737825" y="3049613"/>
            <a:ext cx="224175" cy="224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7" name="Google Shape;1207;p69" title="586.jpg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5899000" y="559425"/>
            <a:ext cx="2737200" cy="4239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ustoms Brokerage Company Profile by Slidesgo">
  <a:themeElements>
    <a:clrScheme name="Simple Light">
      <a:dk1>
        <a:srgbClr val="221F4A"/>
      </a:dk1>
      <a:lt1>
        <a:srgbClr val="EEEEEE"/>
      </a:lt1>
      <a:dk2>
        <a:srgbClr val="D9DFF2"/>
      </a:dk2>
      <a:lt2>
        <a:srgbClr val="A1B5E5"/>
      </a:lt2>
      <a:accent1>
        <a:srgbClr val="3F91E3"/>
      </a:accent1>
      <a:accent2>
        <a:srgbClr val="3751E5"/>
      </a:accent2>
      <a:accent3>
        <a:srgbClr val="FEB15F"/>
      </a:accent3>
      <a:accent4>
        <a:srgbClr val="FE8A0D"/>
      </a:accent4>
      <a:accent5>
        <a:srgbClr val="EF6856"/>
      </a:accent5>
      <a:accent6>
        <a:srgbClr val="FFFFFF"/>
      </a:accent6>
      <a:hlink>
        <a:srgbClr val="221F4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ustoms Brokerage Company Profile by Slidesgo">
  <a:themeElements>
    <a:clrScheme name="Simple Light">
      <a:dk1>
        <a:srgbClr val="221F4A"/>
      </a:dk1>
      <a:lt1>
        <a:srgbClr val="EEEEEE"/>
      </a:lt1>
      <a:dk2>
        <a:srgbClr val="D9DFF2"/>
      </a:dk2>
      <a:lt2>
        <a:srgbClr val="A1B5E5"/>
      </a:lt2>
      <a:accent1>
        <a:srgbClr val="3F91E3"/>
      </a:accent1>
      <a:accent2>
        <a:srgbClr val="3751E5"/>
      </a:accent2>
      <a:accent3>
        <a:srgbClr val="FEB15F"/>
      </a:accent3>
      <a:accent4>
        <a:srgbClr val="FE8A0D"/>
      </a:accent4>
      <a:accent5>
        <a:srgbClr val="EF6856"/>
      </a:accent5>
      <a:accent6>
        <a:srgbClr val="FFFFFF"/>
      </a:accent6>
      <a:hlink>
        <a:srgbClr val="221F4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