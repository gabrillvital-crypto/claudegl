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91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DOCK BRASIL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F5F8"/>
                </a:solidFill>
                <a:latin typeface="Calibri"/>
              </a:rPr>
              <a:t>Engenharia e Serviços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Próximos Passos — Renovação Dock Brasil  |  Mai/2026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646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F5F8"/>
                </a:solidFill>
                <a:latin typeface="Calibri"/>
              </a:rPr>
              <a:t>Gabriel Vital  •  Customer Success Specialist  •  Efcaz SRM</a:t>
            </a:r>
          </a:p>
        </p:txBody>
      </p:sp>
      <p:pic>
        <p:nvPicPr>
          <p:cNvPr id="9" name="Picture 8" descr="logo_dock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94560"/>
            <a:ext cx="3657600" cy="1728716"/>
          </a:xfrm>
          <a:prstGeom prst="rect">
            <a:avLst/>
          </a:prstGeom>
        </p:spPr>
      </p:pic>
      <p:pic>
        <p:nvPicPr>
          <p:cNvPr id="10" name="Picture 9" descr="logo_efcaz_p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Situação Atual — Dock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Diagnóstico do momento de renovação  •  Mai/2026</a:t>
            </a:r>
          </a:p>
        </p:txBody>
      </p:sp>
      <p:pic>
        <p:nvPicPr>
          <p:cNvPr id="6" name="Picture 5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1417320"/>
            <a:ext cx="3474720" cy="13898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508760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31/mai/2026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79050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Vencimento do contrato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5" y="1417320"/>
            <a:ext cx="3474720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3" y="1508760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763 / 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5" y="2279050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Fornecedores ativos (95,4%)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35823" y="1417320"/>
            <a:ext cx="3474720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1" y="1508760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25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3" y="2279050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Usuários em uso vs. contratados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008376"/>
            <a:ext cx="3474720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099816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 usu. + 4 buscas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870106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Bônus que expiram em 31/mai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5" y="3008376"/>
            <a:ext cx="3474720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3099816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53 fornecedores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5" y="3870106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Com documentos vencidos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5823" y="3008376"/>
            <a:ext cx="3474720" cy="1389888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1" y="3099816"/>
            <a:ext cx="3255263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Parado set/2025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3" y="3870106"/>
            <a:ext cx="3291839" cy="47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Módulo de Avaliação (RFI)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Efcaz SRM  •  Customer Success  •  Gabriel Vital  •  Mai/2026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Contexto da Renovação — O Momento de Decidir</a:t>
            </a:r>
          </a:p>
        </p:txBody>
      </p:sp>
      <p:pic>
        <p:nvPicPr>
          <p:cNvPr id="5" name="Picture 4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371600"/>
            <a:ext cx="11274552" cy="1508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463040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ATENÇÃO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630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Acesso da equipe — garantir continuidade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01952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25 usuários ativos hoje. O contrato cobre 15 + 8 auxiliares de bônus, que expiram em 31/mai.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Renovar agora garante que toda a equipe continua operando sem nenhuma interrupção.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11274552" cy="1508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463040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546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Buscas automáticas — manter 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93592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CNDT, CND, CNPJ e FGTS são bônus do aditivo atual — renovar mantém tudo funcionando.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Com a renovação, as certidões continuam sendo atualizadas automaticamente.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274552" cy="1508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463040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8463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Capacidade de fornecedores próxima do limite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285232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763 de 800 fornecedores ativos — 95,4% de ocupação com crescimento constante.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Expandir agora para 1.120 garante continuidade das homologações sem interrupção.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Efcaz SRM  •  Customer Success  •  Gabriel Vital  •  Mai/2026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Portfólio de Expansão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3 oportunidades concretas para esta renovação</a:t>
            </a:r>
          </a:p>
        </p:txBody>
      </p:sp>
      <p:pic>
        <p:nvPicPr>
          <p:cNvPr id="6" name="Picture 5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1371600"/>
            <a:ext cx="3657600" cy="4937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371600"/>
            <a:ext cx="3657600" cy="5029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4630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146304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Expansão de Usuários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02996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8FA3"/>
                </a:solidFill>
                <a:latin typeface="Calibri"/>
              </a:rPr>
              <a:t>15 → 25 usuários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633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Formaliza o que já é a realidade operacional da Dock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4107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Garante acesso contínuo para toda a equipe após 31/mai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41879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Investimento adicional: R$ 300,00/mês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371600"/>
            <a:ext cx="3657600" cy="4937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37160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4630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146304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Expansão de Fornecedores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02996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800 → 1.120 (+40%)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633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763 ativos hoje — ritmo constante de novas homologações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4107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Expansão de 40% acompanha o crescimento da operação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1879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Investimento adicional: R$ 200,00/mês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371600"/>
            <a:ext cx="3657600" cy="493776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371600"/>
            <a:ext cx="36576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4630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146304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Buscas IBAMA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02996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  <a:latin typeface="Calibri"/>
              </a:rPr>
              <a:t>3 consultas automáticas/mês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633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Certidão IBAMA: obrigatória para fornecedores do setor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4107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Automação protege em auditorias e processos licitatórios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1879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• Investimento: R$ 250,00/mês — bonificado nesta proposta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Efcaz SRM  •  Customer Success  •  Gabriel Vital  •  Mai/2026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 que Expandir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O valor de cada decisão para a Dock Brasil</a:t>
            </a:r>
          </a:p>
        </p:txBody>
      </p:sp>
      <p:pic>
        <p:nvPicPr>
          <p:cNvPr id="6" name="Picture 5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371600"/>
            <a:ext cx="11274552" cy="14813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38404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64592" cy="148132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35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Usuários (15 → 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Sua operação já funciona com 25 usuários — formalizar é só alinhar o contrato à realidade.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Com o contrato atualizado, toda a equipe segue operando normalmente, sem nenhuma interrupção.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Investimento adicional: R$ 300,00/mês para garantir o que já está funcionando.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35808"/>
            <a:ext cx="11274552" cy="14813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27432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64592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Fornecedores (800 → 1.120)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1129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Crescimento consistente: 763 ativos hoje, com ritmo que demanda mais capacidade em breve.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Ampliar agora garante que o crescimento da Dock Brasil não para por limite de plataforma.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Expansão planejada, com custo previsível — sem surpresas no meio da operação.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0016"/>
            <a:ext cx="11274552" cy="14813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00016"/>
            <a:ext cx="27432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00016"/>
            <a:ext cx="164592" cy="14813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64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Buscas IBAMA — bonificadas nesta 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75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Engenharia e serviços: fornecedores sujeitos a auditorias ambientais e exigências em licitações.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Automatizar a certidão IBAMA elimina o risco de um fornecedor irregular comprometer um contrato.</a:t>
            </a:r>
          </a:p>
          <a:p>
            <a:pPr algn="l"/>
            <a:r>
              <a:rPr sz="1100">
                <a:solidFill>
                  <a:srgbClr val="85929E"/>
                </a:solidFill>
                <a:latin typeface="Calibri"/>
              </a:rPr>
              <a:t>Nesta renovação, as 3 consultas mensais são 100% bonificadas — valor agregado sem custo adicional.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Efcaz SRM  •  Customer Success  •  Gabriel Vital  •  Mai/2026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Proposta de Renovação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Composição do investimento  •  Mai/2026</a:t>
            </a:r>
          </a:p>
        </p:txBody>
      </p:sp>
      <p:pic>
        <p:nvPicPr>
          <p:cNvPr id="6" name="Picture 5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325880"/>
            <a:ext cx="2926080" cy="4983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2560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R$ 3.644,00/mês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39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800 fornecedores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15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51376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4 buscas automáticas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(bônus — expirando)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325880"/>
            <a:ext cx="8229600" cy="498348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4173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8FA3"/>
                </a:solidFill>
                <a:latin typeface="Calibri"/>
              </a:rPr>
              <a:t>NOVA PROPOSTA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920240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02996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Base com reajuste IPCA (4,14%)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0299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7202A"/>
                </a:solidFill>
                <a:latin typeface="Calibri"/>
              </a:rPr>
              <a:t>R$ 3.794,86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487168"/>
            <a:ext cx="8229600" cy="53035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59689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+ Expansão de Usuários (15 → 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5968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7202A"/>
                </a:solidFill>
                <a:latin typeface="Calibri"/>
              </a:rPr>
              <a:t>+ R$ 300,00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054096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16382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+ Expansão de Fornecedores (800 → 1.120)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16382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7202A"/>
                </a:solidFill>
                <a:latin typeface="Calibri"/>
              </a:rPr>
              <a:t>+ R$ 200,00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621024"/>
            <a:ext cx="8229600" cy="53035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73075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Calibri"/>
              </a:rPr>
              <a:t>+ Buscas Automáticas IBAMA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7307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7202A"/>
                </a:solidFill>
                <a:latin typeface="Calibri"/>
              </a:rPr>
              <a:t>+ R$ 250,00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187952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29768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Subtotal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2976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5929E"/>
                </a:solidFill>
                <a:latin typeface="Calibri"/>
              </a:rPr>
              <a:t>R$ 4.544,86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754880"/>
            <a:ext cx="82296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4828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Bonificação IBAMA — Condição especial Dock Brasil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828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  <a:latin typeface="Calibri"/>
              </a:rPr>
              <a:t>- R$ 250,00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5349240"/>
            <a:ext cx="8229600" cy="9601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4132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VALOR FINAL DE RENOVAÇÃO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760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R$ 4.294,86/mês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Efcaz SRM  •  Customer Success  •  Gabriel Vital  •  Mai/2026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Plano de Ação — 27 Dias para a Renovação</a:t>
            </a:r>
          </a:p>
        </p:txBody>
      </p:sp>
      <p:pic>
        <p:nvPicPr>
          <p:cNvPr id="5" name="Picture 4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88720"/>
            <a:ext cx="1828800" cy="1572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Semana 1
até 10/05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188720"/>
            <a:ext cx="9308592" cy="157276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2618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Agendar QBR com Arthur Sumihara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459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Contato: arthur.sumihara@dockbrasil.com.br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9202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Pauta: resultados do período + contexto de renovação + proposta de expansão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Duração sugerida: 40 minutos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53512"/>
            <a:ext cx="1828800" cy="15727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Semana 2
até 17/05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953512"/>
            <a:ext cx="9308592" cy="157276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0266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Conduzir Reunião + Enviar Proposta Atualizada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1071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Apresentar crescimento (34x solicitações, 95% fornecedores)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8503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Demonstrar impacto do vencimento dos bônus em 31/mai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5935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Apresentar proposta: 25 usuários + 1.120 fornecedores + IBAMA bonificado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23367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Retomar módulo de Avaliação (RFI) — parado desde set/2025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18304"/>
            <a:ext cx="1828800" cy="15727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937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Semana 3-4
até 31/05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4718304"/>
            <a:ext cx="9308592" cy="157276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479145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Negociação e Assinatura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175504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Follow-up máximo 3 dias após envio da proposta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449824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Alinhar com jurídico e financeiro do cliente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724144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Garantir assinatura antes de 31/mai — continuidade operacional sem interrupção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Vencimento: 31/mai/2026  •  Investimento atual: R$ 3.644,00/mês  •  Champion: Arthur Sumihara — arthur.sumihara@dockbrasil.com.br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Juntos,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Dock Brasil cresce. A Efcaz cresce junto.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15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F5F8"/>
                </a:solidFill>
                <a:latin typeface="Calibri"/>
              </a:rPr>
              <a:t>Gabriel Vital  •  Customer Success Specialist  •  Efcaz SRM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vitallgabriel@outlook.com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F5F8"/>
                </a:solidFill>
                <a:latin typeface="Calibri"/>
              </a:rPr>
              <a:t>efcaz.com.br</a:t>
            </a:r>
          </a:p>
        </p:txBody>
      </p:sp>
      <p:pic>
        <p:nvPicPr>
          <p:cNvPr id="10" name="Picture 9" descr="logo_efcaz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37160"/>
            <a:ext cx="1645920" cy="5757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