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3"/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3" r:id="rId27"/>
    <p:sldId id="261" r:id="rId11"/>
    <p:sldId id="262" r:id="rId12"/>
  </p:sldIdLst>
  <p:sldSz cy="5143500" cx="9144000"/>
  <p:notesSz cx="6858000" cy="9144000"/>
  <p:embeddedFontLst>
    <p:embeddedFont>
      <p:font typeface="Bakbak One"/>
      <p:regular r:id="rId13"/>
    </p:embeddedFont>
    <p:embeddedFont>
      <p:font typeface="Bebas Neue"/>
      <p:regular r:id="rId14"/>
    </p:embeddedFont>
    <p:embeddedFont>
      <p:font typeface="Barlow Condensed"/>
      <p:regular r:id="rId15"/>
      <p:bold r:id="rId16"/>
      <p:italic r:id="rId17"/>
      <p:boldItalic r:id="rId18"/>
    </p:embeddedFont>
    <p:embeddedFont>
      <p:font typeface="Anek Gujarati"/>
      <p:regular r:id="rId19"/>
      <p:bold r:id="rId20"/>
    </p:embeddedFont>
    <p:embeddedFont>
      <p:font typeface="Barlow"/>
      <p:regular r:id="rId21"/>
      <p:bold r:id="rId22"/>
      <p:italic r:id="rId23"/>
      <p:boldItalic r:id="rId24"/>
    </p:embeddedFont>
    <p:embeddedFont>
      <p:font typeface="Barlow Black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BakbakOne-regular.fntdata"/><Relationship Id="rId14" Type="http://schemas.openxmlformats.org/officeDocument/2006/relationships/font" Target="fonts/BebasNeue-regular.fntdata"/><Relationship Id="rId15" Type="http://schemas.openxmlformats.org/officeDocument/2006/relationships/font" Target="fonts/BarlowCondensed-regular.fntdata"/><Relationship Id="rId16" Type="http://schemas.openxmlformats.org/officeDocument/2006/relationships/font" Target="fonts/BarlowCondensed-bold.fntdata"/><Relationship Id="rId17" Type="http://schemas.openxmlformats.org/officeDocument/2006/relationships/font" Target="fonts/BarlowCondensed-italic.fntdata"/><Relationship Id="rId18" Type="http://schemas.openxmlformats.org/officeDocument/2006/relationships/font" Target="fonts/BarlowCondensed-boldItalic.fntdata"/><Relationship Id="rId19" Type="http://schemas.openxmlformats.org/officeDocument/2006/relationships/font" Target="fonts/AnekGujarati-regular.fntdata"/><Relationship Id="rId20" Type="http://schemas.openxmlformats.org/officeDocument/2006/relationships/font" Target="fonts/AnekGujarati-bold.fntdata"/><Relationship Id="rId21" Type="http://schemas.openxmlformats.org/officeDocument/2006/relationships/font" Target="fonts/Barlow-regular.fntdata"/><Relationship Id="rId22" Type="http://schemas.openxmlformats.org/officeDocument/2006/relationships/font" Target="fonts/Barlow-bold.fntdata"/><Relationship Id="rId23" Type="http://schemas.openxmlformats.org/officeDocument/2006/relationships/font" Target="fonts/Barlow-italic.fntdata"/><Relationship Id="rId24" Type="http://schemas.openxmlformats.org/officeDocument/2006/relationships/font" Target="fonts/Barlow-boldItalic.fntdata"/><Relationship Id="rId25" Type="http://schemas.openxmlformats.org/officeDocument/2006/relationships/font" Target="fonts/BarlowBlack-bold.fntdata"/><Relationship Id="rId26" Type="http://schemas.openxmlformats.org/officeDocument/2006/relationships/font" Target="fonts/BarlowBlack-boldItalic.fntdata"/><Relationship Id="rId2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d402a7def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d402a7def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e0b436a2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e0b436a2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e0b436a26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3e0b436a26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e0b436a26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e0b436a26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e0b436a267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e0b436a26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d402a7deff_3_3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d402a7deff_3_3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d402a7deff_3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3d402a7deff_3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074000" y="-2888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" name="Google Shape;10;p2"/>
          <p:cNvSpPr/>
          <p:nvPr/>
        </p:nvSpPr>
        <p:spPr>
          <a:xfrm>
            <a:off x="-442575" y="944975"/>
            <a:ext cx="620025" cy="1124375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1" name="Google Shape;11;p2"/>
          <p:cNvSpPr/>
          <p:nvPr/>
        </p:nvSpPr>
        <p:spPr>
          <a:xfrm rot="-2397370">
            <a:off x="3545248" y="-584398"/>
            <a:ext cx="1010520" cy="99737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2" name="Google Shape;12;p2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14" y="985900"/>
            <a:ext cx="4147800" cy="250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713214" y="3681825"/>
            <a:ext cx="4147800" cy="47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 flipH="1" rot="-10799680">
            <a:off x="7987179" y="31990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2411400" y="3154200"/>
            <a:ext cx="4321200" cy="497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4385200" y="-35875"/>
            <a:ext cx="4758900" cy="5213100"/>
          </a:xfrm>
          <a:prstGeom prst="rect">
            <a:avLst/>
          </a:prstGeom>
          <a:solidFill>
            <a:srgbClr val="7BB930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4525925" y="2175900"/>
            <a:ext cx="3904800" cy="13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7059475" y="1154500"/>
            <a:ext cx="1371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/>
          <p:nvPr/>
        </p:nvSpPr>
        <p:spPr>
          <a:xfrm rot="7802080">
            <a:off x="5238753" y="3521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2" name="Google Shape;22;p3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" name="Google Shape;23;p3"/>
          <p:cNvSpPr/>
          <p:nvPr/>
        </p:nvSpPr>
        <p:spPr>
          <a:xfrm rot="-4238987">
            <a:off x="4532162" y="-506466"/>
            <a:ext cx="1119366" cy="110480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24" name="Google Shape;24;p3"/>
          <p:cNvGrpSpPr/>
          <p:nvPr/>
        </p:nvGrpSpPr>
        <p:grpSpPr>
          <a:xfrm rot="5400000">
            <a:off x="6674224" y="-129862"/>
            <a:ext cx="416587" cy="977813"/>
            <a:chOff x="8555949" y="425163"/>
            <a:chExt cx="416587" cy="977813"/>
          </a:xfrm>
        </p:grpSpPr>
        <p:sp>
          <p:nvSpPr>
            <p:cNvPr id="25" name="Google Shape;25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" name="Google Shape;29;p3"/>
          <p:cNvGrpSpPr/>
          <p:nvPr/>
        </p:nvGrpSpPr>
        <p:grpSpPr>
          <a:xfrm rot="5400000">
            <a:off x="8139343" y="4220094"/>
            <a:ext cx="1238412" cy="385925"/>
            <a:chOff x="8251149" y="734000"/>
            <a:chExt cx="1238412" cy="385925"/>
          </a:xfrm>
        </p:grpSpPr>
        <p:sp>
          <p:nvSpPr>
            <p:cNvPr id="30" name="Google Shape;30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3"/>
          <p:cNvSpPr/>
          <p:nvPr/>
        </p:nvSpPr>
        <p:spPr>
          <a:xfrm flipH="1" rot="-10799680">
            <a:off x="193005" y="39365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" name="Google Shape;35;p3"/>
          <p:cNvSpPr/>
          <p:nvPr/>
        </p:nvSpPr>
        <p:spPr>
          <a:xfrm flipH="1">
            <a:off x="-493158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6" name="Google Shape;36;p3"/>
          <p:cNvGrpSpPr/>
          <p:nvPr/>
        </p:nvGrpSpPr>
        <p:grpSpPr>
          <a:xfrm rot="5400000">
            <a:off x="137099" y="469700"/>
            <a:ext cx="568987" cy="596813"/>
            <a:chOff x="8555949" y="806163"/>
            <a:chExt cx="568987" cy="596813"/>
          </a:xfrm>
        </p:grpSpPr>
        <p:sp>
          <p:nvSpPr>
            <p:cNvPr id="37" name="Google Shape;37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 cap="flat" cmpd="sng" w="9525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>
            <p:ph idx="2" type="pic"/>
          </p:nvPr>
        </p:nvSpPr>
        <p:spPr>
          <a:xfrm>
            <a:off x="5813325" y="-75687"/>
            <a:ext cx="4107300" cy="5295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4"/>
          <p:cNvSpPr/>
          <p:nvPr/>
        </p:nvSpPr>
        <p:spPr>
          <a:xfrm>
            <a:off x="-71775" y="-35875"/>
            <a:ext cx="58851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 rot="10799680">
            <a:off x="-574246" y="43206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5" name="Google Shape;45;p4"/>
          <p:cNvSpPr/>
          <p:nvPr/>
        </p:nvSpPr>
        <p:spPr>
          <a:xfrm rot="-2700226">
            <a:off x="-373517" y="-1266334"/>
            <a:ext cx="4195301" cy="200716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" name="Google Shape;46;p4"/>
          <p:cNvSpPr/>
          <p:nvPr/>
        </p:nvSpPr>
        <p:spPr>
          <a:xfrm>
            <a:off x="5119550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7" name="Google Shape;47;p4">
            <a:hlinkClick action="ppaction://hlinkshowjump?jump=nextslide"/>
          </p:cNvPr>
          <p:cNvSpPr/>
          <p:nvPr/>
        </p:nvSpPr>
        <p:spPr>
          <a:xfrm>
            <a:off x="265001" y="4781610"/>
            <a:ext cx="210596" cy="210596"/>
          </a:xfrm>
          <a:prstGeom prst="ellipse">
            <a:avLst/>
          </a:prstGeom>
          <a:solidFill>
            <a:srgbClr val="52AF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297108" y="4836218"/>
            <a:ext cx="146350" cy="101353"/>
            <a:chOff x="-797260" y="3184175"/>
            <a:chExt cx="502500" cy="348000"/>
          </a:xfrm>
        </p:grpSpPr>
        <p:cxnSp>
          <p:nvCxnSpPr>
            <p:cNvPr id="49" name="Google Shape;49;p4"/>
            <p:cNvCxnSpPr/>
            <p:nvPr/>
          </p:nvCxnSpPr>
          <p:spPr>
            <a:xfrm>
              <a:off x="-797260" y="3361225"/>
              <a:ext cx="502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4"/>
            <p:cNvCxnSpPr/>
            <p:nvPr/>
          </p:nvCxnSpPr>
          <p:spPr>
            <a:xfrm>
              <a:off x="-471875" y="3184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4"/>
            <p:cNvCxnSpPr/>
            <p:nvPr/>
          </p:nvCxnSpPr>
          <p:spPr>
            <a:xfrm flipH="1" rot="10800000">
              <a:off x="-471875" y="3358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2" name="Google Shape;52;p4"/>
          <p:cNvGrpSpPr/>
          <p:nvPr/>
        </p:nvGrpSpPr>
        <p:grpSpPr>
          <a:xfrm rot="5400000">
            <a:off x="4847243" y="3991494"/>
            <a:ext cx="1238412" cy="385925"/>
            <a:chOff x="8251149" y="734000"/>
            <a:chExt cx="1238412" cy="385925"/>
          </a:xfrm>
        </p:grpSpPr>
        <p:sp>
          <p:nvSpPr>
            <p:cNvPr id="53" name="Google Shape;53;p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4"/>
          <p:cNvSpPr txBox="1"/>
          <p:nvPr>
            <p:ph type="title"/>
          </p:nvPr>
        </p:nvSpPr>
        <p:spPr>
          <a:xfrm>
            <a:off x="720000" y="445025"/>
            <a:ext cx="44835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" type="body"/>
          </p:nvPr>
        </p:nvSpPr>
        <p:spPr>
          <a:xfrm>
            <a:off x="720000" y="1997600"/>
            <a:ext cx="4124400" cy="26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AutoNum type="arabicPeriod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" type="subTitle"/>
          </p:nvPr>
        </p:nvSpPr>
        <p:spPr>
          <a:xfrm>
            <a:off x="5064212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subTitle"/>
          </p:nvPr>
        </p:nvSpPr>
        <p:spPr>
          <a:xfrm>
            <a:off x="1033587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3" type="subTitle"/>
          </p:nvPr>
        </p:nvSpPr>
        <p:spPr>
          <a:xfrm>
            <a:off x="1033587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4" type="subTitle"/>
          </p:nvPr>
        </p:nvSpPr>
        <p:spPr>
          <a:xfrm>
            <a:off x="5064213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" name="Google Shape;65;p5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6" name="Google Shape;66;p5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" name="Google Shape;67;p5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8" name="Google Shape;68;p5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9" name="Google Shape;69;p5"/>
          <p:cNvSpPr/>
          <p:nvPr/>
        </p:nvSpPr>
        <p:spPr>
          <a:xfrm rot="-2499097">
            <a:off x="-630975" y="-879433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0" name="Google Shape;70;p5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214107" y="4542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350782" y="1268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464807" y="3242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441007" y="48161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-364043" y="24292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8555949" y="806163"/>
            <a:ext cx="416587" cy="596813"/>
            <a:chOff x="8555949" y="806163"/>
            <a:chExt cx="416587" cy="596813"/>
          </a:xfrm>
        </p:grpSpPr>
        <p:sp>
          <p:nvSpPr>
            <p:cNvPr id="78" name="Google Shape;78;p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" name="Google Shape;82;p5"/>
          <p:cNvGrpSpPr/>
          <p:nvPr/>
        </p:nvGrpSpPr>
        <p:grpSpPr>
          <a:xfrm rot="5400000">
            <a:off x="137099" y="3885763"/>
            <a:ext cx="568987" cy="596813"/>
            <a:chOff x="8555949" y="806163"/>
            <a:chExt cx="568987" cy="596813"/>
          </a:xfrm>
        </p:grpSpPr>
        <p:sp>
          <p:nvSpPr>
            <p:cNvPr id="83" name="Google Shape;83;p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6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0" name="Google Shape;90;p6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" name="Google Shape;91;p6"/>
          <p:cNvSpPr/>
          <p:nvPr/>
        </p:nvSpPr>
        <p:spPr>
          <a:xfrm>
            <a:off x="-299350" y="-370825"/>
            <a:ext cx="1019350" cy="1339700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2" name="Google Shape;92;p6"/>
          <p:cNvSpPr/>
          <p:nvPr/>
        </p:nvSpPr>
        <p:spPr>
          <a:xfrm rot="10061061">
            <a:off x="8561918" y="4386800"/>
            <a:ext cx="1019363" cy="1339717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93" name="Google Shape;93;p6"/>
          <p:cNvGrpSpPr/>
          <p:nvPr/>
        </p:nvGrpSpPr>
        <p:grpSpPr>
          <a:xfrm>
            <a:off x="8402289" y="308647"/>
            <a:ext cx="461594" cy="461695"/>
            <a:chOff x="3601725" y="3116375"/>
            <a:chExt cx="253275" cy="253400"/>
          </a:xfrm>
        </p:grpSpPr>
        <p:sp>
          <p:nvSpPr>
            <p:cNvPr id="94" name="Google Shape;94;p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6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104" name="Google Shape;104;p6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" name="Google Shape;105;p6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106" name="Google Shape;106;p6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6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6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7BB93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 flipH="1" rot="-8387282">
            <a:off x="-19816" y="3600341"/>
            <a:ext cx="4195327" cy="200719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11" name="Google Shape;111;p7"/>
          <p:cNvSpPr/>
          <p:nvPr/>
        </p:nvSpPr>
        <p:spPr>
          <a:xfrm>
            <a:off x="1303950" y="-14209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112" name="Google Shape;112;p7"/>
          <p:cNvGrpSpPr/>
          <p:nvPr/>
        </p:nvGrpSpPr>
        <p:grpSpPr>
          <a:xfrm>
            <a:off x="140920" y="285789"/>
            <a:ext cx="305816" cy="438180"/>
            <a:chOff x="8555949" y="806163"/>
            <a:chExt cx="416587" cy="596813"/>
          </a:xfrm>
        </p:grpSpPr>
        <p:sp>
          <p:nvSpPr>
            <p:cNvPr id="113" name="Google Shape;113;p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7"/>
          <p:cNvGrpSpPr/>
          <p:nvPr/>
        </p:nvGrpSpPr>
        <p:grpSpPr>
          <a:xfrm rot="5400000">
            <a:off x="428737" y="4305600"/>
            <a:ext cx="568987" cy="596813"/>
            <a:chOff x="8555949" y="806163"/>
            <a:chExt cx="568987" cy="596813"/>
          </a:xfrm>
        </p:grpSpPr>
        <p:sp>
          <p:nvSpPr>
            <p:cNvPr id="118" name="Google Shape;118;p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7"/>
          <p:cNvSpPr txBox="1"/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1" type="subTitle"/>
          </p:nvPr>
        </p:nvSpPr>
        <p:spPr>
          <a:xfrm>
            <a:off x="720000" y="1543050"/>
            <a:ext cx="4294800" cy="28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7"/>
          <p:cNvSpPr/>
          <p:nvPr/>
        </p:nvSpPr>
        <p:spPr>
          <a:xfrm>
            <a:off x="5203425" y="-35875"/>
            <a:ext cx="3940500" cy="5213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 rot="10799680">
            <a:off x="5203429" y="22632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26" name="Google Shape;126;p7"/>
          <p:cNvSpPr/>
          <p:nvPr/>
        </p:nvSpPr>
        <p:spPr>
          <a:xfrm>
            <a:off x="6154900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type="title"/>
          </p:nvPr>
        </p:nvSpPr>
        <p:spPr>
          <a:xfrm>
            <a:off x="720000" y="539500"/>
            <a:ext cx="4508100" cy="13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7BB93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 rot="7802080">
            <a:off x="5238753" y="36136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6" name="Google Shape;136;p11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7" name="Google Shape;137;p11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8" name="Google Shape;138;p11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9" name="Google Shape;139;p11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140" name="Google Shape;140;p11"/>
          <p:cNvGrpSpPr/>
          <p:nvPr/>
        </p:nvGrpSpPr>
        <p:grpSpPr>
          <a:xfrm>
            <a:off x="8144346" y="4178365"/>
            <a:ext cx="572857" cy="573064"/>
            <a:chOff x="3601725" y="3116375"/>
            <a:chExt cx="253275" cy="253400"/>
          </a:xfrm>
        </p:grpSpPr>
        <p:sp>
          <p:nvSpPr>
            <p:cNvPr id="141" name="Google Shape;141;p11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11"/>
          <p:cNvGrpSpPr/>
          <p:nvPr/>
        </p:nvGrpSpPr>
        <p:grpSpPr>
          <a:xfrm rot="5400000">
            <a:off x="870474" y="-54062"/>
            <a:ext cx="416587" cy="977813"/>
            <a:chOff x="8555949" y="425163"/>
            <a:chExt cx="416587" cy="977813"/>
          </a:xfrm>
        </p:grpSpPr>
        <p:sp>
          <p:nvSpPr>
            <p:cNvPr id="151" name="Google Shape;151;p1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1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156" name="Google Shape;156;p1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0" name="Google Shape;160;p11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143862" y="168937"/>
            <a:ext cx="4856277" cy="480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>
            <p:ph hasCustomPrompt="1" type="title"/>
          </p:nvPr>
        </p:nvSpPr>
        <p:spPr>
          <a:xfrm>
            <a:off x="998550" y="1492198"/>
            <a:ext cx="7146900" cy="16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hasCustomPrompt="1" idx="2" type="title"/>
          </p:nvPr>
        </p:nvSpPr>
        <p:spPr>
          <a:xfrm>
            <a:off x="7200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/>
          <p:nvPr>
            <p:ph hasCustomPrompt="1" idx="3" type="title"/>
          </p:nvPr>
        </p:nvSpPr>
        <p:spPr>
          <a:xfrm>
            <a:off x="7200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/>
          <p:nvPr>
            <p:ph hasCustomPrompt="1" idx="4" type="title"/>
          </p:nvPr>
        </p:nvSpPr>
        <p:spPr>
          <a:xfrm>
            <a:off x="341925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hasCustomPrompt="1" idx="5" type="title"/>
          </p:nvPr>
        </p:nvSpPr>
        <p:spPr>
          <a:xfrm>
            <a:off x="341925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hasCustomPrompt="1" idx="6" type="title"/>
          </p:nvPr>
        </p:nvSpPr>
        <p:spPr>
          <a:xfrm>
            <a:off x="61185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7" type="title"/>
          </p:nvPr>
        </p:nvSpPr>
        <p:spPr>
          <a:xfrm>
            <a:off x="61185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idx="1" type="subTitle"/>
          </p:nvPr>
        </p:nvSpPr>
        <p:spPr>
          <a:xfrm>
            <a:off x="7200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13"/>
          <p:cNvSpPr txBox="1"/>
          <p:nvPr>
            <p:ph idx="8" type="subTitle"/>
          </p:nvPr>
        </p:nvSpPr>
        <p:spPr>
          <a:xfrm>
            <a:off x="341925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9" type="subTitle"/>
          </p:nvPr>
        </p:nvSpPr>
        <p:spPr>
          <a:xfrm>
            <a:off x="61185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13" type="subTitle"/>
          </p:nvPr>
        </p:nvSpPr>
        <p:spPr>
          <a:xfrm>
            <a:off x="7200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14" type="subTitle"/>
          </p:nvPr>
        </p:nvSpPr>
        <p:spPr>
          <a:xfrm>
            <a:off x="341925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15" type="subTitle"/>
          </p:nvPr>
        </p:nvSpPr>
        <p:spPr>
          <a:xfrm>
            <a:off x="61185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13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78" name="Google Shape;178;p13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79" name="Google Shape;179;p13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0" name="Google Shape;180;p13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1" name="Google Shape;181;p13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2" name="Google Shape;182;p13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13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186" name="Google Shape;186;p13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188" name="Google Shape;188;p13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13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13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91" name="Google Shape;191;p13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192" name="Google Shape;192;p1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3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197" name="Google Shape;197;p1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3557400" y="3100288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3" name="Google Shape;203;p14"/>
          <p:cNvSpPr txBox="1"/>
          <p:nvPr>
            <p:ph idx="1" type="subTitle"/>
          </p:nvPr>
        </p:nvSpPr>
        <p:spPr>
          <a:xfrm>
            <a:off x="1226400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bg>
      <p:bgPr>
        <a:solidFill>
          <a:schemeClr val="accen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type="title"/>
          </p:nvPr>
        </p:nvSpPr>
        <p:spPr>
          <a:xfrm>
            <a:off x="6198475" y="2398350"/>
            <a:ext cx="22323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15"/>
          <p:cNvSpPr txBox="1"/>
          <p:nvPr>
            <p:ph idx="1" type="subTitle"/>
          </p:nvPr>
        </p:nvSpPr>
        <p:spPr>
          <a:xfrm>
            <a:off x="6198475" y="3582000"/>
            <a:ext cx="22323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5"/>
          <p:cNvSpPr/>
          <p:nvPr/>
        </p:nvSpPr>
        <p:spPr>
          <a:xfrm rot="10799680">
            <a:off x="-385046" y="4604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08" name="Google Shape;208;p15"/>
          <p:cNvSpPr/>
          <p:nvPr/>
        </p:nvSpPr>
        <p:spPr>
          <a:xfrm>
            <a:off x="8299225" y="-1067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09" name="Google Shape;209;p15"/>
          <p:cNvSpPr/>
          <p:nvPr/>
        </p:nvSpPr>
        <p:spPr>
          <a:xfrm rot="10799680">
            <a:off x="5421629" y="-10651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0" name="Google Shape;210;p15"/>
          <p:cNvSpPr/>
          <p:nvPr/>
        </p:nvSpPr>
        <p:spPr>
          <a:xfrm rot="7850356">
            <a:off x="7845757" y="3364383"/>
            <a:ext cx="4195605" cy="200742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1" name="Google Shape;211;p15"/>
          <p:cNvSpPr/>
          <p:nvPr/>
        </p:nvSpPr>
        <p:spPr>
          <a:xfrm flipH="1">
            <a:off x="8794254" y="21245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 flipH="1">
            <a:off x="3222248" y="50391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 flipH="1">
            <a:off x="7224936" y="23371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>
            <p:ph type="title"/>
          </p:nvPr>
        </p:nvSpPr>
        <p:spPr>
          <a:xfrm>
            <a:off x="720000" y="445025"/>
            <a:ext cx="42948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6" name="Google Shape;216;p16"/>
          <p:cNvSpPr txBox="1"/>
          <p:nvPr>
            <p:ph idx="1" type="subTitle"/>
          </p:nvPr>
        </p:nvSpPr>
        <p:spPr>
          <a:xfrm>
            <a:off x="720000" y="1690350"/>
            <a:ext cx="42948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17" name="Google Shape;217;p16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9" name="Google Shape;219;p16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20" name="Google Shape;220;p16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 flipH="1">
            <a:off x="230498" y="3600388"/>
            <a:ext cx="416587" cy="596813"/>
            <a:chOff x="8555949" y="806163"/>
            <a:chExt cx="416587" cy="596813"/>
          </a:xfrm>
        </p:grpSpPr>
        <p:sp>
          <p:nvSpPr>
            <p:cNvPr id="222" name="Google Shape;222;p1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6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idx="1" type="body"/>
          </p:nvPr>
        </p:nvSpPr>
        <p:spPr>
          <a:xfrm>
            <a:off x="720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29" name="Google Shape;22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17"/>
          <p:cNvSpPr txBox="1"/>
          <p:nvPr>
            <p:ph idx="2" type="body"/>
          </p:nvPr>
        </p:nvSpPr>
        <p:spPr>
          <a:xfrm>
            <a:off x="4749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31" name="Google Shape;231;p17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2" name="Google Shape;232;p17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3" name="Google Shape;233;p17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4" name="Google Shape;234;p17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5" name="Google Shape;235;p17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6" name="Google Shape;236;p17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17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240" name="Google Shape;240;p17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1" name="Google Shape;241;p17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242" name="Google Shape;242;p17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" name="Google Shape;243;p17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17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45" name="Google Shape;245;p17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246" name="Google Shape;246;p1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17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251" name="Google Shape;251;p1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7" name="Google Shape;257;p18"/>
          <p:cNvSpPr txBox="1"/>
          <p:nvPr>
            <p:ph idx="1" type="subTitle"/>
          </p:nvPr>
        </p:nvSpPr>
        <p:spPr>
          <a:xfrm>
            <a:off x="93762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18"/>
          <p:cNvSpPr txBox="1"/>
          <p:nvPr>
            <p:ph idx="2" type="subTitle"/>
          </p:nvPr>
        </p:nvSpPr>
        <p:spPr>
          <a:xfrm>
            <a:off x="3484350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18"/>
          <p:cNvSpPr txBox="1"/>
          <p:nvPr>
            <p:ph idx="3" type="subTitle"/>
          </p:nvPr>
        </p:nvSpPr>
        <p:spPr>
          <a:xfrm>
            <a:off x="603107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18"/>
          <p:cNvSpPr txBox="1"/>
          <p:nvPr>
            <p:ph idx="4" type="subTitle"/>
          </p:nvPr>
        </p:nvSpPr>
        <p:spPr>
          <a:xfrm>
            <a:off x="93762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1" name="Google Shape;261;p18"/>
          <p:cNvSpPr txBox="1"/>
          <p:nvPr>
            <p:ph idx="5" type="subTitle"/>
          </p:nvPr>
        </p:nvSpPr>
        <p:spPr>
          <a:xfrm>
            <a:off x="3484350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6" type="subTitle"/>
          </p:nvPr>
        </p:nvSpPr>
        <p:spPr>
          <a:xfrm>
            <a:off x="603107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3" name="Google Shape;263;p18"/>
          <p:cNvSpPr/>
          <p:nvPr/>
        </p:nvSpPr>
        <p:spPr>
          <a:xfrm rot="-1526559">
            <a:off x="3115925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64" name="Google Shape;264;p18"/>
          <p:cNvSpPr/>
          <p:nvPr/>
        </p:nvSpPr>
        <p:spPr>
          <a:xfrm rot="3010588">
            <a:off x="8512253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65" name="Google Shape;265;p18"/>
          <p:cNvSpPr/>
          <p:nvPr/>
        </p:nvSpPr>
        <p:spPr>
          <a:xfrm>
            <a:off x="8571825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18"/>
          <p:cNvGrpSpPr/>
          <p:nvPr/>
        </p:nvGrpSpPr>
        <p:grpSpPr>
          <a:xfrm>
            <a:off x="107343" y="3811438"/>
            <a:ext cx="416587" cy="596813"/>
            <a:chOff x="8555949" y="806163"/>
            <a:chExt cx="416587" cy="596813"/>
          </a:xfrm>
        </p:grpSpPr>
        <p:sp>
          <p:nvSpPr>
            <p:cNvPr id="267" name="Google Shape;267;p1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18"/>
          <p:cNvSpPr/>
          <p:nvPr/>
        </p:nvSpPr>
        <p:spPr>
          <a:xfrm>
            <a:off x="8845851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-365762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 flipH="1" rot="-8100000">
            <a:off x="-524684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74" name="Google Shape;274;p18"/>
          <p:cNvSpPr/>
          <p:nvPr/>
        </p:nvSpPr>
        <p:spPr>
          <a:xfrm flipH="1" rot="1461625">
            <a:off x="-1229109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75" name="Google Shape;275;p18"/>
          <p:cNvSpPr/>
          <p:nvPr/>
        </p:nvSpPr>
        <p:spPr>
          <a:xfrm>
            <a:off x="2368413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 flipH="1">
            <a:off x="5508603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277" name="Google Shape;277;p18"/>
          <p:cNvGrpSpPr/>
          <p:nvPr/>
        </p:nvGrpSpPr>
        <p:grpSpPr>
          <a:xfrm>
            <a:off x="8429268" y="103300"/>
            <a:ext cx="400212" cy="418950"/>
            <a:chOff x="8555949" y="984025"/>
            <a:chExt cx="400212" cy="418950"/>
          </a:xfrm>
        </p:grpSpPr>
        <p:sp>
          <p:nvSpPr>
            <p:cNvPr id="278" name="Google Shape;278;p1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" name="Google Shape;281;p18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5" name="Google Shape;285;p19"/>
          <p:cNvSpPr txBox="1"/>
          <p:nvPr>
            <p:ph idx="1" type="subTitle"/>
          </p:nvPr>
        </p:nvSpPr>
        <p:spPr>
          <a:xfrm>
            <a:off x="715200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19"/>
          <p:cNvSpPr txBox="1"/>
          <p:nvPr>
            <p:ph idx="2" type="subTitle"/>
          </p:nvPr>
        </p:nvSpPr>
        <p:spPr>
          <a:xfrm>
            <a:off x="5916249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19"/>
          <p:cNvSpPr txBox="1"/>
          <p:nvPr>
            <p:ph idx="3" type="subTitle"/>
          </p:nvPr>
        </p:nvSpPr>
        <p:spPr>
          <a:xfrm>
            <a:off x="715200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4" type="subTitle"/>
          </p:nvPr>
        </p:nvSpPr>
        <p:spPr>
          <a:xfrm>
            <a:off x="5916249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19"/>
          <p:cNvSpPr txBox="1"/>
          <p:nvPr>
            <p:ph idx="5" type="subTitle"/>
          </p:nvPr>
        </p:nvSpPr>
        <p:spPr>
          <a:xfrm>
            <a:off x="715200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idx="6" type="subTitle"/>
          </p:nvPr>
        </p:nvSpPr>
        <p:spPr>
          <a:xfrm>
            <a:off x="715200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1" name="Google Shape;291;p19"/>
          <p:cNvSpPr txBox="1"/>
          <p:nvPr>
            <p:ph idx="7" type="subTitle"/>
          </p:nvPr>
        </p:nvSpPr>
        <p:spPr>
          <a:xfrm>
            <a:off x="5916225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19"/>
          <p:cNvSpPr txBox="1"/>
          <p:nvPr>
            <p:ph idx="8" type="subTitle"/>
          </p:nvPr>
        </p:nvSpPr>
        <p:spPr>
          <a:xfrm>
            <a:off x="5916225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3" name="Google Shape;293;p19"/>
          <p:cNvSpPr/>
          <p:nvPr/>
        </p:nvSpPr>
        <p:spPr>
          <a:xfrm flipH="1">
            <a:off x="-13569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4" name="Google Shape;294;p19"/>
          <p:cNvSpPr/>
          <p:nvPr/>
        </p:nvSpPr>
        <p:spPr>
          <a:xfrm flipH="1">
            <a:off x="8616488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5" name="Google Shape;295;p19"/>
          <p:cNvSpPr/>
          <p:nvPr/>
        </p:nvSpPr>
        <p:spPr>
          <a:xfrm flipH="1" rot="2700000">
            <a:off x="5495848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6" name="Google Shape;296;p19"/>
          <p:cNvSpPr/>
          <p:nvPr/>
        </p:nvSpPr>
        <p:spPr>
          <a:xfrm flipH="1" rot="-10799680">
            <a:off x="5118351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297" name="Google Shape;297;p19"/>
          <p:cNvGrpSpPr/>
          <p:nvPr/>
        </p:nvGrpSpPr>
        <p:grpSpPr>
          <a:xfrm>
            <a:off x="8458541" y="2362275"/>
            <a:ext cx="400212" cy="418950"/>
            <a:chOff x="8555949" y="984025"/>
            <a:chExt cx="400212" cy="418950"/>
          </a:xfrm>
        </p:grpSpPr>
        <p:sp>
          <p:nvSpPr>
            <p:cNvPr id="298" name="Google Shape;298;p1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19"/>
          <p:cNvGrpSpPr/>
          <p:nvPr/>
        </p:nvGrpSpPr>
        <p:grpSpPr>
          <a:xfrm>
            <a:off x="135941" y="4198750"/>
            <a:ext cx="416587" cy="596813"/>
            <a:chOff x="8555949" y="806163"/>
            <a:chExt cx="416587" cy="596813"/>
          </a:xfrm>
        </p:grpSpPr>
        <p:sp>
          <p:nvSpPr>
            <p:cNvPr id="302" name="Google Shape;302;p1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19"/>
          <p:cNvSpPr/>
          <p:nvPr/>
        </p:nvSpPr>
        <p:spPr>
          <a:xfrm flipH="1" rot="-7199939">
            <a:off x="1064415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72557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0"/>
          <p:cNvSpPr txBox="1"/>
          <p:nvPr>
            <p:ph idx="2" type="subTitle"/>
          </p:nvPr>
        </p:nvSpPr>
        <p:spPr>
          <a:xfrm>
            <a:off x="339482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0"/>
          <p:cNvSpPr txBox="1"/>
          <p:nvPr>
            <p:ph idx="3" type="subTitle"/>
          </p:nvPr>
        </p:nvSpPr>
        <p:spPr>
          <a:xfrm>
            <a:off x="72557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2" name="Google Shape;312;p20"/>
          <p:cNvSpPr txBox="1"/>
          <p:nvPr>
            <p:ph idx="4" type="subTitle"/>
          </p:nvPr>
        </p:nvSpPr>
        <p:spPr>
          <a:xfrm>
            <a:off x="339482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3" name="Google Shape;313;p20"/>
          <p:cNvSpPr txBox="1"/>
          <p:nvPr>
            <p:ph idx="5" type="subTitle"/>
          </p:nvPr>
        </p:nvSpPr>
        <p:spPr>
          <a:xfrm>
            <a:off x="6065271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4" name="Google Shape;314;p20"/>
          <p:cNvSpPr txBox="1"/>
          <p:nvPr>
            <p:ph idx="6" type="subTitle"/>
          </p:nvPr>
        </p:nvSpPr>
        <p:spPr>
          <a:xfrm>
            <a:off x="6065271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20"/>
          <p:cNvSpPr txBox="1"/>
          <p:nvPr>
            <p:ph idx="7" type="subTitle"/>
          </p:nvPr>
        </p:nvSpPr>
        <p:spPr>
          <a:xfrm>
            <a:off x="72557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6" name="Google Shape;316;p20"/>
          <p:cNvSpPr txBox="1"/>
          <p:nvPr>
            <p:ph idx="8" type="subTitle"/>
          </p:nvPr>
        </p:nvSpPr>
        <p:spPr>
          <a:xfrm>
            <a:off x="339482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7" name="Google Shape;317;p20"/>
          <p:cNvSpPr txBox="1"/>
          <p:nvPr>
            <p:ph idx="9" type="subTitle"/>
          </p:nvPr>
        </p:nvSpPr>
        <p:spPr>
          <a:xfrm>
            <a:off x="6065271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8" name="Google Shape;318;p20"/>
          <p:cNvSpPr txBox="1"/>
          <p:nvPr>
            <p:ph idx="13" type="subTitle"/>
          </p:nvPr>
        </p:nvSpPr>
        <p:spPr>
          <a:xfrm>
            <a:off x="72557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9" name="Google Shape;319;p20"/>
          <p:cNvSpPr txBox="1"/>
          <p:nvPr>
            <p:ph idx="14" type="subTitle"/>
          </p:nvPr>
        </p:nvSpPr>
        <p:spPr>
          <a:xfrm>
            <a:off x="339482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0" name="Google Shape;320;p20"/>
          <p:cNvSpPr txBox="1"/>
          <p:nvPr>
            <p:ph idx="15" type="subTitle"/>
          </p:nvPr>
        </p:nvSpPr>
        <p:spPr>
          <a:xfrm>
            <a:off x="6065271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1" name="Google Shape;321;p20"/>
          <p:cNvSpPr/>
          <p:nvPr/>
        </p:nvSpPr>
        <p:spPr>
          <a:xfrm rot="1095117">
            <a:off x="655092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22" name="Google Shape;322;p20"/>
          <p:cNvSpPr/>
          <p:nvPr/>
        </p:nvSpPr>
        <p:spPr>
          <a:xfrm>
            <a:off x="8657284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23" name="Google Shape;323;p20"/>
          <p:cNvSpPr/>
          <p:nvPr/>
        </p:nvSpPr>
        <p:spPr>
          <a:xfrm>
            <a:off x="8719040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" name="Google Shape;324;p20"/>
          <p:cNvGrpSpPr/>
          <p:nvPr/>
        </p:nvGrpSpPr>
        <p:grpSpPr>
          <a:xfrm>
            <a:off x="8547408" y="3600388"/>
            <a:ext cx="416587" cy="596813"/>
            <a:chOff x="8555949" y="806163"/>
            <a:chExt cx="416587" cy="596813"/>
          </a:xfrm>
        </p:grpSpPr>
        <p:sp>
          <p:nvSpPr>
            <p:cNvPr id="325" name="Google Shape;325;p2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0"/>
          <p:cNvSpPr/>
          <p:nvPr/>
        </p:nvSpPr>
        <p:spPr>
          <a:xfrm>
            <a:off x="-412710" y="19713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1580765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 flipH="1" rot="-5400000">
            <a:off x="-140983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32" name="Google Shape;332;p20"/>
          <p:cNvSpPr/>
          <p:nvPr/>
        </p:nvSpPr>
        <p:spPr>
          <a:xfrm flipH="1" rot="-10799680">
            <a:off x="5155618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33" name="Google Shape;333;p20"/>
          <p:cNvSpPr/>
          <p:nvPr/>
        </p:nvSpPr>
        <p:spPr>
          <a:xfrm flipH="1" rot="1461625">
            <a:off x="-1143644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34" name="Google Shape;334;p20"/>
          <p:cNvGrpSpPr/>
          <p:nvPr/>
        </p:nvGrpSpPr>
        <p:grpSpPr>
          <a:xfrm>
            <a:off x="68984" y="2716038"/>
            <a:ext cx="342461" cy="901613"/>
            <a:chOff x="8630075" y="806163"/>
            <a:chExt cx="342461" cy="901613"/>
          </a:xfrm>
        </p:grpSpPr>
        <p:sp>
          <p:nvSpPr>
            <p:cNvPr id="335" name="Google Shape;335;p2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8862861" y="16144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8708349" y="13436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20"/>
          <p:cNvSpPr/>
          <p:nvPr/>
        </p:nvSpPr>
        <p:spPr>
          <a:xfrm>
            <a:off x="3484190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7349528" y="4543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"/>
          <p:cNvSpPr txBox="1"/>
          <p:nvPr>
            <p:ph hasCustomPrompt="1" type="title"/>
          </p:nvPr>
        </p:nvSpPr>
        <p:spPr>
          <a:xfrm>
            <a:off x="798388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5" name="Google Shape;345;p21"/>
          <p:cNvSpPr txBox="1"/>
          <p:nvPr>
            <p:ph idx="1" type="subTitle"/>
          </p:nvPr>
        </p:nvSpPr>
        <p:spPr>
          <a:xfrm>
            <a:off x="798388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p21"/>
          <p:cNvSpPr txBox="1"/>
          <p:nvPr>
            <p:ph hasCustomPrompt="1" idx="2" type="title"/>
          </p:nvPr>
        </p:nvSpPr>
        <p:spPr>
          <a:xfrm>
            <a:off x="2825700" y="840714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7" name="Google Shape;347;p21"/>
          <p:cNvSpPr txBox="1"/>
          <p:nvPr>
            <p:ph idx="3" type="subTitle"/>
          </p:nvPr>
        </p:nvSpPr>
        <p:spPr>
          <a:xfrm>
            <a:off x="2825700" y="1615651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21"/>
          <p:cNvSpPr txBox="1"/>
          <p:nvPr>
            <p:ph hasCustomPrompt="1" idx="4" type="title"/>
          </p:nvPr>
        </p:nvSpPr>
        <p:spPr>
          <a:xfrm>
            <a:off x="4853013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9" name="Google Shape;349;p21"/>
          <p:cNvSpPr txBox="1"/>
          <p:nvPr>
            <p:ph idx="5" type="subTitle"/>
          </p:nvPr>
        </p:nvSpPr>
        <p:spPr>
          <a:xfrm>
            <a:off x="4853013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2" name="Google Shape;352;p22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5" name="Google Shape;355;p22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6" name="Google Shape;356;p22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7" name="Google Shape;357;p22"/>
          <p:cNvGrpSpPr/>
          <p:nvPr/>
        </p:nvGrpSpPr>
        <p:grpSpPr>
          <a:xfrm flipH="1">
            <a:off x="154298" y="3600388"/>
            <a:ext cx="416587" cy="596813"/>
            <a:chOff x="8555949" y="806163"/>
            <a:chExt cx="416587" cy="596813"/>
          </a:xfrm>
        </p:grpSpPr>
        <p:sp>
          <p:nvSpPr>
            <p:cNvPr id="358" name="Google Shape;358;p2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22"/>
          <p:cNvSpPr/>
          <p:nvPr/>
        </p:nvSpPr>
        <p:spPr>
          <a:xfrm flipH="1">
            <a:off x="8585109" y="11874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 flipH="1">
            <a:off x="6934534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65" name="Google Shape;365;p22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66" name="Google Shape;366;p22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67" name="Google Shape;367;p22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368" name="Google Shape;368;p2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22"/>
          <p:cNvSpPr/>
          <p:nvPr/>
        </p:nvSpPr>
        <p:spPr>
          <a:xfrm flipH="1">
            <a:off x="5031109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5" name="Google Shape;375;p23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6" name="Google Shape;376;p23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7" name="Google Shape;377;p23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8" name="Google Shape;378;p23"/>
          <p:cNvSpPr/>
          <p:nvPr/>
        </p:nvSpPr>
        <p:spPr>
          <a:xfrm rot="10799680">
            <a:off x="-175496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9" name="Google Shape;379;p23"/>
          <p:cNvSpPr/>
          <p:nvPr/>
        </p:nvSpPr>
        <p:spPr>
          <a:xfrm>
            <a:off x="1254027" y="2265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8743477" y="2621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6286757" y="2151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3747677" y="49961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23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385" name="Google Shape;385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23"/>
          <p:cNvGrpSpPr/>
          <p:nvPr/>
        </p:nvGrpSpPr>
        <p:grpSpPr>
          <a:xfrm flipH="1">
            <a:off x="279548" y="2362275"/>
            <a:ext cx="400212" cy="418950"/>
            <a:chOff x="8555949" y="984025"/>
            <a:chExt cx="400212" cy="418950"/>
          </a:xfrm>
        </p:grpSpPr>
        <p:sp>
          <p:nvSpPr>
            <p:cNvPr id="390" name="Google Shape;390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23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394" name="Google Shape;394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3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0" name="Google Shape;400;p23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401" name="Google Shape;401;p23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0" name="Google Shape;410;p23"/>
          <p:cNvSpPr/>
          <p:nvPr/>
        </p:nvSpPr>
        <p:spPr>
          <a:xfrm rot="7199939">
            <a:off x="5178812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3" name="Google Shape;413;p24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 flipH="1" rot="1526559">
            <a:off x="2093696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16" name="Google Shape;416;p24"/>
          <p:cNvSpPr/>
          <p:nvPr/>
        </p:nvSpPr>
        <p:spPr>
          <a:xfrm flipH="1" rot="-3010588">
            <a:off x="-1244841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17" name="Google Shape;417;p24"/>
          <p:cNvSpPr/>
          <p:nvPr/>
        </p:nvSpPr>
        <p:spPr>
          <a:xfrm flipH="1">
            <a:off x="120627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8" name="Google Shape;418;p24"/>
          <p:cNvGrpSpPr/>
          <p:nvPr/>
        </p:nvGrpSpPr>
        <p:grpSpPr>
          <a:xfrm flipH="1">
            <a:off x="8585098" y="3811438"/>
            <a:ext cx="416587" cy="596813"/>
            <a:chOff x="8555949" y="806163"/>
            <a:chExt cx="416587" cy="596813"/>
          </a:xfrm>
        </p:grpSpPr>
        <p:sp>
          <p:nvSpPr>
            <p:cNvPr id="419" name="Google Shape;419;p2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3" name="Google Shape;423;p24"/>
          <p:cNvSpPr/>
          <p:nvPr/>
        </p:nvSpPr>
        <p:spPr>
          <a:xfrm flipH="1">
            <a:off x="-416016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 flipH="1">
            <a:off x="8795596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 rot="8100000">
            <a:off x="7227843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26" name="Google Shape;426;p24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27" name="Google Shape;427;p24"/>
          <p:cNvSpPr/>
          <p:nvPr/>
        </p:nvSpPr>
        <p:spPr>
          <a:xfrm flipH="1">
            <a:off x="6061421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-514375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429" name="Google Shape;429;p24"/>
          <p:cNvGrpSpPr/>
          <p:nvPr/>
        </p:nvGrpSpPr>
        <p:grpSpPr>
          <a:xfrm flipH="1">
            <a:off x="279548" y="103300"/>
            <a:ext cx="400212" cy="418950"/>
            <a:chOff x="8555949" y="984025"/>
            <a:chExt cx="400212" cy="418950"/>
          </a:xfrm>
        </p:grpSpPr>
        <p:sp>
          <p:nvSpPr>
            <p:cNvPr id="430" name="Google Shape;430;p2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"/>
          <p:cNvSpPr/>
          <p:nvPr/>
        </p:nvSpPr>
        <p:spPr>
          <a:xfrm>
            <a:off x="4404281" y="-35875"/>
            <a:ext cx="47613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7671375" y="-358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36" name="Google Shape;436;p25"/>
          <p:cNvSpPr txBox="1"/>
          <p:nvPr>
            <p:ph type="title"/>
          </p:nvPr>
        </p:nvSpPr>
        <p:spPr>
          <a:xfrm>
            <a:off x="4531325" y="616225"/>
            <a:ext cx="38994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7" name="Google Shape;437;p25"/>
          <p:cNvSpPr txBox="1"/>
          <p:nvPr>
            <p:ph idx="1" type="subTitle"/>
          </p:nvPr>
        </p:nvSpPr>
        <p:spPr>
          <a:xfrm>
            <a:off x="4531331" y="1654884"/>
            <a:ext cx="3899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pic>
        <p:nvPicPr>
          <p:cNvPr id="438" name="Google Shape;438;p25"/>
          <p:cNvPicPr preferRelativeResize="0"/>
          <p:nvPr/>
        </p:nvPicPr>
        <p:blipFill rotWithShape="1">
          <a:blip r:embed="rId2">
            <a:alphaModFix/>
          </a:blip>
          <a:srcRect b="0" l="29442" r="8860" t="0"/>
          <a:stretch/>
        </p:blipFill>
        <p:spPr>
          <a:xfrm>
            <a:off x="-492000" y="-69600"/>
            <a:ext cx="4896276" cy="52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5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440" name="Google Shape;440;p25"/>
          <p:cNvGrpSpPr/>
          <p:nvPr/>
        </p:nvGrpSpPr>
        <p:grpSpPr>
          <a:xfrm flipH="1">
            <a:off x="593473" y="330025"/>
            <a:ext cx="400212" cy="418950"/>
            <a:chOff x="8555949" y="984025"/>
            <a:chExt cx="400212" cy="418950"/>
          </a:xfrm>
        </p:grpSpPr>
        <p:sp>
          <p:nvSpPr>
            <p:cNvPr id="441" name="Google Shape;441;p2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25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45" name="Google Shape;445;p25"/>
          <p:cNvSpPr/>
          <p:nvPr/>
        </p:nvSpPr>
        <p:spPr>
          <a:xfrm rot="10799680">
            <a:off x="-326646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46" name="Google Shape;446;p25"/>
          <p:cNvSpPr/>
          <p:nvPr/>
        </p:nvSpPr>
        <p:spPr>
          <a:xfrm rot="10799680">
            <a:off x="4078479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26"/>
          <p:cNvGrpSpPr/>
          <p:nvPr/>
        </p:nvGrpSpPr>
        <p:grpSpPr>
          <a:xfrm>
            <a:off x="2701389" y="736487"/>
            <a:ext cx="3741328" cy="3742870"/>
            <a:chOff x="3601725" y="3116375"/>
            <a:chExt cx="253275" cy="253400"/>
          </a:xfrm>
        </p:grpSpPr>
        <p:sp>
          <p:nvSpPr>
            <p:cNvPr id="449" name="Google Shape;449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D9DFF2">
                <a:alpha val="34520"/>
              </a:srgbClr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8" name="Google Shape;458;p26"/>
          <p:cNvSpPr/>
          <p:nvPr/>
        </p:nvSpPr>
        <p:spPr>
          <a:xfrm rot="7802080">
            <a:off x="5238753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59" name="Google Shape;459;p26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0" name="Google Shape;460;p26"/>
          <p:cNvSpPr/>
          <p:nvPr/>
        </p:nvSpPr>
        <p:spPr>
          <a:xfrm>
            <a:off x="-551050" y="627750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1" name="Google Shape;461;p26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2" name="Google Shape;462;p26"/>
          <p:cNvSpPr/>
          <p:nvPr/>
        </p:nvSpPr>
        <p:spPr>
          <a:xfrm rot="10799680">
            <a:off x="-130646" y="46314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3" name="Google Shape;463;p26"/>
          <p:cNvSpPr/>
          <p:nvPr/>
        </p:nvSpPr>
        <p:spPr>
          <a:xfrm>
            <a:off x="1039702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8865552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6442732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7369552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8" name="Google Shape;468;p26"/>
          <p:cNvGrpSpPr/>
          <p:nvPr/>
        </p:nvGrpSpPr>
        <p:grpSpPr>
          <a:xfrm flipH="1">
            <a:off x="8622323" y="1203763"/>
            <a:ext cx="416587" cy="596813"/>
            <a:chOff x="8555949" y="806163"/>
            <a:chExt cx="416587" cy="596813"/>
          </a:xfrm>
        </p:grpSpPr>
        <p:sp>
          <p:nvSpPr>
            <p:cNvPr id="469" name="Google Shape;469;p2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26"/>
          <p:cNvGrpSpPr/>
          <p:nvPr/>
        </p:nvGrpSpPr>
        <p:grpSpPr>
          <a:xfrm flipH="1">
            <a:off x="413323" y="1758575"/>
            <a:ext cx="400212" cy="418950"/>
            <a:chOff x="8555949" y="984025"/>
            <a:chExt cx="400212" cy="418950"/>
          </a:xfrm>
        </p:grpSpPr>
        <p:sp>
          <p:nvSpPr>
            <p:cNvPr id="474" name="Google Shape;474;p2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26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478" name="Google Shape;478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26"/>
          <p:cNvGrpSpPr/>
          <p:nvPr/>
        </p:nvGrpSpPr>
        <p:grpSpPr>
          <a:xfrm>
            <a:off x="280239" y="308647"/>
            <a:ext cx="461594" cy="461695"/>
            <a:chOff x="3601725" y="3116375"/>
            <a:chExt cx="253275" cy="253400"/>
          </a:xfrm>
        </p:grpSpPr>
        <p:sp>
          <p:nvSpPr>
            <p:cNvPr id="488" name="Google Shape;488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26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6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accent2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"/>
          <p:cNvSpPr/>
          <p:nvPr/>
        </p:nvSpPr>
        <p:spPr>
          <a:xfrm flipH="1" rot="-7802080">
            <a:off x="-219857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1" name="Google Shape;501;p27"/>
          <p:cNvSpPr/>
          <p:nvPr/>
        </p:nvSpPr>
        <p:spPr>
          <a:xfrm flipH="1">
            <a:off x="-12807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2" name="Google Shape;502;p27"/>
          <p:cNvSpPr/>
          <p:nvPr/>
        </p:nvSpPr>
        <p:spPr>
          <a:xfrm flipH="1">
            <a:off x="8692688" y="13642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3" name="Google Shape;503;p27"/>
          <p:cNvSpPr/>
          <p:nvPr/>
        </p:nvSpPr>
        <p:spPr>
          <a:xfrm flipH="1" rot="2700000">
            <a:off x="5107948" y="-1450221"/>
            <a:ext cx="2219058" cy="219019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4" name="Google Shape;504;p27"/>
          <p:cNvSpPr/>
          <p:nvPr/>
        </p:nvSpPr>
        <p:spPr>
          <a:xfrm flipH="1" rot="-10799680">
            <a:off x="6889388" y="349352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5" name="Google Shape;505;p27"/>
          <p:cNvSpPr/>
          <p:nvPr/>
        </p:nvSpPr>
        <p:spPr>
          <a:xfrm flipH="1">
            <a:off x="7585969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 flipH="1">
            <a:off x="-239881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7"/>
          <p:cNvSpPr/>
          <p:nvPr/>
        </p:nvSpPr>
        <p:spPr>
          <a:xfrm flipH="1">
            <a:off x="2092575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 flipH="1">
            <a:off x="875119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"/>
          <p:cNvSpPr/>
          <p:nvPr/>
        </p:nvSpPr>
        <p:spPr>
          <a:xfrm flipH="1">
            <a:off x="8199281" y="394369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0" name="Google Shape;510;p27"/>
          <p:cNvGrpSpPr/>
          <p:nvPr/>
        </p:nvGrpSpPr>
        <p:grpSpPr>
          <a:xfrm flipH="1" rot="-5400000">
            <a:off x="7927439" y="-54062"/>
            <a:ext cx="416587" cy="977813"/>
            <a:chOff x="8555949" y="425163"/>
            <a:chExt cx="416587" cy="977813"/>
          </a:xfrm>
        </p:grpSpPr>
        <p:sp>
          <p:nvSpPr>
            <p:cNvPr id="511" name="Google Shape;511;p2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7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27"/>
          <p:cNvGrpSpPr/>
          <p:nvPr/>
        </p:nvGrpSpPr>
        <p:grpSpPr>
          <a:xfrm flipH="1" rot="-5400000">
            <a:off x="-214005" y="4060144"/>
            <a:ext cx="1238412" cy="385925"/>
            <a:chOff x="8251149" y="734000"/>
            <a:chExt cx="1238412" cy="385925"/>
          </a:xfrm>
        </p:grpSpPr>
        <p:sp>
          <p:nvSpPr>
            <p:cNvPr id="516" name="Google Shape;516;p2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0" name="Google Shape;520;p27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7"/>
          <p:cNvSpPr/>
          <p:nvPr/>
        </p:nvSpPr>
        <p:spPr>
          <a:xfrm flipH="1">
            <a:off x="598169" y="803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5" name="Google Shape;525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6" name="Google Shape;526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7" name="Google Shape;527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8" name="Google Shape;528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TITLE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1" name="Google Shape;531;p29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32" name="Google Shape;532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3" name="Google Shape;533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4" name="Google Shape;534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2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7" name="Google Shape;53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8" name="Google Shape;5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 sz="1100"/>
            </a:lvl1pPr>
            <a:lvl2pPr lvl="1">
              <a:buNone/>
              <a:defRPr sz="1100"/>
            </a:lvl2pPr>
            <a:lvl3pPr lvl="2">
              <a:buNone/>
              <a:defRPr sz="1100"/>
            </a:lvl3pPr>
            <a:lvl4pPr lvl="3">
              <a:buNone/>
              <a:defRPr sz="1100"/>
            </a:lvl4pPr>
            <a:lvl5pPr lvl="4">
              <a:buNone/>
              <a:defRPr sz="1100"/>
            </a:lvl5pPr>
            <a:lvl6pPr lvl="5">
              <a:buNone/>
              <a:defRPr sz="1100"/>
            </a:lvl6pPr>
            <a:lvl7pPr lvl="6">
              <a:buNone/>
              <a:defRPr sz="1100"/>
            </a:lvl7pPr>
            <a:lvl8pPr lvl="7">
              <a:buNone/>
              <a:defRPr sz="1100"/>
            </a:lvl8pPr>
            <a:lvl9pPr lvl="8"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3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1" name="Google Shape;541;p3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2" name="Google Shape;542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3" name="Google Shape;543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4" name="Google Shape;544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3"/>
          <p:cNvSpPr/>
          <p:nvPr/>
        </p:nvSpPr>
        <p:spPr>
          <a:xfrm>
            <a:off x="6074000" y="-2888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0" name="Google Shape;550;p33"/>
          <p:cNvSpPr/>
          <p:nvPr/>
        </p:nvSpPr>
        <p:spPr>
          <a:xfrm>
            <a:off x="-442575" y="944975"/>
            <a:ext cx="620025" cy="1124375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1" name="Google Shape;551;p33"/>
          <p:cNvSpPr/>
          <p:nvPr/>
        </p:nvSpPr>
        <p:spPr>
          <a:xfrm rot="-2397370">
            <a:off x="3545248" y="-584398"/>
            <a:ext cx="1010520" cy="99737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2" name="Google Shape;552;p33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3" name="Google Shape;553;p33"/>
          <p:cNvSpPr txBox="1"/>
          <p:nvPr>
            <p:ph type="ctrTitle"/>
          </p:nvPr>
        </p:nvSpPr>
        <p:spPr>
          <a:xfrm>
            <a:off x="713214" y="985900"/>
            <a:ext cx="4147800" cy="250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4" name="Google Shape;554;p33"/>
          <p:cNvSpPr txBox="1"/>
          <p:nvPr>
            <p:ph idx="1" type="subTitle"/>
          </p:nvPr>
        </p:nvSpPr>
        <p:spPr>
          <a:xfrm>
            <a:off x="713214" y="3681825"/>
            <a:ext cx="4147800" cy="47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33"/>
          <p:cNvSpPr/>
          <p:nvPr/>
        </p:nvSpPr>
        <p:spPr>
          <a:xfrm flipH="1" rot="-10799680">
            <a:off x="7987179" y="31990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6" name="Google Shape;556;p33"/>
          <p:cNvSpPr txBox="1"/>
          <p:nvPr>
            <p:ph idx="2" type="subTitle"/>
          </p:nvPr>
        </p:nvSpPr>
        <p:spPr>
          <a:xfrm>
            <a:off x="2411400" y="3154200"/>
            <a:ext cx="4321200" cy="497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4"/>
          <p:cNvSpPr/>
          <p:nvPr/>
        </p:nvSpPr>
        <p:spPr>
          <a:xfrm>
            <a:off x="4385200" y="-35875"/>
            <a:ext cx="4758900" cy="5213100"/>
          </a:xfrm>
          <a:prstGeom prst="rect">
            <a:avLst/>
          </a:prstGeom>
          <a:solidFill>
            <a:srgbClr val="7BB930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4"/>
          <p:cNvSpPr txBox="1"/>
          <p:nvPr>
            <p:ph type="title"/>
          </p:nvPr>
        </p:nvSpPr>
        <p:spPr>
          <a:xfrm>
            <a:off x="4525925" y="2175900"/>
            <a:ext cx="3904800" cy="13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0" name="Google Shape;560;p34"/>
          <p:cNvSpPr txBox="1"/>
          <p:nvPr>
            <p:ph hasCustomPrompt="1" idx="2" type="title"/>
          </p:nvPr>
        </p:nvSpPr>
        <p:spPr>
          <a:xfrm>
            <a:off x="7059475" y="1154500"/>
            <a:ext cx="1371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1" name="Google Shape;561;p34"/>
          <p:cNvSpPr/>
          <p:nvPr/>
        </p:nvSpPr>
        <p:spPr>
          <a:xfrm rot="7802080">
            <a:off x="5238753" y="3521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62" name="Google Shape;562;p34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63" name="Google Shape;563;p34"/>
          <p:cNvSpPr/>
          <p:nvPr/>
        </p:nvSpPr>
        <p:spPr>
          <a:xfrm rot="-4238987">
            <a:off x="4532162" y="-506466"/>
            <a:ext cx="1119366" cy="110480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564" name="Google Shape;564;p34"/>
          <p:cNvGrpSpPr/>
          <p:nvPr/>
        </p:nvGrpSpPr>
        <p:grpSpPr>
          <a:xfrm rot="5400000">
            <a:off x="6674224" y="-129862"/>
            <a:ext cx="416587" cy="977813"/>
            <a:chOff x="8555949" y="425163"/>
            <a:chExt cx="416587" cy="977813"/>
          </a:xfrm>
        </p:grpSpPr>
        <p:sp>
          <p:nvSpPr>
            <p:cNvPr id="565" name="Google Shape;565;p3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9" name="Google Shape;569;p34"/>
          <p:cNvGrpSpPr/>
          <p:nvPr/>
        </p:nvGrpSpPr>
        <p:grpSpPr>
          <a:xfrm rot="5400000">
            <a:off x="8139343" y="4220094"/>
            <a:ext cx="1238412" cy="385925"/>
            <a:chOff x="8251149" y="734000"/>
            <a:chExt cx="1238412" cy="385925"/>
          </a:xfrm>
        </p:grpSpPr>
        <p:sp>
          <p:nvSpPr>
            <p:cNvPr id="570" name="Google Shape;570;p3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34"/>
          <p:cNvSpPr/>
          <p:nvPr/>
        </p:nvSpPr>
        <p:spPr>
          <a:xfrm flipH="1" rot="-10799680">
            <a:off x="193005" y="39365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75" name="Google Shape;575;p34"/>
          <p:cNvSpPr/>
          <p:nvPr/>
        </p:nvSpPr>
        <p:spPr>
          <a:xfrm flipH="1">
            <a:off x="-493158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576" name="Google Shape;576;p34"/>
          <p:cNvGrpSpPr/>
          <p:nvPr/>
        </p:nvGrpSpPr>
        <p:grpSpPr>
          <a:xfrm rot="5400000">
            <a:off x="137099" y="469700"/>
            <a:ext cx="568987" cy="596813"/>
            <a:chOff x="8555949" y="806163"/>
            <a:chExt cx="568987" cy="596813"/>
          </a:xfrm>
        </p:grpSpPr>
        <p:sp>
          <p:nvSpPr>
            <p:cNvPr id="577" name="Google Shape;577;p3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 cap="flat" cmpd="sng" w="9525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5"/>
          <p:cNvSpPr/>
          <p:nvPr>
            <p:ph idx="2" type="pic"/>
          </p:nvPr>
        </p:nvSpPr>
        <p:spPr>
          <a:xfrm>
            <a:off x="5813325" y="-75687"/>
            <a:ext cx="4107300" cy="52950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35"/>
          <p:cNvSpPr/>
          <p:nvPr/>
        </p:nvSpPr>
        <p:spPr>
          <a:xfrm>
            <a:off x="-71775" y="-35875"/>
            <a:ext cx="58851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5"/>
          <p:cNvSpPr/>
          <p:nvPr/>
        </p:nvSpPr>
        <p:spPr>
          <a:xfrm rot="10799680">
            <a:off x="-574246" y="43206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85" name="Google Shape;585;p35"/>
          <p:cNvSpPr/>
          <p:nvPr/>
        </p:nvSpPr>
        <p:spPr>
          <a:xfrm rot="-2700226">
            <a:off x="-373517" y="-1266334"/>
            <a:ext cx="4195301" cy="200716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86" name="Google Shape;586;p35"/>
          <p:cNvSpPr/>
          <p:nvPr/>
        </p:nvSpPr>
        <p:spPr>
          <a:xfrm>
            <a:off x="5119550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87" name="Google Shape;587;p35">
            <a:hlinkClick action="ppaction://hlinkshowjump?jump=nextslide"/>
          </p:cNvPr>
          <p:cNvSpPr/>
          <p:nvPr/>
        </p:nvSpPr>
        <p:spPr>
          <a:xfrm>
            <a:off x="265001" y="4781610"/>
            <a:ext cx="210600" cy="210600"/>
          </a:xfrm>
          <a:prstGeom prst="ellipse">
            <a:avLst/>
          </a:prstGeom>
          <a:solidFill>
            <a:srgbClr val="52AF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35"/>
          <p:cNvGrpSpPr/>
          <p:nvPr/>
        </p:nvGrpSpPr>
        <p:grpSpPr>
          <a:xfrm>
            <a:off x="297143" y="4836077"/>
            <a:ext cx="146328" cy="101338"/>
            <a:chOff x="-797260" y="3184175"/>
            <a:chExt cx="502500" cy="348000"/>
          </a:xfrm>
        </p:grpSpPr>
        <p:cxnSp>
          <p:nvCxnSpPr>
            <p:cNvPr id="589" name="Google Shape;589;p35"/>
            <p:cNvCxnSpPr/>
            <p:nvPr/>
          </p:nvCxnSpPr>
          <p:spPr>
            <a:xfrm>
              <a:off x="-797260" y="3361225"/>
              <a:ext cx="502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35"/>
            <p:cNvCxnSpPr/>
            <p:nvPr/>
          </p:nvCxnSpPr>
          <p:spPr>
            <a:xfrm>
              <a:off x="-471875" y="3184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35"/>
            <p:cNvCxnSpPr/>
            <p:nvPr/>
          </p:nvCxnSpPr>
          <p:spPr>
            <a:xfrm flipH="1" rot="10800000">
              <a:off x="-471875" y="3358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2" name="Google Shape;592;p35"/>
          <p:cNvGrpSpPr/>
          <p:nvPr/>
        </p:nvGrpSpPr>
        <p:grpSpPr>
          <a:xfrm rot="5400000">
            <a:off x="4847243" y="3991494"/>
            <a:ext cx="1238412" cy="385925"/>
            <a:chOff x="8251149" y="734000"/>
            <a:chExt cx="1238412" cy="385925"/>
          </a:xfrm>
        </p:grpSpPr>
        <p:sp>
          <p:nvSpPr>
            <p:cNvPr id="593" name="Google Shape;593;p3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5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5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7" name="Google Shape;597;p35"/>
          <p:cNvSpPr txBox="1"/>
          <p:nvPr>
            <p:ph type="title"/>
          </p:nvPr>
        </p:nvSpPr>
        <p:spPr>
          <a:xfrm>
            <a:off x="720000" y="445025"/>
            <a:ext cx="44835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8" name="Google Shape;598;p35"/>
          <p:cNvSpPr txBox="1"/>
          <p:nvPr>
            <p:ph idx="1" type="body"/>
          </p:nvPr>
        </p:nvSpPr>
        <p:spPr>
          <a:xfrm>
            <a:off x="720000" y="1997600"/>
            <a:ext cx="4124400" cy="26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AutoNum type="arabicPeriod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1" name="Google Shape;601;p36"/>
          <p:cNvSpPr txBox="1"/>
          <p:nvPr>
            <p:ph idx="1" type="subTitle"/>
          </p:nvPr>
        </p:nvSpPr>
        <p:spPr>
          <a:xfrm>
            <a:off x="5064212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2" name="Google Shape;602;p36"/>
          <p:cNvSpPr txBox="1"/>
          <p:nvPr>
            <p:ph idx="2" type="subTitle"/>
          </p:nvPr>
        </p:nvSpPr>
        <p:spPr>
          <a:xfrm>
            <a:off x="1033587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3" name="Google Shape;603;p36"/>
          <p:cNvSpPr txBox="1"/>
          <p:nvPr>
            <p:ph idx="3" type="subTitle"/>
          </p:nvPr>
        </p:nvSpPr>
        <p:spPr>
          <a:xfrm>
            <a:off x="1033587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4" name="Google Shape;604;p36"/>
          <p:cNvSpPr txBox="1"/>
          <p:nvPr>
            <p:ph idx="4" type="subTitle"/>
          </p:nvPr>
        </p:nvSpPr>
        <p:spPr>
          <a:xfrm>
            <a:off x="5064213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5" name="Google Shape;605;p36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6" name="Google Shape;606;p36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7" name="Google Shape;607;p36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8" name="Google Shape;608;p36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9" name="Google Shape;609;p36"/>
          <p:cNvSpPr/>
          <p:nvPr/>
        </p:nvSpPr>
        <p:spPr>
          <a:xfrm rot="-2499097">
            <a:off x="-630975" y="-879433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10" name="Google Shape;610;p36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6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6"/>
          <p:cNvSpPr/>
          <p:nvPr/>
        </p:nvSpPr>
        <p:spPr>
          <a:xfrm>
            <a:off x="8214107" y="4542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6"/>
          <p:cNvSpPr/>
          <p:nvPr/>
        </p:nvSpPr>
        <p:spPr>
          <a:xfrm>
            <a:off x="2350782" y="1268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6"/>
          <p:cNvSpPr/>
          <p:nvPr/>
        </p:nvSpPr>
        <p:spPr>
          <a:xfrm>
            <a:off x="8464807" y="3242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6"/>
          <p:cNvSpPr/>
          <p:nvPr/>
        </p:nvSpPr>
        <p:spPr>
          <a:xfrm>
            <a:off x="2441007" y="48161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6"/>
          <p:cNvSpPr/>
          <p:nvPr/>
        </p:nvSpPr>
        <p:spPr>
          <a:xfrm>
            <a:off x="-364043" y="24292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7" name="Google Shape;617;p36"/>
          <p:cNvGrpSpPr/>
          <p:nvPr/>
        </p:nvGrpSpPr>
        <p:grpSpPr>
          <a:xfrm>
            <a:off x="8555949" y="806163"/>
            <a:ext cx="416587" cy="596813"/>
            <a:chOff x="8555949" y="806163"/>
            <a:chExt cx="416587" cy="596813"/>
          </a:xfrm>
        </p:grpSpPr>
        <p:sp>
          <p:nvSpPr>
            <p:cNvPr id="618" name="Google Shape;618;p3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2" name="Google Shape;622;p36"/>
          <p:cNvGrpSpPr/>
          <p:nvPr/>
        </p:nvGrpSpPr>
        <p:grpSpPr>
          <a:xfrm rot="5400000">
            <a:off x="137099" y="3885763"/>
            <a:ext cx="568987" cy="596813"/>
            <a:chOff x="8555949" y="806163"/>
            <a:chExt cx="568987" cy="596813"/>
          </a:xfrm>
        </p:grpSpPr>
        <p:sp>
          <p:nvSpPr>
            <p:cNvPr id="623" name="Google Shape;623;p3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9" name="Google Shape;629;p37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30" name="Google Shape;630;p37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31" name="Google Shape;631;p37"/>
          <p:cNvSpPr/>
          <p:nvPr/>
        </p:nvSpPr>
        <p:spPr>
          <a:xfrm>
            <a:off x="-299350" y="-370825"/>
            <a:ext cx="1019350" cy="1339700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32" name="Google Shape;632;p37"/>
          <p:cNvSpPr/>
          <p:nvPr/>
        </p:nvSpPr>
        <p:spPr>
          <a:xfrm rot="10061061">
            <a:off x="8561918" y="4386800"/>
            <a:ext cx="1019363" cy="1339717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633" name="Google Shape;633;p37"/>
          <p:cNvGrpSpPr/>
          <p:nvPr/>
        </p:nvGrpSpPr>
        <p:grpSpPr>
          <a:xfrm>
            <a:off x="8402289" y="308647"/>
            <a:ext cx="461594" cy="461695"/>
            <a:chOff x="3601725" y="3116375"/>
            <a:chExt cx="253275" cy="253400"/>
          </a:xfrm>
        </p:grpSpPr>
        <p:sp>
          <p:nvSpPr>
            <p:cNvPr id="634" name="Google Shape;634;p3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3" name="Google Shape;643;p37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644" name="Google Shape;644;p37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5" name="Google Shape;645;p37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646" name="Google Shape;646;p37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37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" name="Google Shape;648;p37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7BB930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8"/>
          <p:cNvSpPr/>
          <p:nvPr/>
        </p:nvSpPr>
        <p:spPr>
          <a:xfrm flipH="1" rot="-8387282">
            <a:off x="-19816" y="3600341"/>
            <a:ext cx="4195327" cy="200719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51" name="Google Shape;651;p38"/>
          <p:cNvSpPr/>
          <p:nvPr/>
        </p:nvSpPr>
        <p:spPr>
          <a:xfrm>
            <a:off x="1303950" y="-14209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652" name="Google Shape;652;p38"/>
          <p:cNvGrpSpPr/>
          <p:nvPr/>
        </p:nvGrpSpPr>
        <p:grpSpPr>
          <a:xfrm>
            <a:off x="140920" y="285789"/>
            <a:ext cx="305816" cy="438180"/>
            <a:chOff x="8555949" y="806163"/>
            <a:chExt cx="416587" cy="596813"/>
          </a:xfrm>
        </p:grpSpPr>
        <p:sp>
          <p:nvSpPr>
            <p:cNvPr id="653" name="Google Shape;653;p3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8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38"/>
          <p:cNvGrpSpPr/>
          <p:nvPr/>
        </p:nvGrpSpPr>
        <p:grpSpPr>
          <a:xfrm rot="5400000">
            <a:off x="428737" y="4305600"/>
            <a:ext cx="568987" cy="596813"/>
            <a:chOff x="8555949" y="806163"/>
            <a:chExt cx="568987" cy="596813"/>
          </a:xfrm>
        </p:grpSpPr>
        <p:sp>
          <p:nvSpPr>
            <p:cNvPr id="658" name="Google Shape;658;p3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2" name="Google Shape;662;p38"/>
          <p:cNvSpPr txBox="1"/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1" type="subTitle"/>
          </p:nvPr>
        </p:nvSpPr>
        <p:spPr>
          <a:xfrm>
            <a:off x="720000" y="1543050"/>
            <a:ext cx="4294800" cy="28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38"/>
          <p:cNvSpPr/>
          <p:nvPr/>
        </p:nvSpPr>
        <p:spPr>
          <a:xfrm>
            <a:off x="5203425" y="-35875"/>
            <a:ext cx="3940500" cy="5213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8"/>
          <p:cNvSpPr/>
          <p:nvPr/>
        </p:nvSpPr>
        <p:spPr>
          <a:xfrm rot="10799680">
            <a:off x="5203429" y="22632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66" name="Google Shape;666;p38"/>
          <p:cNvSpPr/>
          <p:nvPr/>
        </p:nvSpPr>
        <p:spPr>
          <a:xfrm>
            <a:off x="6154900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9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0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1" name="Google Shape;671;p40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1"/>
          <p:cNvSpPr txBox="1"/>
          <p:nvPr>
            <p:ph type="title"/>
          </p:nvPr>
        </p:nvSpPr>
        <p:spPr>
          <a:xfrm>
            <a:off x="720000" y="539500"/>
            <a:ext cx="4508100" cy="13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7BB930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2"/>
          <p:cNvSpPr/>
          <p:nvPr/>
        </p:nvSpPr>
        <p:spPr>
          <a:xfrm rot="7802080">
            <a:off x="5238753" y="36136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6" name="Google Shape;676;p42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7" name="Google Shape;677;p42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8" name="Google Shape;678;p42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9" name="Google Shape;679;p42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680" name="Google Shape;680;p42"/>
          <p:cNvGrpSpPr/>
          <p:nvPr/>
        </p:nvGrpSpPr>
        <p:grpSpPr>
          <a:xfrm>
            <a:off x="8144346" y="4178365"/>
            <a:ext cx="572857" cy="573064"/>
            <a:chOff x="3601725" y="3116375"/>
            <a:chExt cx="253275" cy="253400"/>
          </a:xfrm>
        </p:grpSpPr>
        <p:sp>
          <p:nvSpPr>
            <p:cNvPr id="681" name="Google Shape;681;p42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2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2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2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2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2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2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2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2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42"/>
          <p:cNvGrpSpPr/>
          <p:nvPr/>
        </p:nvGrpSpPr>
        <p:grpSpPr>
          <a:xfrm rot="5400000">
            <a:off x="870474" y="-54062"/>
            <a:ext cx="416587" cy="977813"/>
            <a:chOff x="8555949" y="425163"/>
            <a:chExt cx="416587" cy="977813"/>
          </a:xfrm>
        </p:grpSpPr>
        <p:sp>
          <p:nvSpPr>
            <p:cNvPr id="691" name="Google Shape;691;p4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2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42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696" name="Google Shape;696;p4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00" name="Google Shape;700;p42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143862" y="168937"/>
            <a:ext cx="4856277" cy="4805626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2"/>
          <p:cNvSpPr txBox="1"/>
          <p:nvPr>
            <p:ph hasCustomPrompt="1" type="title"/>
          </p:nvPr>
        </p:nvSpPr>
        <p:spPr>
          <a:xfrm>
            <a:off x="998550" y="1492198"/>
            <a:ext cx="7146900" cy="16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5" name="Google Shape;705;p44"/>
          <p:cNvSpPr txBox="1"/>
          <p:nvPr>
            <p:ph hasCustomPrompt="1" idx="2" type="title"/>
          </p:nvPr>
        </p:nvSpPr>
        <p:spPr>
          <a:xfrm>
            <a:off x="7200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6" name="Google Shape;706;p44"/>
          <p:cNvSpPr txBox="1"/>
          <p:nvPr>
            <p:ph hasCustomPrompt="1" idx="3" type="title"/>
          </p:nvPr>
        </p:nvSpPr>
        <p:spPr>
          <a:xfrm>
            <a:off x="7200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7" name="Google Shape;707;p44"/>
          <p:cNvSpPr txBox="1"/>
          <p:nvPr>
            <p:ph hasCustomPrompt="1" idx="4" type="title"/>
          </p:nvPr>
        </p:nvSpPr>
        <p:spPr>
          <a:xfrm>
            <a:off x="341925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8" name="Google Shape;708;p44"/>
          <p:cNvSpPr txBox="1"/>
          <p:nvPr>
            <p:ph hasCustomPrompt="1" idx="5" type="title"/>
          </p:nvPr>
        </p:nvSpPr>
        <p:spPr>
          <a:xfrm>
            <a:off x="341925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44"/>
          <p:cNvSpPr txBox="1"/>
          <p:nvPr>
            <p:ph hasCustomPrompt="1" idx="6" type="title"/>
          </p:nvPr>
        </p:nvSpPr>
        <p:spPr>
          <a:xfrm>
            <a:off x="61185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44"/>
          <p:cNvSpPr txBox="1"/>
          <p:nvPr>
            <p:ph hasCustomPrompt="1" idx="7" type="title"/>
          </p:nvPr>
        </p:nvSpPr>
        <p:spPr>
          <a:xfrm>
            <a:off x="61185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44"/>
          <p:cNvSpPr txBox="1"/>
          <p:nvPr>
            <p:ph idx="1" type="subTitle"/>
          </p:nvPr>
        </p:nvSpPr>
        <p:spPr>
          <a:xfrm>
            <a:off x="7200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2" name="Google Shape;712;p44"/>
          <p:cNvSpPr txBox="1"/>
          <p:nvPr>
            <p:ph idx="8" type="subTitle"/>
          </p:nvPr>
        </p:nvSpPr>
        <p:spPr>
          <a:xfrm>
            <a:off x="341925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3" name="Google Shape;713;p44"/>
          <p:cNvSpPr txBox="1"/>
          <p:nvPr>
            <p:ph idx="9" type="subTitle"/>
          </p:nvPr>
        </p:nvSpPr>
        <p:spPr>
          <a:xfrm>
            <a:off x="61185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4" name="Google Shape;714;p44"/>
          <p:cNvSpPr txBox="1"/>
          <p:nvPr>
            <p:ph idx="13" type="subTitle"/>
          </p:nvPr>
        </p:nvSpPr>
        <p:spPr>
          <a:xfrm>
            <a:off x="7200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5" name="Google Shape;715;p44"/>
          <p:cNvSpPr txBox="1"/>
          <p:nvPr>
            <p:ph idx="14" type="subTitle"/>
          </p:nvPr>
        </p:nvSpPr>
        <p:spPr>
          <a:xfrm>
            <a:off x="341925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6" name="Google Shape;716;p44"/>
          <p:cNvSpPr txBox="1"/>
          <p:nvPr>
            <p:ph idx="15" type="subTitle"/>
          </p:nvPr>
        </p:nvSpPr>
        <p:spPr>
          <a:xfrm>
            <a:off x="61185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7" name="Google Shape;717;p44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18" name="Google Shape;718;p44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19" name="Google Shape;719;p44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20" name="Google Shape;720;p44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21" name="Google Shape;721;p44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22" name="Google Shape;722;p44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4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4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5" name="Google Shape;725;p44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726" name="Google Shape;726;p44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7" name="Google Shape;727;p44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728" name="Google Shape;728;p44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44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44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31" name="Google Shape;731;p44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732" name="Google Shape;732;p4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44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737" name="Google Shape;737;p4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5"/>
          <p:cNvSpPr txBox="1"/>
          <p:nvPr>
            <p:ph type="title"/>
          </p:nvPr>
        </p:nvSpPr>
        <p:spPr>
          <a:xfrm>
            <a:off x="3557400" y="3100288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3" name="Google Shape;743;p45"/>
          <p:cNvSpPr txBox="1"/>
          <p:nvPr>
            <p:ph idx="1" type="subTitle"/>
          </p:nvPr>
        </p:nvSpPr>
        <p:spPr>
          <a:xfrm>
            <a:off x="1226400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bg>
      <p:bgPr>
        <a:solidFill>
          <a:schemeClr val="accent2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"/>
          <p:cNvSpPr txBox="1"/>
          <p:nvPr>
            <p:ph type="title"/>
          </p:nvPr>
        </p:nvSpPr>
        <p:spPr>
          <a:xfrm>
            <a:off x="6198475" y="2398350"/>
            <a:ext cx="22323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6" name="Google Shape;746;p46"/>
          <p:cNvSpPr txBox="1"/>
          <p:nvPr>
            <p:ph idx="1" type="subTitle"/>
          </p:nvPr>
        </p:nvSpPr>
        <p:spPr>
          <a:xfrm>
            <a:off x="6198475" y="3582000"/>
            <a:ext cx="22323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47" name="Google Shape;747;p46"/>
          <p:cNvSpPr/>
          <p:nvPr/>
        </p:nvSpPr>
        <p:spPr>
          <a:xfrm rot="10799680">
            <a:off x="-385046" y="4604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48" name="Google Shape;748;p46"/>
          <p:cNvSpPr/>
          <p:nvPr/>
        </p:nvSpPr>
        <p:spPr>
          <a:xfrm>
            <a:off x="8299225" y="-1067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49" name="Google Shape;749;p46"/>
          <p:cNvSpPr/>
          <p:nvPr/>
        </p:nvSpPr>
        <p:spPr>
          <a:xfrm rot="10799680">
            <a:off x="5421629" y="-10651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50" name="Google Shape;750;p46"/>
          <p:cNvSpPr/>
          <p:nvPr/>
        </p:nvSpPr>
        <p:spPr>
          <a:xfrm rot="7850356">
            <a:off x="7845757" y="3364383"/>
            <a:ext cx="4195605" cy="200742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51" name="Google Shape;751;p46"/>
          <p:cNvSpPr/>
          <p:nvPr/>
        </p:nvSpPr>
        <p:spPr>
          <a:xfrm flipH="1">
            <a:off x="8794254" y="21245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6"/>
          <p:cNvSpPr/>
          <p:nvPr/>
        </p:nvSpPr>
        <p:spPr>
          <a:xfrm flipH="1">
            <a:off x="3222248" y="50391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6"/>
          <p:cNvSpPr/>
          <p:nvPr/>
        </p:nvSpPr>
        <p:spPr>
          <a:xfrm flipH="1">
            <a:off x="7224936" y="23371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7"/>
          <p:cNvSpPr txBox="1"/>
          <p:nvPr>
            <p:ph type="title"/>
          </p:nvPr>
        </p:nvSpPr>
        <p:spPr>
          <a:xfrm>
            <a:off x="720000" y="445025"/>
            <a:ext cx="42948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6" name="Google Shape;756;p47"/>
          <p:cNvSpPr txBox="1"/>
          <p:nvPr>
            <p:ph idx="1" type="subTitle"/>
          </p:nvPr>
        </p:nvSpPr>
        <p:spPr>
          <a:xfrm>
            <a:off x="720000" y="1690350"/>
            <a:ext cx="42948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757" name="Google Shape;757;p47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7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59" name="Google Shape;759;p47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60" name="Google Shape;760;p47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1" name="Google Shape;761;p47"/>
          <p:cNvGrpSpPr/>
          <p:nvPr/>
        </p:nvGrpSpPr>
        <p:grpSpPr>
          <a:xfrm flipH="1">
            <a:off x="230498" y="3600388"/>
            <a:ext cx="416587" cy="596813"/>
            <a:chOff x="8555949" y="806163"/>
            <a:chExt cx="416587" cy="596813"/>
          </a:xfrm>
        </p:grpSpPr>
        <p:sp>
          <p:nvSpPr>
            <p:cNvPr id="762" name="Google Shape;762;p4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6" name="Google Shape;766;p47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8"/>
          <p:cNvSpPr txBox="1"/>
          <p:nvPr>
            <p:ph idx="1" type="body"/>
          </p:nvPr>
        </p:nvSpPr>
        <p:spPr>
          <a:xfrm>
            <a:off x="720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769" name="Google Shape;769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0" name="Google Shape;770;p48"/>
          <p:cNvSpPr txBox="1"/>
          <p:nvPr>
            <p:ph idx="2" type="body"/>
          </p:nvPr>
        </p:nvSpPr>
        <p:spPr>
          <a:xfrm>
            <a:off x="4749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771" name="Google Shape;771;p48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2" name="Google Shape;772;p48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3" name="Google Shape;773;p48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4" name="Google Shape;774;p48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5" name="Google Shape;775;p48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6" name="Google Shape;776;p48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8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8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9" name="Google Shape;779;p48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780" name="Google Shape;780;p48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1" name="Google Shape;781;p48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782" name="Google Shape;782;p48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3" name="Google Shape;783;p48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" name="Google Shape;784;p48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85" name="Google Shape;785;p48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786" name="Google Shape;786;p4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48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791" name="Google Shape;791;p4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8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8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7" name="Google Shape;797;p49"/>
          <p:cNvSpPr txBox="1"/>
          <p:nvPr>
            <p:ph idx="1" type="subTitle"/>
          </p:nvPr>
        </p:nvSpPr>
        <p:spPr>
          <a:xfrm>
            <a:off x="93762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98" name="Google Shape;798;p49"/>
          <p:cNvSpPr txBox="1"/>
          <p:nvPr>
            <p:ph idx="2" type="subTitle"/>
          </p:nvPr>
        </p:nvSpPr>
        <p:spPr>
          <a:xfrm>
            <a:off x="3484350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99" name="Google Shape;799;p49"/>
          <p:cNvSpPr txBox="1"/>
          <p:nvPr>
            <p:ph idx="3" type="subTitle"/>
          </p:nvPr>
        </p:nvSpPr>
        <p:spPr>
          <a:xfrm>
            <a:off x="603107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00" name="Google Shape;800;p49"/>
          <p:cNvSpPr txBox="1"/>
          <p:nvPr>
            <p:ph idx="4" type="subTitle"/>
          </p:nvPr>
        </p:nvSpPr>
        <p:spPr>
          <a:xfrm>
            <a:off x="93762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1" name="Google Shape;801;p49"/>
          <p:cNvSpPr txBox="1"/>
          <p:nvPr>
            <p:ph idx="5" type="subTitle"/>
          </p:nvPr>
        </p:nvSpPr>
        <p:spPr>
          <a:xfrm>
            <a:off x="3484350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2" name="Google Shape;802;p49"/>
          <p:cNvSpPr txBox="1"/>
          <p:nvPr>
            <p:ph idx="6" type="subTitle"/>
          </p:nvPr>
        </p:nvSpPr>
        <p:spPr>
          <a:xfrm>
            <a:off x="603107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3" name="Google Shape;803;p49"/>
          <p:cNvSpPr/>
          <p:nvPr/>
        </p:nvSpPr>
        <p:spPr>
          <a:xfrm rot="-1526559">
            <a:off x="3115925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04" name="Google Shape;804;p49"/>
          <p:cNvSpPr/>
          <p:nvPr/>
        </p:nvSpPr>
        <p:spPr>
          <a:xfrm rot="3010588">
            <a:off x="8512253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05" name="Google Shape;805;p49"/>
          <p:cNvSpPr/>
          <p:nvPr/>
        </p:nvSpPr>
        <p:spPr>
          <a:xfrm>
            <a:off x="8571825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6" name="Google Shape;806;p49"/>
          <p:cNvGrpSpPr/>
          <p:nvPr/>
        </p:nvGrpSpPr>
        <p:grpSpPr>
          <a:xfrm>
            <a:off x="107343" y="3811438"/>
            <a:ext cx="416587" cy="596813"/>
            <a:chOff x="8555949" y="806163"/>
            <a:chExt cx="416587" cy="596813"/>
          </a:xfrm>
        </p:grpSpPr>
        <p:sp>
          <p:nvSpPr>
            <p:cNvPr id="807" name="Google Shape;807;p4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9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1" name="Google Shape;811;p49"/>
          <p:cNvSpPr/>
          <p:nvPr/>
        </p:nvSpPr>
        <p:spPr>
          <a:xfrm>
            <a:off x="8845851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49"/>
          <p:cNvSpPr/>
          <p:nvPr/>
        </p:nvSpPr>
        <p:spPr>
          <a:xfrm>
            <a:off x="-365762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9"/>
          <p:cNvSpPr/>
          <p:nvPr/>
        </p:nvSpPr>
        <p:spPr>
          <a:xfrm flipH="1" rot="-8100000">
            <a:off x="-524684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14" name="Google Shape;814;p49"/>
          <p:cNvSpPr/>
          <p:nvPr/>
        </p:nvSpPr>
        <p:spPr>
          <a:xfrm flipH="1" rot="1461625">
            <a:off x="-1229109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15" name="Google Shape;815;p49"/>
          <p:cNvSpPr/>
          <p:nvPr/>
        </p:nvSpPr>
        <p:spPr>
          <a:xfrm>
            <a:off x="2368413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9"/>
          <p:cNvSpPr/>
          <p:nvPr/>
        </p:nvSpPr>
        <p:spPr>
          <a:xfrm flipH="1">
            <a:off x="5508603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817" name="Google Shape;817;p49"/>
          <p:cNvGrpSpPr/>
          <p:nvPr/>
        </p:nvGrpSpPr>
        <p:grpSpPr>
          <a:xfrm>
            <a:off x="8429268" y="103300"/>
            <a:ext cx="400212" cy="418950"/>
            <a:chOff x="8555949" y="984025"/>
            <a:chExt cx="400212" cy="418950"/>
          </a:xfrm>
        </p:grpSpPr>
        <p:sp>
          <p:nvSpPr>
            <p:cNvPr id="818" name="Google Shape;818;p4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1" name="Google Shape;821;p49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9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5" name="Google Shape;825;p50"/>
          <p:cNvSpPr txBox="1"/>
          <p:nvPr>
            <p:ph idx="1" type="subTitle"/>
          </p:nvPr>
        </p:nvSpPr>
        <p:spPr>
          <a:xfrm>
            <a:off x="715200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6" name="Google Shape;826;p50"/>
          <p:cNvSpPr txBox="1"/>
          <p:nvPr>
            <p:ph idx="2" type="subTitle"/>
          </p:nvPr>
        </p:nvSpPr>
        <p:spPr>
          <a:xfrm>
            <a:off x="5916249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7" name="Google Shape;827;p50"/>
          <p:cNvSpPr txBox="1"/>
          <p:nvPr>
            <p:ph idx="3" type="subTitle"/>
          </p:nvPr>
        </p:nvSpPr>
        <p:spPr>
          <a:xfrm>
            <a:off x="715200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8" name="Google Shape;828;p50"/>
          <p:cNvSpPr txBox="1"/>
          <p:nvPr>
            <p:ph idx="4" type="subTitle"/>
          </p:nvPr>
        </p:nvSpPr>
        <p:spPr>
          <a:xfrm>
            <a:off x="5916249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9" name="Google Shape;829;p50"/>
          <p:cNvSpPr txBox="1"/>
          <p:nvPr>
            <p:ph idx="5" type="subTitle"/>
          </p:nvPr>
        </p:nvSpPr>
        <p:spPr>
          <a:xfrm>
            <a:off x="715200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0" name="Google Shape;830;p50"/>
          <p:cNvSpPr txBox="1"/>
          <p:nvPr>
            <p:ph idx="6" type="subTitle"/>
          </p:nvPr>
        </p:nvSpPr>
        <p:spPr>
          <a:xfrm>
            <a:off x="715200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1" name="Google Shape;831;p50"/>
          <p:cNvSpPr txBox="1"/>
          <p:nvPr>
            <p:ph idx="7" type="subTitle"/>
          </p:nvPr>
        </p:nvSpPr>
        <p:spPr>
          <a:xfrm>
            <a:off x="5916225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2" name="Google Shape;832;p50"/>
          <p:cNvSpPr txBox="1"/>
          <p:nvPr>
            <p:ph idx="8" type="subTitle"/>
          </p:nvPr>
        </p:nvSpPr>
        <p:spPr>
          <a:xfrm>
            <a:off x="5916225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3" name="Google Shape;833;p50"/>
          <p:cNvSpPr/>
          <p:nvPr/>
        </p:nvSpPr>
        <p:spPr>
          <a:xfrm flipH="1">
            <a:off x="-13569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34" name="Google Shape;834;p50"/>
          <p:cNvSpPr/>
          <p:nvPr/>
        </p:nvSpPr>
        <p:spPr>
          <a:xfrm flipH="1">
            <a:off x="8616488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35" name="Google Shape;835;p50"/>
          <p:cNvSpPr/>
          <p:nvPr/>
        </p:nvSpPr>
        <p:spPr>
          <a:xfrm flipH="1" rot="2700000">
            <a:off x="5495848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36" name="Google Shape;836;p50"/>
          <p:cNvSpPr/>
          <p:nvPr/>
        </p:nvSpPr>
        <p:spPr>
          <a:xfrm flipH="1" rot="-10799680">
            <a:off x="5118351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837" name="Google Shape;837;p50"/>
          <p:cNvGrpSpPr/>
          <p:nvPr/>
        </p:nvGrpSpPr>
        <p:grpSpPr>
          <a:xfrm>
            <a:off x="8458541" y="2362275"/>
            <a:ext cx="400212" cy="418950"/>
            <a:chOff x="8555949" y="984025"/>
            <a:chExt cx="400212" cy="418950"/>
          </a:xfrm>
        </p:grpSpPr>
        <p:sp>
          <p:nvSpPr>
            <p:cNvPr id="838" name="Google Shape;838;p5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5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5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50"/>
          <p:cNvGrpSpPr/>
          <p:nvPr/>
        </p:nvGrpSpPr>
        <p:grpSpPr>
          <a:xfrm>
            <a:off x="135941" y="4198750"/>
            <a:ext cx="416587" cy="596813"/>
            <a:chOff x="8555949" y="806163"/>
            <a:chExt cx="416587" cy="596813"/>
          </a:xfrm>
        </p:grpSpPr>
        <p:sp>
          <p:nvSpPr>
            <p:cNvPr id="842" name="Google Shape;842;p5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5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5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6" name="Google Shape;846;p50"/>
          <p:cNvSpPr/>
          <p:nvPr/>
        </p:nvSpPr>
        <p:spPr>
          <a:xfrm flipH="1" rot="-7199939">
            <a:off x="1064415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9" name="Google Shape;849;p51"/>
          <p:cNvSpPr txBox="1"/>
          <p:nvPr>
            <p:ph idx="1" type="subTitle"/>
          </p:nvPr>
        </p:nvSpPr>
        <p:spPr>
          <a:xfrm>
            <a:off x="72557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0" name="Google Shape;850;p51"/>
          <p:cNvSpPr txBox="1"/>
          <p:nvPr>
            <p:ph idx="2" type="subTitle"/>
          </p:nvPr>
        </p:nvSpPr>
        <p:spPr>
          <a:xfrm>
            <a:off x="339482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1" name="Google Shape;851;p51"/>
          <p:cNvSpPr txBox="1"/>
          <p:nvPr>
            <p:ph idx="3" type="subTitle"/>
          </p:nvPr>
        </p:nvSpPr>
        <p:spPr>
          <a:xfrm>
            <a:off x="72557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2" name="Google Shape;852;p51"/>
          <p:cNvSpPr txBox="1"/>
          <p:nvPr>
            <p:ph idx="4" type="subTitle"/>
          </p:nvPr>
        </p:nvSpPr>
        <p:spPr>
          <a:xfrm>
            <a:off x="339482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3" name="Google Shape;853;p51"/>
          <p:cNvSpPr txBox="1"/>
          <p:nvPr>
            <p:ph idx="5" type="subTitle"/>
          </p:nvPr>
        </p:nvSpPr>
        <p:spPr>
          <a:xfrm>
            <a:off x="6065271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4" name="Google Shape;854;p51"/>
          <p:cNvSpPr txBox="1"/>
          <p:nvPr>
            <p:ph idx="6" type="subTitle"/>
          </p:nvPr>
        </p:nvSpPr>
        <p:spPr>
          <a:xfrm>
            <a:off x="6065271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5" name="Google Shape;855;p51"/>
          <p:cNvSpPr txBox="1"/>
          <p:nvPr>
            <p:ph idx="7" type="subTitle"/>
          </p:nvPr>
        </p:nvSpPr>
        <p:spPr>
          <a:xfrm>
            <a:off x="72557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6" name="Google Shape;856;p51"/>
          <p:cNvSpPr txBox="1"/>
          <p:nvPr>
            <p:ph idx="8" type="subTitle"/>
          </p:nvPr>
        </p:nvSpPr>
        <p:spPr>
          <a:xfrm>
            <a:off x="339482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7" name="Google Shape;857;p51"/>
          <p:cNvSpPr txBox="1"/>
          <p:nvPr>
            <p:ph idx="9" type="subTitle"/>
          </p:nvPr>
        </p:nvSpPr>
        <p:spPr>
          <a:xfrm>
            <a:off x="6065271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8" name="Google Shape;858;p51"/>
          <p:cNvSpPr txBox="1"/>
          <p:nvPr>
            <p:ph idx="13" type="subTitle"/>
          </p:nvPr>
        </p:nvSpPr>
        <p:spPr>
          <a:xfrm>
            <a:off x="72557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9" name="Google Shape;859;p51"/>
          <p:cNvSpPr txBox="1"/>
          <p:nvPr>
            <p:ph idx="14" type="subTitle"/>
          </p:nvPr>
        </p:nvSpPr>
        <p:spPr>
          <a:xfrm>
            <a:off x="339482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0" name="Google Shape;860;p51"/>
          <p:cNvSpPr txBox="1"/>
          <p:nvPr>
            <p:ph idx="15" type="subTitle"/>
          </p:nvPr>
        </p:nvSpPr>
        <p:spPr>
          <a:xfrm>
            <a:off x="6065271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1" name="Google Shape;861;p51"/>
          <p:cNvSpPr/>
          <p:nvPr/>
        </p:nvSpPr>
        <p:spPr>
          <a:xfrm rot="1095117">
            <a:off x="655092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62" name="Google Shape;862;p51"/>
          <p:cNvSpPr/>
          <p:nvPr/>
        </p:nvSpPr>
        <p:spPr>
          <a:xfrm>
            <a:off x="8657284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63" name="Google Shape;863;p51"/>
          <p:cNvSpPr/>
          <p:nvPr/>
        </p:nvSpPr>
        <p:spPr>
          <a:xfrm>
            <a:off x="8719040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4" name="Google Shape;864;p51"/>
          <p:cNvGrpSpPr/>
          <p:nvPr/>
        </p:nvGrpSpPr>
        <p:grpSpPr>
          <a:xfrm>
            <a:off x="8547408" y="3600388"/>
            <a:ext cx="416587" cy="596813"/>
            <a:chOff x="8555949" y="806163"/>
            <a:chExt cx="416587" cy="596813"/>
          </a:xfrm>
        </p:grpSpPr>
        <p:sp>
          <p:nvSpPr>
            <p:cNvPr id="865" name="Google Shape;865;p5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51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51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1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9" name="Google Shape;869;p51"/>
          <p:cNvSpPr/>
          <p:nvPr/>
        </p:nvSpPr>
        <p:spPr>
          <a:xfrm>
            <a:off x="-412710" y="19713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1"/>
          <p:cNvSpPr/>
          <p:nvPr/>
        </p:nvSpPr>
        <p:spPr>
          <a:xfrm>
            <a:off x="1580765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1"/>
          <p:cNvSpPr/>
          <p:nvPr/>
        </p:nvSpPr>
        <p:spPr>
          <a:xfrm flipH="1" rot="-5400000">
            <a:off x="-140983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72" name="Google Shape;872;p51"/>
          <p:cNvSpPr/>
          <p:nvPr/>
        </p:nvSpPr>
        <p:spPr>
          <a:xfrm flipH="1" rot="-10799680">
            <a:off x="5155618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73" name="Google Shape;873;p51"/>
          <p:cNvSpPr/>
          <p:nvPr/>
        </p:nvSpPr>
        <p:spPr>
          <a:xfrm flipH="1" rot="1461625">
            <a:off x="-1143644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874" name="Google Shape;874;p51"/>
          <p:cNvGrpSpPr/>
          <p:nvPr/>
        </p:nvGrpSpPr>
        <p:grpSpPr>
          <a:xfrm>
            <a:off x="68984" y="2716038"/>
            <a:ext cx="342461" cy="901613"/>
            <a:chOff x="8630075" y="806163"/>
            <a:chExt cx="342461" cy="901613"/>
          </a:xfrm>
        </p:grpSpPr>
        <p:sp>
          <p:nvSpPr>
            <p:cNvPr id="875" name="Google Shape;875;p5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1"/>
            <p:cNvSpPr/>
            <p:nvPr/>
          </p:nvSpPr>
          <p:spPr>
            <a:xfrm>
              <a:off x="8862861" y="16144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1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1"/>
            <p:cNvSpPr/>
            <p:nvPr/>
          </p:nvSpPr>
          <p:spPr>
            <a:xfrm>
              <a:off x="8708349" y="13436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9" name="Google Shape;879;p51"/>
          <p:cNvSpPr/>
          <p:nvPr/>
        </p:nvSpPr>
        <p:spPr>
          <a:xfrm>
            <a:off x="3484190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1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1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1"/>
          <p:cNvSpPr/>
          <p:nvPr/>
        </p:nvSpPr>
        <p:spPr>
          <a:xfrm>
            <a:off x="7349528" y="4543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2"/>
          <p:cNvSpPr txBox="1"/>
          <p:nvPr>
            <p:ph hasCustomPrompt="1" type="title"/>
          </p:nvPr>
        </p:nvSpPr>
        <p:spPr>
          <a:xfrm>
            <a:off x="798388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5" name="Google Shape;885;p52"/>
          <p:cNvSpPr txBox="1"/>
          <p:nvPr>
            <p:ph idx="1" type="subTitle"/>
          </p:nvPr>
        </p:nvSpPr>
        <p:spPr>
          <a:xfrm>
            <a:off x="798388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6" name="Google Shape;886;p52"/>
          <p:cNvSpPr txBox="1"/>
          <p:nvPr>
            <p:ph hasCustomPrompt="1" idx="2" type="title"/>
          </p:nvPr>
        </p:nvSpPr>
        <p:spPr>
          <a:xfrm>
            <a:off x="2825700" y="840714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7" name="Google Shape;887;p52"/>
          <p:cNvSpPr txBox="1"/>
          <p:nvPr>
            <p:ph idx="3" type="subTitle"/>
          </p:nvPr>
        </p:nvSpPr>
        <p:spPr>
          <a:xfrm>
            <a:off x="2825700" y="1615651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8" name="Google Shape;888;p52"/>
          <p:cNvSpPr txBox="1"/>
          <p:nvPr>
            <p:ph hasCustomPrompt="1" idx="4" type="title"/>
          </p:nvPr>
        </p:nvSpPr>
        <p:spPr>
          <a:xfrm>
            <a:off x="4853013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9" name="Google Shape;889;p52"/>
          <p:cNvSpPr txBox="1"/>
          <p:nvPr>
            <p:ph idx="5" type="subTitle"/>
          </p:nvPr>
        </p:nvSpPr>
        <p:spPr>
          <a:xfrm>
            <a:off x="4853013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2" name="Google Shape;892;p53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3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53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95" name="Google Shape;895;p53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96" name="Google Shape;896;p53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7" name="Google Shape;897;p53"/>
          <p:cNvGrpSpPr/>
          <p:nvPr/>
        </p:nvGrpSpPr>
        <p:grpSpPr>
          <a:xfrm flipH="1">
            <a:off x="154298" y="3600388"/>
            <a:ext cx="416587" cy="596813"/>
            <a:chOff x="8555949" y="806163"/>
            <a:chExt cx="416587" cy="596813"/>
          </a:xfrm>
        </p:grpSpPr>
        <p:sp>
          <p:nvSpPr>
            <p:cNvPr id="898" name="Google Shape;898;p5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5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5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2" name="Google Shape;902;p53"/>
          <p:cNvSpPr/>
          <p:nvPr/>
        </p:nvSpPr>
        <p:spPr>
          <a:xfrm flipH="1">
            <a:off x="8585109" y="11874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3"/>
          <p:cNvSpPr/>
          <p:nvPr/>
        </p:nvSpPr>
        <p:spPr>
          <a:xfrm flipH="1">
            <a:off x="6934534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53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05" name="Google Shape;905;p53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06" name="Google Shape;906;p53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907" name="Google Shape;907;p53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908" name="Google Shape;908;p5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5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5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5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2" name="Google Shape;912;p53"/>
          <p:cNvSpPr/>
          <p:nvPr/>
        </p:nvSpPr>
        <p:spPr>
          <a:xfrm flipH="1">
            <a:off x="5031109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5" name="Google Shape;915;p54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6" name="Google Shape;916;p54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7" name="Google Shape;917;p54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8" name="Google Shape;918;p54"/>
          <p:cNvSpPr/>
          <p:nvPr/>
        </p:nvSpPr>
        <p:spPr>
          <a:xfrm rot="10799680">
            <a:off x="-175496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9" name="Google Shape;919;p54"/>
          <p:cNvSpPr/>
          <p:nvPr/>
        </p:nvSpPr>
        <p:spPr>
          <a:xfrm>
            <a:off x="1254027" y="2265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4"/>
          <p:cNvSpPr/>
          <p:nvPr/>
        </p:nvSpPr>
        <p:spPr>
          <a:xfrm>
            <a:off x="8743477" y="2621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4"/>
          <p:cNvSpPr/>
          <p:nvPr/>
        </p:nvSpPr>
        <p:spPr>
          <a:xfrm>
            <a:off x="6286757" y="2151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4"/>
          <p:cNvSpPr/>
          <p:nvPr/>
        </p:nvSpPr>
        <p:spPr>
          <a:xfrm>
            <a:off x="3747677" y="49961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4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4" name="Google Shape;924;p54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925" name="Google Shape;925;p5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5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5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5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9" name="Google Shape;929;p54"/>
          <p:cNvGrpSpPr/>
          <p:nvPr/>
        </p:nvGrpSpPr>
        <p:grpSpPr>
          <a:xfrm flipH="1">
            <a:off x="279548" y="2362275"/>
            <a:ext cx="400212" cy="418950"/>
            <a:chOff x="8555949" y="984025"/>
            <a:chExt cx="400212" cy="418950"/>
          </a:xfrm>
        </p:grpSpPr>
        <p:sp>
          <p:nvSpPr>
            <p:cNvPr id="930" name="Google Shape;930;p5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5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5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3" name="Google Shape;933;p54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934" name="Google Shape;934;p5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5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54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5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8" name="Google Shape;938;p54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54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0" name="Google Shape;940;p54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941" name="Google Shape;941;p54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54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54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54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54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54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54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54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4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54"/>
          <p:cNvSpPr/>
          <p:nvPr/>
        </p:nvSpPr>
        <p:spPr>
          <a:xfrm rot="7199939">
            <a:off x="5178812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3" name="Google Shape;953;p55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55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55"/>
          <p:cNvSpPr/>
          <p:nvPr/>
        </p:nvSpPr>
        <p:spPr>
          <a:xfrm flipH="1" rot="1526559">
            <a:off x="2093696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56" name="Google Shape;956;p55"/>
          <p:cNvSpPr/>
          <p:nvPr/>
        </p:nvSpPr>
        <p:spPr>
          <a:xfrm flipH="1" rot="-3010588">
            <a:off x="-1244841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57" name="Google Shape;957;p55"/>
          <p:cNvSpPr/>
          <p:nvPr/>
        </p:nvSpPr>
        <p:spPr>
          <a:xfrm flipH="1">
            <a:off x="120627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8" name="Google Shape;958;p55"/>
          <p:cNvGrpSpPr/>
          <p:nvPr/>
        </p:nvGrpSpPr>
        <p:grpSpPr>
          <a:xfrm flipH="1">
            <a:off x="8585098" y="3811438"/>
            <a:ext cx="416587" cy="596813"/>
            <a:chOff x="8555949" y="806163"/>
            <a:chExt cx="416587" cy="596813"/>
          </a:xfrm>
        </p:grpSpPr>
        <p:sp>
          <p:nvSpPr>
            <p:cNvPr id="959" name="Google Shape;959;p5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5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55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5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3" name="Google Shape;963;p55"/>
          <p:cNvSpPr/>
          <p:nvPr/>
        </p:nvSpPr>
        <p:spPr>
          <a:xfrm flipH="1">
            <a:off x="-416016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55"/>
          <p:cNvSpPr/>
          <p:nvPr/>
        </p:nvSpPr>
        <p:spPr>
          <a:xfrm flipH="1">
            <a:off x="8795596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55"/>
          <p:cNvSpPr/>
          <p:nvPr/>
        </p:nvSpPr>
        <p:spPr>
          <a:xfrm rot="8100000">
            <a:off x="7227843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66" name="Google Shape;966;p55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67" name="Google Shape;967;p55"/>
          <p:cNvSpPr/>
          <p:nvPr/>
        </p:nvSpPr>
        <p:spPr>
          <a:xfrm flipH="1">
            <a:off x="6061421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55"/>
          <p:cNvSpPr/>
          <p:nvPr/>
        </p:nvSpPr>
        <p:spPr>
          <a:xfrm>
            <a:off x="-514375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969" name="Google Shape;969;p55"/>
          <p:cNvGrpSpPr/>
          <p:nvPr/>
        </p:nvGrpSpPr>
        <p:grpSpPr>
          <a:xfrm flipH="1">
            <a:off x="279548" y="103300"/>
            <a:ext cx="400212" cy="418950"/>
            <a:chOff x="8555949" y="984025"/>
            <a:chExt cx="400212" cy="418950"/>
          </a:xfrm>
        </p:grpSpPr>
        <p:sp>
          <p:nvSpPr>
            <p:cNvPr id="970" name="Google Shape;970;p5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5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5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6"/>
          <p:cNvSpPr/>
          <p:nvPr/>
        </p:nvSpPr>
        <p:spPr>
          <a:xfrm>
            <a:off x="4404281" y="-35875"/>
            <a:ext cx="47613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6"/>
          <p:cNvSpPr/>
          <p:nvPr/>
        </p:nvSpPr>
        <p:spPr>
          <a:xfrm>
            <a:off x="7671375" y="-358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76" name="Google Shape;976;p56"/>
          <p:cNvSpPr txBox="1"/>
          <p:nvPr>
            <p:ph type="title"/>
          </p:nvPr>
        </p:nvSpPr>
        <p:spPr>
          <a:xfrm>
            <a:off x="4531325" y="616225"/>
            <a:ext cx="38994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7" name="Google Shape;977;p56"/>
          <p:cNvSpPr txBox="1"/>
          <p:nvPr>
            <p:ph idx="1" type="subTitle"/>
          </p:nvPr>
        </p:nvSpPr>
        <p:spPr>
          <a:xfrm>
            <a:off x="4531331" y="1654884"/>
            <a:ext cx="3899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pic>
        <p:nvPicPr>
          <p:cNvPr id="978" name="Google Shape;978;p56"/>
          <p:cNvPicPr preferRelativeResize="0"/>
          <p:nvPr/>
        </p:nvPicPr>
        <p:blipFill rotWithShape="1">
          <a:blip r:embed="rId2">
            <a:alphaModFix/>
          </a:blip>
          <a:srcRect b="0" l="29442" r="8860" t="0"/>
          <a:stretch/>
        </p:blipFill>
        <p:spPr>
          <a:xfrm>
            <a:off x="-492000" y="-69600"/>
            <a:ext cx="4896276" cy="52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56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980" name="Google Shape;980;p56"/>
          <p:cNvGrpSpPr/>
          <p:nvPr/>
        </p:nvGrpSpPr>
        <p:grpSpPr>
          <a:xfrm flipH="1">
            <a:off x="593473" y="330025"/>
            <a:ext cx="400212" cy="418950"/>
            <a:chOff x="8555949" y="984025"/>
            <a:chExt cx="400212" cy="418950"/>
          </a:xfrm>
        </p:grpSpPr>
        <p:sp>
          <p:nvSpPr>
            <p:cNvPr id="981" name="Google Shape;981;p5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5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5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4" name="Google Shape;984;p56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85" name="Google Shape;985;p56"/>
          <p:cNvSpPr/>
          <p:nvPr/>
        </p:nvSpPr>
        <p:spPr>
          <a:xfrm rot="10799680">
            <a:off x="-326646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86" name="Google Shape;986;p56"/>
          <p:cNvSpPr/>
          <p:nvPr/>
        </p:nvSpPr>
        <p:spPr>
          <a:xfrm rot="10799680">
            <a:off x="4078479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8" name="Google Shape;988;p57"/>
          <p:cNvGrpSpPr/>
          <p:nvPr/>
        </p:nvGrpSpPr>
        <p:grpSpPr>
          <a:xfrm>
            <a:off x="2701389" y="736487"/>
            <a:ext cx="3741328" cy="3742870"/>
            <a:chOff x="3601725" y="3116375"/>
            <a:chExt cx="253275" cy="253400"/>
          </a:xfrm>
        </p:grpSpPr>
        <p:sp>
          <p:nvSpPr>
            <p:cNvPr id="989" name="Google Shape;989;p5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D9DFF2">
                <a:alpha val="34520"/>
              </a:srgbClr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5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5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5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5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5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5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5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8" name="Google Shape;998;p57"/>
          <p:cNvSpPr/>
          <p:nvPr/>
        </p:nvSpPr>
        <p:spPr>
          <a:xfrm rot="7802080">
            <a:off x="5238753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99" name="Google Shape;999;p57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0" name="Google Shape;1000;p57"/>
          <p:cNvSpPr/>
          <p:nvPr/>
        </p:nvSpPr>
        <p:spPr>
          <a:xfrm>
            <a:off x="-551050" y="627750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1" name="Google Shape;1001;p57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2" name="Google Shape;1002;p57"/>
          <p:cNvSpPr/>
          <p:nvPr/>
        </p:nvSpPr>
        <p:spPr>
          <a:xfrm rot="10799680">
            <a:off x="-130646" y="46314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3" name="Google Shape;1003;p57"/>
          <p:cNvSpPr/>
          <p:nvPr/>
        </p:nvSpPr>
        <p:spPr>
          <a:xfrm>
            <a:off x="1039702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7"/>
          <p:cNvSpPr/>
          <p:nvPr/>
        </p:nvSpPr>
        <p:spPr>
          <a:xfrm>
            <a:off x="8865552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57"/>
          <p:cNvSpPr/>
          <p:nvPr/>
        </p:nvSpPr>
        <p:spPr>
          <a:xfrm>
            <a:off x="6442732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57"/>
          <p:cNvSpPr/>
          <p:nvPr/>
        </p:nvSpPr>
        <p:spPr>
          <a:xfrm>
            <a:off x="7369552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57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8" name="Google Shape;1008;p57"/>
          <p:cNvGrpSpPr/>
          <p:nvPr/>
        </p:nvGrpSpPr>
        <p:grpSpPr>
          <a:xfrm flipH="1">
            <a:off x="8622323" y="1203763"/>
            <a:ext cx="416587" cy="596813"/>
            <a:chOff x="8555949" y="806163"/>
            <a:chExt cx="416587" cy="596813"/>
          </a:xfrm>
        </p:grpSpPr>
        <p:sp>
          <p:nvSpPr>
            <p:cNvPr id="1009" name="Google Shape;1009;p5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5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5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5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57"/>
          <p:cNvGrpSpPr/>
          <p:nvPr/>
        </p:nvGrpSpPr>
        <p:grpSpPr>
          <a:xfrm flipH="1">
            <a:off x="413323" y="1758575"/>
            <a:ext cx="400212" cy="418950"/>
            <a:chOff x="8555949" y="984025"/>
            <a:chExt cx="400212" cy="418950"/>
          </a:xfrm>
        </p:grpSpPr>
        <p:sp>
          <p:nvSpPr>
            <p:cNvPr id="1014" name="Google Shape;1014;p5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5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5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7" name="Google Shape;1017;p57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1018" name="Google Shape;1018;p5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5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5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5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5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5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5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5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5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7" name="Google Shape;1027;p57"/>
          <p:cNvGrpSpPr/>
          <p:nvPr/>
        </p:nvGrpSpPr>
        <p:grpSpPr>
          <a:xfrm>
            <a:off x="280239" y="308647"/>
            <a:ext cx="461594" cy="461695"/>
            <a:chOff x="3601725" y="3116375"/>
            <a:chExt cx="253275" cy="253400"/>
          </a:xfrm>
        </p:grpSpPr>
        <p:sp>
          <p:nvSpPr>
            <p:cNvPr id="1028" name="Google Shape;1028;p5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5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5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5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5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5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5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5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5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7" name="Google Shape;1037;p57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7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accent2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58"/>
          <p:cNvSpPr/>
          <p:nvPr/>
        </p:nvSpPr>
        <p:spPr>
          <a:xfrm flipH="1" rot="-7802080">
            <a:off x="-219857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1" name="Google Shape;1041;p58"/>
          <p:cNvSpPr/>
          <p:nvPr/>
        </p:nvSpPr>
        <p:spPr>
          <a:xfrm flipH="1">
            <a:off x="-12807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2" name="Google Shape;1042;p58"/>
          <p:cNvSpPr/>
          <p:nvPr/>
        </p:nvSpPr>
        <p:spPr>
          <a:xfrm flipH="1">
            <a:off x="8692688" y="13642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3" name="Google Shape;1043;p58"/>
          <p:cNvSpPr/>
          <p:nvPr/>
        </p:nvSpPr>
        <p:spPr>
          <a:xfrm flipH="1" rot="2700000">
            <a:off x="5107948" y="-1450221"/>
            <a:ext cx="2219058" cy="219019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4" name="Google Shape;1044;p58"/>
          <p:cNvSpPr/>
          <p:nvPr/>
        </p:nvSpPr>
        <p:spPr>
          <a:xfrm flipH="1" rot="-10799680">
            <a:off x="6889388" y="349352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5" name="Google Shape;1045;p58"/>
          <p:cNvSpPr/>
          <p:nvPr/>
        </p:nvSpPr>
        <p:spPr>
          <a:xfrm flipH="1">
            <a:off x="7585969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58"/>
          <p:cNvSpPr/>
          <p:nvPr/>
        </p:nvSpPr>
        <p:spPr>
          <a:xfrm flipH="1">
            <a:off x="-239881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58"/>
          <p:cNvSpPr/>
          <p:nvPr/>
        </p:nvSpPr>
        <p:spPr>
          <a:xfrm flipH="1">
            <a:off x="2092575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58"/>
          <p:cNvSpPr/>
          <p:nvPr/>
        </p:nvSpPr>
        <p:spPr>
          <a:xfrm flipH="1">
            <a:off x="875119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58"/>
          <p:cNvSpPr/>
          <p:nvPr/>
        </p:nvSpPr>
        <p:spPr>
          <a:xfrm flipH="1">
            <a:off x="8199281" y="394369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58"/>
          <p:cNvGrpSpPr/>
          <p:nvPr/>
        </p:nvGrpSpPr>
        <p:grpSpPr>
          <a:xfrm flipH="1" rot="-5400000">
            <a:off x="7927439" y="-54062"/>
            <a:ext cx="416587" cy="977813"/>
            <a:chOff x="8555949" y="425163"/>
            <a:chExt cx="416587" cy="977813"/>
          </a:xfrm>
        </p:grpSpPr>
        <p:sp>
          <p:nvSpPr>
            <p:cNvPr id="1051" name="Google Shape;1051;p5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5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58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5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5" name="Google Shape;1055;p58"/>
          <p:cNvGrpSpPr/>
          <p:nvPr/>
        </p:nvGrpSpPr>
        <p:grpSpPr>
          <a:xfrm flipH="1" rot="-5400000">
            <a:off x="-214005" y="4060144"/>
            <a:ext cx="1238412" cy="385925"/>
            <a:chOff x="8251149" y="734000"/>
            <a:chExt cx="1238412" cy="385925"/>
          </a:xfrm>
        </p:grpSpPr>
        <p:sp>
          <p:nvSpPr>
            <p:cNvPr id="1056" name="Google Shape;1056;p5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58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5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58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58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58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58"/>
          <p:cNvSpPr/>
          <p:nvPr/>
        </p:nvSpPr>
        <p:spPr>
          <a:xfrm flipH="1">
            <a:off x="598169" y="803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5" name="Google Shape;1065;p5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6" name="Google Shape;1066;p5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7" name="Google Shape;1067;p5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8" name="Google Shape;1068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TITLE_1"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6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1" name="Google Shape;1071;p6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72" name="Google Shape;1072;p6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3" name="Google Shape;1073;p6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4" name="Google Shape;1074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2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77" name="Google Shape;1077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78" name="Google Shape;107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3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81" name="Google Shape;1081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82" name="Google Shape;108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547" name="Google Shape;547;p3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efcaz.com.br" TargetMode="External"/><Relationship Id="rId4" Type="http://schemas.openxmlformats.org/officeDocument/2006/relationships/hyperlink" Target="https://www.facebook.com/Efcaz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s://www.instagram.com/efcaz_srm/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linkedin.com/company/efcaz-gest%C3%A3o-da-cadeia-de-fornecimento/" TargetMode="External"/><Relationship Id="rId9" Type="http://schemas.openxmlformats.org/officeDocument/2006/relationships/image" Target="../media/image8.png"/><Relationship Id="rId10" Type="http://schemas.openxmlformats.org/officeDocument/2006/relationships/hyperlink" Target="https://www.youtube.com/@efcaz_srm" TargetMode="External"/><Relationship Id="rId11" Type="http://schemas.openxmlformats.org/officeDocument/2006/relationships/image" Target="../media/image12.png"/><Relationship Id="rId12" Type="http://schemas.openxmlformats.org/officeDocument/2006/relationships/hyperlink" Target="mailto:gabriel.evangelista@efcaz.com.br" TargetMode="External"/><Relationship Id="rId13" Type="http://schemas.openxmlformats.org/officeDocument/2006/relationships/image" Target="../media/image7.png"/><Relationship Id="rId14" Type="http://schemas.openxmlformats.org/officeDocument/2006/relationships/image" Target="../media/image13.png"/><Relationship Id="rId15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A2B9"/>
            </a:gs>
            <a:gs pos="38000">
              <a:srgbClr val="0BA2B9"/>
            </a:gs>
            <a:gs pos="100000">
              <a:srgbClr val="087182"/>
            </a:gs>
          </a:gsLst>
          <a:lin ang="2700006" scaled="0"/>
        </a:gra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3"/>
          <p:cNvSpPr txBox="1"/>
          <p:nvPr/>
        </p:nvSpPr>
        <p:spPr>
          <a:xfrm>
            <a:off x="1569505" y="3348255"/>
            <a:ext cx="8145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25" lIns="97125" spcFirstLastPara="1" rIns="97125" wrap="square" tIns="971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solidFill>
                  <a:schemeClr val="accent6"/>
                </a:solidFill>
                <a:latin typeface="Barlow Black"/>
                <a:ea typeface="Barlow Black"/>
                <a:cs typeface="Barlow Black"/>
                <a:sym typeface="Barlow Black"/>
              </a:rPr>
              <a:t>+</a:t>
            </a:r>
            <a:endParaRPr sz="2263">
              <a:solidFill>
                <a:schemeClr val="accent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1088" name="Google Shape;1088;p63"/>
          <p:cNvSpPr txBox="1"/>
          <p:nvPr/>
        </p:nvSpPr>
        <p:spPr>
          <a:xfrm>
            <a:off x="698299" y="1483525"/>
            <a:ext cx="47898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9000" lIns="79000" spcFirstLastPara="1" rIns="79000" wrap="square" tIns="790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42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Próximos Passos</a:t>
            </a:r>
            <a:endParaRPr sz="1742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Renovação Integral Médica</a:t>
            </a:r>
            <a:endParaRPr b="1" sz="3483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42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Jun/2026</a:t>
            </a:r>
            <a:endParaRPr sz="1742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089" name="Google Shape;1089;p63"/>
          <p:cNvCxnSpPr/>
          <p:nvPr/>
        </p:nvCxnSpPr>
        <p:spPr>
          <a:xfrm>
            <a:off x="584925" y="1482025"/>
            <a:ext cx="0" cy="1175700"/>
          </a:xfrm>
          <a:prstGeom prst="straightConnector1">
            <a:avLst/>
          </a:prstGeom>
          <a:noFill/>
          <a:ln cap="flat" cmpd="sng" w="24725">
            <a:solidFill>
              <a:srgbClr val="FFDC6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90" name="Google Shape;1090;p63" title="Logo Efcaz branca png(grande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75" y="3450281"/>
            <a:ext cx="1051661" cy="3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63" title="simbolo efcaz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4200" y="308735"/>
            <a:ext cx="5109801" cy="459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63"/>
          <p:cNvSpPr/>
          <p:nvPr/>
        </p:nvSpPr>
        <p:spPr>
          <a:xfrm>
            <a:off x="2255709" y="3170975"/>
            <a:ext cx="1271100" cy="899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4">
              <a:solidFill>
                <a:schemeClr val="accent6"/>
              </a:solidFill>
              <a:latin typeface="Anek Gujarati"/>
              <a:ea typeface="Anek Gujarati"/>
              <a:cs typeface="Anek Gujarati"/>
              <a:sym typeface="Anek Gujarati"/>
            </a:endParaRPr>
          </a:p>
        </p:txBody>
      </p:sp>
      <p:sp>
        <p:nvSpPr>
          <p:cNvPr id="1093" name="Google Shape;1093;p63"/>
          <p:cNvSpPr txBox="1"/>
          <p:nvPr/>
        </p:nvSpPr>
        <p:spPr>
          <a:xfrm>
            <a:off x="584915" y="4630133"/>
            <a:ext cx="914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D6F5F8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Gabriel Vital  •  Customer Success Specialist  •  Efcaz SRM</a:t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094" name="Google Shape;1094;p63" title="dockbrasil_logo.jf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2737" y="3202102"/>
            <a:ext cx="836830" cy="836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64"/>
          <p:cNvSpPr txBox="1"/>
          <p:nvPr>
            <p:ph idx="4294967295" type="title"/>
          </p:nvPr>
        </p:nvSpPr>
        <p:spPr>
          <a:xfrm>
            <a:off x="1963225" y="237825"/>
            <a:ext cx="5217600" cy="714600"/>
          </a:xfrm>
          <a:prstGeom prst="rect">
            <a:avLst/>
          </a:prstGeom>
        </p:spPr>
        <p:txBody>
          <a:bodyPr anchorCtr="0" anchor="t" bIns="106250" lIns="106250" spcFirstLastPara="1" rIns="106250" wrap="square" tIns="1062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5"/>
              </a:spcAft>
              <a:buNone/>
            </a:pPr>
            <a:r>
              <a:rPr lang="en" sz="3249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Situação Atual — Integral Médica</a:t>
            </a:r>
            <a:endParaRPr sz="3249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00" name="Google Shape;1100;p64"/>
          <p:cNvCxnSpPr/>
          <p:nvPr/>
        </p:nvCxnSpPr>
        <p:spPr>
          <a:xfrm>
            <a:off x="2464411" y="930685"/>
            <a:ext cx="4215300" cy="0"/>
          </a:xfrm>
          <a:prstGeom prst="straightConnector1">
            <a:avLst/>
          </a:prstGeom>
          <a:noFill/>
          <a:ln cap="flat" cmpd="sng" w="2180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1" name="Google Shape;1101;p64"/>
          <p:cNvSpPr/>
          <p:nvPr/>
        </p:nvSpPr>
        <p:spPr>
          <a:xfrm>
            <a:off x="567275" y="1564450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B32B2B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Vencimento do contrato</a:t>
            </a:r>
            <a:endParaRPr b="1" sz="2700">
              <a:solidFill>
                <a:srgbClr val="B32B2B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700">
                <a:solidFill>
                  <a:srgbClr val="B32B2B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30/jun/2026</a:t>
            </a:r>
            <a:endParaRPr sz="1500">
              <a:solidFill>
                <a:srgbClr val="B32B2B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2" name="Google Shape;1102;p64"/>
          <p:cNvSpPr txBox="1"/>
          <p:nvPr/>
        </p:nvSpPr>
        <p:spPr>
          <a:xfrm>
            <a:off x="2549229" y="952433"/>
            <a:ext cx="40455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300" lIns="104650" spcFirstLastPara="1" rIns="104650" wrap="square" tIns="523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59" u="none" cap="none" strike="noStrike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Diagnóstico do momento de renovação  •  Jun/2026</a:t>
            </a:r>
            <a:endParaRPr sz="1603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3" name="Google Shape;1103;p64"/>
          <p:cNvSpPr/>
          <p:nvPr/>
        </p:nvSpPr>
        <p:spPr>
          <a:xfrm>
            <a:off x="3332250" y="1564450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Fornecedores cadastrados (80,7%)</a:t>
            </a:r>
            <a:endParaRPr sz="13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7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242 / 300</a:t>
            </a:r>
            <a:endParaRPr sz="15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4" name="Google Shape;1104;p64"/>
          <p:cNvSpPr/>
          <p:nvPr/>
        </p:nvSpPr>
        <p:spPr>
          <a:xfrm>
            <a:off x="6097225" y="1564450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Usuários em uso vs. contratados</a:t>
            </a:r>
            <a:endParaRPr sz="1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7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35 / 21</a:t>
            </a:r>
            <a:endParaRPr b="1" sz="27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5" name="Google Shape;1105;p64"/>
          <p:cNvSpPr/>
          <p:nvPr/>
        </p:nvSpPr>
        <p:spPr>
          <a:xfrm>
            <a:off x="567275" y="3300825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Fabricantes cadastrados</a:t>
            </a:r>
            <a:endParaRPr sz="13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1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242 ativos</a:t>
            </a:r>
            <a:endParaRPr b="1" sz="2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6" name="Google Shape;1106;p64"/>
          <p:cNvSpPr/>
          <p:nvPr/>
        </p:nvSpPr>
        <p:spPr>
          <a:xfrm>
            <a:off x="3332250" y="3300825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80 fornecedores</a:t>
            </a:r>
            <a:endParaRPr b="1" sz="2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 certidões vencidas</a:t>
            </a:r>
            <a:endParaRPr b="1" sz="2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7" name="Google Shape;1107;p64"/>
          <p:cNvSpPr/>
          <p:nvPr/>
        </p:nvSpPr>
        <p:spPr>
          <a:xfrm>
            <a:off x="6097225" y="3300825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Módulo de Avaliação (RFI)</a:t>
            </a:r>
            <a:endParaRPr sz="1300">
              <a:solidFill>
                <a:srgbClr val="43434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100">
                <a:solidFill>
                  <a:srgbClr val="43434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Zero registros</a:t>
            </a:r>
            <a:endParaRPr b="1" sz="2100">
              <a:solidFill>
                <a:srgbClr val="43434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65"/>
          <p:cNvSpPr txBox="1"/>
          <p:nvPr>
            <p:ph idx="4294967295" type="title"/>
          </p:nvPr>
        </p:nvSpPr>
        <p:spPr>
          <a:xfrm>
            <a:off x="98550" y="220250"/>
            <a:ext cx="89469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Contexto da Renovação — O Momento de Agir</a:t>
            </a:r>
            <a:endParaRPr sz="2838">
              <a:solidFill>
                <a:srgbClr val="0E8FA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13" name="Google Shape;1113;p65"/>
          <p:cNvCxnSpPr/>
          <p:nvPr/>
        </p:nvCxnSpPr>
        <p:spPr>
          <a:xfrm>
            <a:off x="1660200" y="825550"/>
            <a:ext cx="58236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4" name="Google Shape;1114;p65"/>
          <p:cNvSpPr/>
          <p:nvPr/>
        </p:nvSpPr>
        <p:spPr>
          <a:xfrm>
            <a:off x="482850" y="960120"/>
            <a:ext cx="8178300" cy="128016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5" name="Google Shape;1115;p65"/>
          <p:cNvSpPr/>
          <p:nvPr/>
        </p:nvSpPr>
        <p:spPr>
          <a:xfrm>
            <a:off x="482850" y="960120"/>
            <a:ext cx="1377000" cy="1280160"/>
          </a:xfrm>
          <a:prstGeom prst="roundRect">
            <a:avLst>
              <a:gd fmla="val 4474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Atenção</a:t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6" name="Google Shape;1116;p65"/>
          <p:cNvSpPr txBox="1"/>
          <p:nvPr/>
        </p:nvSpPr>
        <p:spPr>
          <a:xfrm>
            <a:off x="2166500" y="1009497"/>
            <a:ext cx="4229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Acesso da equipe — formalizar o que já existe</a:t>
            </a:r>
            <a:endParaRPr b="1" sz="2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7" name="Google Shape;1117;p65"/>
          <p:cNvSpPr txBox="1"/>
          <p:nvPr/>
        </p:nvSpPr>
        <p:spPr>
          <a:xfrm>
            <a:off x="2166500" y="1649577"/>
            <a:ext cx="63621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35 usuários operam na plataforma hoje. O contrato cobre apenas 21.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Renovar e regularizar garante que toda a equipe continua operando sem nenhuma interrupção.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18" name="Google Shape;1118;p65"/>
          <p:cNvSpPr/>
          <p:nvPr/>
        </p:nvSpPr>
        <p:spPr>
          <a:xfrm>
            <a:off x="482850" y="2295144"/>
            <a:ext cx="8178300" cy="128016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9" name="Google Shape;1119;p65"/>
          <p:cNvSpPr/>
          <p:nvPr/>
        </p:nvSpPr>
        <p:spPr>
          <a:xfrm>
            <a:off x="482850" y="2295144"/>
            <a:ext cx="1377000" cy="1280160"/>
          </a:xfrm>
          <a:prstGeom prst="roundRect">
            <a:avLst>
              <a:gd fmla="val 4474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Atenção</a:t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0" name="Google Shape;1120;p65"/>
          <p:cNvSpPr txBox="1"/>
          <p:nvPr/>
        </p:nvSpPr>
        <p:spPr>
          <a:xfrm>
            <a:off x="2166500" y="2344521"/>
            <a:ext cx="4229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Gestão de Fabricantes — foco central da operação</a:t>
            </a:r>
            <a:endParaRPr b="1" sz="2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1" name="Google Shape;1121;p65"/>
          <p:cNvSpPr txBox="1"/>
          <p:nvPr/>
        </p:nvSpPr>
        <p:spPr>
          <a:xfrm>
            <a:off x="2166500" y="2984601"/>
            <a:ext cx="63621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Com 242 fabricantes cadastrados e crescimento expressivo desde 2024, a plataforma é o núcleo da gestão de matéria-prima.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 operação da Integral Médica depende diretamente da continuidade da plataforma.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22" name="Google Shape;1122;p65"/>
          <p:cNvSpPr/>
          <p:nvPr/>
        </p:nvSpPr>
        <p:spPr>
          <a:xfrm>
            <a:off x="482850" y="3630168"/>
            <a:ext cx="8178300" cy="128016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3" name="Google Shape;1123;p65"/>
          <p:cNvSpPr/>
          <p:nvPr/>
        </p:nvSpPr>
        <p:spPr>
          <a:xfrm>
            <a:off x="482850" y="3630168"/>
            <a:ext cx="1377000" cy="1280160"/>
          </a:xfrm>
          <a:prstGeom prst="roundRect">
            <a:avLst>
              <a:gd fmla="val 4474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Atenção</a:t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4" name="Google Shape;1124;p65"/>
          <p:cNvSpPr txBox="1"/>
          <p:nvPr/>
        </p:nvSpPr>
        <p:spPr>
          <a:xfrm>
            <a:off x="2166500" y="3679545"/>
            <a:ext cx="56667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Certidões vencidas — risco de compliance</a:t>
            </a:r>
            <a:endParaRPr b="1" sz="2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5" name="Google Shape;1125;p65"/>
          <p:cNvSpPr txBox="1"/>
          <p:nvPr/>
        </p:nvSpPr>
        <p:spPr>
          <a:xfrm>
            <a:off x="2166500" y="4319625"/>
            <a:ext cx="63621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80 fornecedores com certidões vencidas representam exposição jurídica.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Ativar alertas automáticos de vencimento resolve de forma preventiva — sem custo adicional.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66"/>
          <p:cNvSpPr txBox="1"/>
          <p:nvPr>
            <p:ph idx="4294967295" type="title"/>
          </p:nvPr>
        </p:nvSpPr>
        <p:spPr>
          <a:xfrm>
            <a:off x="98550" y="138600"/>
            <a:ext cx="89469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Portfólio de Expansão</a:t>
            </a:r>
            <a:endParaRPr sz="2838">
              <a:solidFill>
                <a:srgbClr val="0E8FA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31" name="Google Shape;1131;p66"/>
          <p:cNvCxnSpPr/>
          <p:nvPr/>
        </p:nvCxnSpPr>
        <p:spPr>
          <a:xfrm>
            <a:off x="3148100" y="743900"/>
            <a:ext cx="28899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2" name="Google Shape;1132;p66"/>
          <p:cNvSpPr/>
          <p:nvPr/>
        </p:nvSpPr>
        <p:spPr>
          <a:xfrm>
            <a:off x="446475" y="1416525"/>
            <a:ext cx="2604900" cy="32262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0E8FA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3" name="Google Shape;1133;p66"/>
          <p:cNvSpPr/>
          <p:nvPr/>
        </p:nvSpPr>
        <p:spPr>
          <a:xfrm>
            <a:off x="3269550" y="1416525"/>
            <a:ext cx="2604900" cy="32262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7BB9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4" name="Google Shape;1134;p66"/>
          <p:cNvSpPr/>
          <p:nvPr/>
        </p:nvSpPr>
        <p:spPr>
          <a:xfrm>
            <a:off x="6092625" y="1416525"/>
            <a:ext cx="2604900" cy="32262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5" name="Google Shape;1135;p66"/>
          <p:cNvSpPr/>
          <p:nvPr/>
        </p:nvSpPr>
        <p:spPr>
          <a:xfrm>
            <a:off x="446475" y="1416525"/>
            <a:ext cx="2604900" cy="624300"/>
          </a:xfrm>
          <a:prstGeom prst="roundRect">
            <a:avLst>
              <a:gd fmla="val 27287" name="adj"/>
            </a:avLst>
          </a:prstGeom>
          <a:solidFill>
            <a:srgbClr val="0E8FA3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01. Regularização de Usuários</a:t>
            </a: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6" name="Google Shape;1136;p66"/>
          <p:cNvSpPr/>
          <p:nvPr/>
        </p:nvSpPr>
        <p:spPr>
          <a:xfrm>
            <a:off x="3269550" y="1416525"/>
            <a:ext cx="2604900" cy="624300"/>
          </a:xfrm>
          <a:prstGeom prst="roundRect">
            <a:avLst>
              <a:gd fmla="val 26297" name="adj"/>
            </a:avLst>
          </a:prstGeom>
          <a:solidFill>
            <a:srgbClr val="7BB930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02. Ativar Avaliações</a:t>
            </a: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7" name="Google Shape;1137;p66"/>
          <p:cNvSpPr/>
          <p:nvPr/>
        </p:nvSpPr>
        <p:spPr>
          <a:xfrm>
            <a:off x="6092625" y="1416525"/>
            <a:ext cx="2604900" cy="624300"/>
          </a:xfrm>
          <a:prstGeom prst="roundRect">
            <a:avLst>
              <a:gd fmla="val 24527" name="adj"/>
            </a:avLst>
          </a:prstGeom>
          <a:solidFill>
            <a:srgbClr val="F39C12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03. Buscas Automáticas</a:t>
            </a: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8" name="Google Shape;1138;p66"/>
          <p:cNvSpPr txBox="1"/>
          <p:nvPr/>
        </p:nvSpPr>
        <p:spPr>
          <a:xfrm>
            <a:off x="446475" y="2314950"/>
            <a:ext cx="260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21 → 35 usuários</a:t>
            </a:r>
            <a:endParaRPr sz="19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9" name="Google Shape;1139;p66"/>
          <p:cNvSpPr txBox="1"/>
          <p:nvPr/>
        </p:nvSpPr>
        <p:spPr>
          <a:xfrm>
            <a:off x="567825" y="2902669"/>
            <a:ext cx="2362200" cy="13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0434" lvl="0" marL="329184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i="0" lang="en" sz="1100" u="none" cap="none" strike="noStrik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Formaliza o que já é a realidade operacional da Integral Médica</a:t>
            </a:r>
            <a:endParaRPr i="0" sz="1100" u="none" cap="none" strike="noStrike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70434" lvl="0" marL="329184" marR="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Garante acesso contínuo para toda a equipe após 30/jun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 Investimento adicional: 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R$ 420,00/mês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0" name="Google Shape;1140;p66"/>
          <p:cNvSpPr txBox="1"/>
          <p:nvPr/>
        </p:nvSpPr>
        <p:spPr>
          <a:xfrm>
            <a:off x="3290600" y="2314950"/>
            <a:ext cx="260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BB93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Módulo já contratado</a:t>
            </a:r>
            <a:endParaRPr b="1" sz="1900">
              <a:solidFill>
                <a:srgbClr val="7BB93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41" name="Google Shape;1141;p66"/>
          <p:cNvSpPr txBox="1"/>
          <p:nvPr/>
        </p:nvSpPr>
        <p:spPr>
          <a:xfrm>
            <a:off x="3411950" y="2902669"/>
            <a:ext cx="23622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0434" lvl="0" marL="329184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Zero avaliações registradas até hoje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70434" lvl="0" marL="329184" marR="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Ativar agora: sem custo adicional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Investimento adicional: 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R$ 0,00 (já incluso)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2" name="Google Shape;1142;p66"/>
          <p:cNvSpPr txBox="1"/>
          <p:nvPr/>
        </p:nvSpPr>
        <p:spPr>
          <a:xfrm>
            <a:off x="6092625" y="2193075"/>
            <a:ext cx="260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CND - CNPJ - FGTS - IBAMA</a:t>
            </a:r>
            <a:endParaRPr b="1" sz="18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43" name="Google Shape;1143;p66"/>
          <p:cNvSpPr txBox="1"/>
          <p:nvPr/>
        </p:nvSpPr>
        <p:spPr>
          <a:xfrm>
            <a:off x="6213975" y="2902669"/>
            <a:ext cx="2362200" cy="16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0434" lvl="0" marL="329184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Buscas automáticas disponíveis nesta renovação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70434" lvl="0" marL="329184" marR="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IBAMA — mais relevante para fabricantes de matéria-prima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Investimento: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R$ 150,00/busca/mês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9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4" name="Google Shape;1144;p66"/>
          <p:cNvSpPr txBox="1"/>
          <p:nvPr/>
        </p:nvSpPr>
        <p:spPr>
          <a:xfrm>
            <a:off x="2972125" y="813575"/>
            <a:ext cx="324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 oportunidades concretas para esta renovação</a:t>
            </a:r>
            <a:endParaRPr sz="1500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67"/>
          <p:cNvSpPr txBox="1"/>
          <p:nvPr>
            <p:ph idx="4294967295" type="title"/>
          </p:nvPr>
        </p:nvSpPr>
        <p:spPr>
          <a:xfrm>
            <a:off x="98550" y="138600"/>
            <a:ext cx="89469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Por que Regularizar Agora</a:t>
            </a:r>
            <a:endParaRPr sz="2838">
              <a:solidFill>
                <a:srgbClr val="0E8FA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50" name="Google Shape;1150;p67"/>
          <p:cNvCxnSpPr/>
          <p:nvPr/>
        </p:nvCxnSpPr>
        <p:spPr>
          <a:xfrm>
            <a:off x="3148100" y="743900"/>
            <a:ext cx="28899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67"/>
          <p:cNvSpPr/>
          <p:nvPr/>
        </p:nvSpPr>
        <p:spPr>
          <a:xfrm>
            <a:off x="446475" y="1222800"/>
            <a:ext cx="2604900" cy="34914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0E8FA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2" name="Google Shape;1152;p67"/>
          <p:cNvSpPr/>
          <p:nvPr/>
        </p:nvSpPr>
        <p:spPr>
          <a:xfrm>
            <a:off x="3269550" y="1222800"/>
            <a:ext cx="2604900" cy="34914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7BB9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3" name="Google Shape;1153;p67"/>
          <p:cNvSpPr/>
          <p:nvPr/>
        </p:nvSpPr>
        <p:spPr>
          <a:xfrm>
            <a:off x="6092625" y="1222800"/>
            <a:ext cx="2604900" cy="34914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4" name="Google Shape;1154;p67"/>
          <p:cNvSpPr/>
          <p:nvPr/>
        </p:nvSpPr>
        <p:spPr>
          <a:xfrm>
            <a:off x="446475" y="1222800"/>
            <a:ext cx="2604900" cy="624300"/>
          </a:xfrm>
          <a:prstGeom prst="roundRect">
            <a:avLst>
              <a:gd fmla="val 27287" name="adj"/>
            </a:avLst>
          </a:prstGeom>
          <a:solidFill>
            <a:srgbClr val="0E8FA3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21 → 35 usuários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5" name="Google Shape;1155;p67"/>
          <p:cNvSpPr/>
          <p:nvPr/>
        </p:nvSpPr>
        <p:spPr>
          <a:xfrm>
            <a:off x="3269550" y="1222800"/>
            <a:ext cx="2604900" cy="624300"/>
          </a:xfrm>
          <a:prstGeom prst="roundRect">
            <a:avLst>
              <a:gd fmla="val 26297" name="adj"/>
            </a:avLst>
          </a:prstGeom>
          <a:solidFill>
            <a:srgbClr val="7BB930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Módulo de Avaliações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6" name="Google Shape;1156;p67"/>
          <p:cNvSpPr/>
          <p:nvPr/>
        </p:nvSpPr>
        <p:spPr>
          <a:xfrm>
            <a:off x="6092625" y="1222800"/>
            <a:ext cx="2604900" cy="624300"/>
          </a:xfrm>
          <a:prstGeom prst="roundRect">
            <a:avLst>
              <a:gd fmla="val 24527" name="adj"/>
            </a:avLst>
          </a:prstGeom>
          <a:solidFill>
            <a:srgbClr val="F39C12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Buscas IBAMA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7" name="Google Shape;1157;p67"/>
          <p:cNvSpPr txBox="1"/>
          <p:nvPr/>
        </p:nvSpPr>
        <p:spPr>
          <a:xfrm>
            <a:off x="707575" y="2114774"/>
            <a:ext cx="20826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Sua operação já funciona com 35 usuários — formalizar é só alinhar o contrato à realidade.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Com o contrato atualizado, 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toda a equipe segue operando normalmente, sem nenhuma interrupção.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Investimento adicional: 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R$ 420,00/mês para garantir o que já está funcionando.</a:t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8" name="Google Shape;1158;p67"/>
          <p:cNvSpPr txBox="1"/>
          <p:nvPr/>
        </p:nvSpPr>
        <p:spPr>
          <a:xfrm>
            <a:off x="2972125" y="813575"/>
            <a:ext cx="324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 valor de cada decisão para a Integral Médica</a:t>
            </a:r>
            <a:endParaRPr sz="1200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9" name="Google Shape;1159;p67"/>
          <p:cNvSpPr txBox="1"/>
          <p:nvPr/>
        </p:nvSpPr>
        <p:spPr>
          <a:xfrm>
            <a:off x="3530700" y="2114774"/>
            <a:ext cx="20826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Módulo já pago e nunca utilizado. Ativar agora significa extrair mais valor do investimento já feito.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Uma sessão de ativação com o CS é suficiente para colocar a equipe em funcionamento.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Sem custo extra — o módulo já está incluso no contrato atual.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0" name="Google Shape;1160;p67"/>
          <p:cNvSpPr txBox="1"/>
          <p:nvPr/>
        </p:nvSpPr>
        <p:spPr>
          <a:xfrm>
            <a:off x="6353825" y="2114774"/>
            <a:ext cx="2082600" cy="23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Fabricantes de matéria-prima estão sujeitos à Licença Ambiental Federal — exigência regulatória direta para o setor de suplementos.</a:t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Automatizar essa busca garante que nenhum fornecedor com licença vencida abastece a sua produção.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Identificamos o IBAMA como a busca com maior impacto estratégico para a operação da Integral Médica.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68"/>
          <p:cNvSpPr txBox="1"/>
          <p:nvPr>
            <p:ph idx="4294967295" type="title"/>
          </p:nvPr>
        </p:nvSpPr>
        <p:spPr>
          <a:xfrm>
            <a:off x="2207425" y="220250"/>
            <a:ext cx="45582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Proposta de Renovação</a:t>
            </a:r>
            <a:endParaRPr sz="2838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66" name="Google Shape;1166;p68"/>
          <p:cNvCxnSpPr/>
          <p:nvPr/>
        </p:nvCxnSpPr>
        <p:spPr>
          <a:xfrm>
            <a:off x="3082025" y="825550"/>
            <a:ext cx="2915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68"/>
          <p:cNvSpPr txBox="1"/>
          <p:nvPr/>
        </p:nvSpPr>
        <p:spPr>
          <a:xfrm>
            <a:off x="2972125" y="813575"/>
            <a:ext cx="324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Composição do investimento  •  Jun/2026</a:t>
            </a:r>
            <a:endParaRPr sz="12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68" name="Google Shape;1168;p68"/>
          <p:cNvSpPr/>
          <p:nvPr/>
        </p:nvSpPr>
        <p:spPr>
          <a:xfrm>
            <a:off x="446475" y="1222800"/>
            <a:ext cx="2604900" cy="28197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0E8FA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69" name="Google Shape;1169;p68"/>
          <p:cNvSpPr/>
          <p:nvPr/>
        </p:nvSpPr>
        <p:spPr>
          <a:xfrm>
            <a:off x="446475" y="1222800"/>
            <a:ext cx="2604900" cy="497400"/>
          </a:xfrm>
          <a:prstGeom prst="roundRect">
            <a:avLst>
              <a:gd fmla="val 27287" name="adj"/>
            </a:avLst>
          </a:prstGeom>
          <a:solidFill>
            <a:srgbClr val="757575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Hoje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0" name="Google Shape;1170;p68"/>
          <p:cNvSpPr txBox="1"/>
          <p:nvPr/>
        </p:nvSpPr>
        <p:spPr>
          <a:xfrm>
            <a:off x="712925" y="1939363"/>
            <a:ext cx="2072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300 fornecedores</a:t>
            </a: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21 usuários</a:t>
            </a: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(contratados)</a:t>
            </a: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1" name="Google Shape;1171;p68"/>
          <p:cNvSpPr txBox="1"/>
          <p:nvPr/>
        </p:nvSpPr>
        <p:spPr>
          <a:xfrm>
            <a:off x="377315" y="3359147"/>
            <a:ext cx="274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75757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R$ 2.181,92/mês</a:t>
            </a:r>
            <a:endParaRPr b="1" sz="1700">
              <a:solidFill>
                <a:srgbClr val="757575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2" name="Google Shape;1172;p68"/>
          <p:cNvSpPr/>
          <p:nvPr/>
        </p:nvSpPr>
        <p:spPr>
          <a:xfrm>
            <a:off x="3284575" y="1222800"/>
            <a:ext cx="5396100" cy="28197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3" name="Google Shape;1173;p68"/>
          <p:cNvSpPr/>
          <p:nvPr/>
        </p:nvSpPr>
        <p:spPr>
          <a:xfrm>
            <a:off x="3284575" y="1222800"/>
            <a:ext cx="5396100" cy="497400"/>
          </a:xfrm>
          <a:prstGeom prst="roundRect">
            <a:avLst>
              <a:gd fmla="val 27287" name="adj"/>
            </a:avLst>
          </a:prstGeom>
          <a:solidFill>
            <a:srgbClr val="087182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NOVA PROPOSTA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4" name="Google Shape;1174;p68"/>
          <p:cNvSpPr txBox="1"/>
          <p:nvPr/>
        </p:nvSpPr>
        <p:spPr>
          <a:xfrm>
            <a:off x="3502824" y="1823668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Base com reajuste IPCA (4,39%)</a:t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5" name="Google Shape;1175;p68"/>
          <p:cNvSpPr txBox="1"/>
          <p:nvPr/>
        </p:nvSpPr>
        <p:spPr>
          <a:xfrm>
            <a:off x="3502824" y="2182295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Regularização de Usuários (21 → 35)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6" name="Google Shape;1176;p68"/>
          <p:cNvSpPr txBox="1"/>
          <p:nvPr/>
        </p:nvSpPr>
        <p:spPr>
          <a:xfrm>
            <a:off x="3502824" y="2540921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Buscas Automáticas (IBAMA, CND, CNPJ, FGTS)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7" name="Google Shape;1177;p68"/>
          <p:cNvSpPr txBox="1"/>
          <p:nvPr/>
        </p:nvSpPr>
        <p:spPr>
          <a:xfrm>
            <a:off x="3502824" y="3258174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R$ 150,00/busca/mês</a:t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8" name="Google Shape;1178;p68"/>
          <p:cNvSpPr txBox="1"/>
          <p:nvPr/>
        </p:nvSpPr>
        <p:spPr>
          <a:xfrm>
            <a:off x="3502824" y="3616801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7BB930"/>
                </a:solidFill>
                <a:latin typeface="Barlow"/>
                <a:ea typeface="Barlow"/>
                <a:cs typeface="Barlow"/>
                <a:sym typeface="Barlow"/>
              </a:rPr>
              <a:t>4 meses identicos bonificados na renovacao</a:t>
            </a:r>
            <a:endParaRPr b="1" sz="1063">
              <a:solidFill>
                <a:srgbClr val="7BB93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9" name="Google Shape;1179;p68"/>
          <p:cNvSpPr txBox="1"/>
          <p:nvPr/>
        </p:nvSpPr>
        <p:spPr>
          <a:xfrm>
            <a:off x="3502824" y="2899548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0" name="Google Shape;1180;p68"/>
          <p:cNvSpPr txBox="1"/>
          <p:nvPr/>
        </p:nvSpPr>
        <p:spPr>
          <a:xfrm>
            <a:off x="6646521" y="1823668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R$ 2.277,73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1" name="Google Shape;1181;p68"/>
          <p:cNvSpPr txBox="1"/>
          <p:nvPr/>
        </p:nvSpPr>
        <p:spPr>
          <a:xfrm>
            <a:off x="6646521" y="2182295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R$ 420,00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2" name="Google Shape;1182;p68"/>
          <p:cNvSpPr txBox="1"/>
          <p:nvPr/>
        </p:nvSpPr>
        <p:spPr>
          <a:xfrm>
            <a:off x="6646521" y="2540921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3" name="Google Shape;1183;p68"/>
          <p:cNvSpPr txBox="1"/>
          <p:nvPr/>
        </p:nvSpPr>
        <p:spPr>
          <a:xfrm>
            <a:off x="6646521" y="3258174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4" name="Google Shape;1184;p68"/>
          <p:cNvSpPr txBox="1"/>
          <p:nvPr/>
        </p:nvSpPr>
        <p:spPr>
          <a:xfrm>
            <a:off x="6646521" y="3616801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7BB930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b="1" sz="1063">
              <a:solidFill>
                <a:srgbClr val="7BB93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5" name="Google Shape;1185;p68"/>
          <p:cNvSpPr txBox="1"/>
          <p:nvPr/>
        </p:nvSpPr>
        <p:spPr>
          <a:xfrm>
            <a:off x="6646521" y="2899548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/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6" name="Google Shape;1186;p68"/>
          <p:cNvSpPr/>
          <p:nvPr/>
        </p:nvSpPr>
        <p:spPr>
          <a:xfrm>
            <a:off x="3284575" y="4122975"/>
            <a:ext cx="5396100" cy="780900"/>
          </a:xfrm>
          <a:prstGeom prst="roundRect">
            <a:avLst>
              <a:gd fmla="val 23723" name="adj"/>
            </a:avLst>
          </a:prstGeom>
          <a:solidFill>
            <a:schemeClr val="accent6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VALOR FINAL DE RENOVAÇÃO</a:t>
            </a:r>
            <a:endParaRPr sz="1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R$ 2.697,73/mês</a:t>
            </a:r>
            <a:endParaRPr b="1" sz="19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87" name="Google Shape;1187;p68"/>
          <p:cNvCxnSpPr/>
          <p:nvPr/>
        </p:nvCxnSpPr>
        <p:spPr>
          <a:xfrm>
            <a:off x="3510650" y="2135787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68"/>
          <p:cNvCxnSpPr/>
          <p:nvPr/>
        </p:nvCxnSpPr>
        <p:spPr>
          <a:xfrm>
            <a:off x="3510650" y="2505118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68"/>
          <p:cNvCxnSpPr/>
          <p:nvPr/>
        </p:nvCxnSpPr>
        <p:spPr>
          <a:xfrm>
            <a:off x="3510650" y="2874449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68"/>
          <p:cNvCxnSpPr/>
          <p:nvPr/>
        </p:nvCxnSpPr>
        <p:spPr>
          <a:xfrm>
            <a:off x="3510650" y="3243781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1" name="Google Shape;1191;p68"/>
          <p:cNvCxnSpPr/>
          <p:nvPr/>
        </p:nvCxnSpPr>
        <p:spPr>
          <a:xfrm>
            <a:off x="3510650" y="3613112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A2B9"/>
            </a:gs>
            <a:gs pos="38000">
              <a:srgbClr val="0BA2B9"/>
            </a:gs>
            <a:gs pos="100000">
              <a:srgbClr val="087182"/>
            </a:gs>
          </a:gsLst>
          <a:lin ang="2698631" scaled="0"/>
        </a:gradFill>
      </p:bgPr>
    </p:bg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69"/>
          <p:cNvSpPr txBox="1"/>
          <p:nvPr>
            <p:ph idx="4294967295" type="subTitle"/>
          </p:nvPr>
        </p:nvSpPr>
        <p:spPr>
          <a:xfrm>
            <a:off x="724525" y="1363853"/>
            <a:ext cx="4869900" cy="13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Juntos, Integral Médica cresce. </a:t>
            </a:r>
            <a:r>
              <a:rPr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r>
              <a:rPr b="1"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r>
              <a:rPr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/>
            </a:r>
            <a:endParaRPr sz="38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 Efcaz </a:t>
            </a:r>
            <a:r>
              <a:rPr b="1"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cresce junto.</a:t>
            </a:r>
            <a:endParaRPr b="1" sz="38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97" name="Google Shape;1197;p69"/>
          <p:cNvCxnSpPr/>
          <p:nvPr/>
        </p:nvCxnSpPr>
        <p:spPr>
          <a:xfrm>
            <a:off x="565250" y="1359653"/>
            <a:ext cx="0" cy="2205300"/>
          </a:xfrm>
          <a:prstGeom prst="straightConnector1">
            <a:avLst/>
          </a:prstGeom>
          <a:noFill/>
          <a:ln cap="flat" cmpd="sng" w="21300">
            <a:solidFill>
              <a:srgbClr val="FFDC6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8" name="Google Shape;1198;p69"/>
          <p:cNvSpPr txBox="1"/>
          <p:nvPr/>
        </p:nvSpPr>
        <p:spPr>
          <a:xfrm>
            <a:off x="980700" y="3018150"/>
            <a:ext cx="24714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51175" spcFirstLastPara="1" rIns="51175" wrap="square" tIns="51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Gabriel Vital  •  Customer Success Specialist </a:t>
            </a:r>
            <a:endParaRPr sz="1194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99" name="Google Shape;1199;p69"/>
          <p:cNvSpPr txBox="1"/>
          <p:nvPr/>
        </p:nvSpPr>
        <p:spPr>
          <a:xfrm>
            <a:off x="685798" y="4389216"/>
            <a:ext cx="11130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6050" lIns="76050" spcFirstLastPara="1" rIns="76050" wrap="square" tIns="76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4" u="sng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efcaz.com.br</a:t>
            </a:r>
            <a:endParaRPr sz="1497" u="sng">
              <a:solidFill>
                <a:srgbClr val="FFFFFF"/>
              </a:solidFill>
            </a:endParaRPr>
          </a:p>
        </p:txBody>
      </p:sp>
      <p:pic>
        <p:nvPicPr>
          <p:cNvPr id="1200" name="Google Shape;1200;p6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123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69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0706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6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42296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69">
            <a:hlinkClick r:id="rId10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03883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69"/>
          <p:cNvSpPr txBox="1"/>
          <p:nvPr/>
        </p:nvSpPr>
        <p:spPr>
          <a:xfrm>
            <a:off x="980700" y="3318316"/>
            <a:ext cx="24714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51175" spcFirstLastPara="1" rIns="51175" wrap="square" tIns="51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4" u="sng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gabriel.evangelista@efcaz.com.br </a:t>
            </a:r>
            <a:endParaRPr sz="1194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05" name="Google Shape;1205;p6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37825" y="3347688"/>
            <a:ext cx="224175" cy="2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6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7825" y="3049613"/>
            <a:ext cx="224175" cy="2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69" title="586.jp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99000" y="559425"/>
            <a:ext cx="2737200" cy="423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9" name="Google Shape;539;p30"/>
          <p:cNvSpPr txBox="1"/>
          <p:nvPr>
            <p:ph type="title"/>
          </p:nvPr>
        </p:nvSpPr>
        <p:spPr>
          <a:xfrm>
            <a:off x="831350" y="14025"/>
            <a:ext cx="72801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3300">
                <a:solidFill>
                  <a:srgbClr val="52AFC8"/>
                </a:solidFill>
                <a:latin typeface="Barlow Black"/>
                <a:ea typeface="Barlow Black"/>
                <a:cs typeface="Barlow Black"/>
                <a:sym typeface="Barlow Black"/>
              </a:rPr>
              <a:t>Busca de Certidões Automática</a:t>
            </a:r>
            <a:endParaRPr sz="3300">
              <a:solidFill>
                <a:srgbClr val="52AFC8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7574075" y="503750"/>
            <a:ext cx="1524000" cy="1000800"/>
          </a:xfrm>
          <a:prstGeom prst="roundRect">
            <a:avLst>
              <a:gd fmla="val 3030" name="adj"/>
            </a:avLst>
          </a:prstGeom>
          <a:solidFill>
            <a:srgbClr val="4293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Due Diligence</a:t>
            </a:r>
            <a:br>
              <a:rPr b="1" lang="en" sz="13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b="1" lang="en" sz="13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Inclusas do 1 ao 3 </a:t>
            </a:r>
            <a:br>
              <a:rPr b="1" lang="en" sz="13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b="1" lang="en"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2 buscas Premium </a:t>
            </a:r>
            <a:endParaRPr b="1" sz="1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42" name="Picture 541" descr="_temp_slide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12" y="503750"/>
            <a:ext cx="8169574" cy="4595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s Brokerage Company Profile by Slidesgo">
  <a:themeElements>
    <a:clrScheme name="Simple Light">
      <a:dk1>
        <a:srgbClr val="221F4A"/>
      </a:dk1>
      <a:lt1>
        <a:srgbClr val="EEEEEE"/>
      </a:lt1>
      <a:dk2>
        <a:srgbClr val="D9DFF2"/>
      </a:dk2>
      <a:lt2>
        <a:srgbClr val="A1B5E5"/>
      </a:lt2>
      <a:accent1>
        <a:srgbClr val="3F91E3"/>
      </a:accent1>
      <a:accent2>
        <a:srgbClr val="3751E5"/>
      </a:accent2>
      <a:accent3>
        <a:srgbClr val="FEB15F"/>
      </a:accent3>
      <a:accent4>
        <a:srgbClr val="FE8A0D"/>
      </a:accent4>
      <a:accent5>
        <a:srgbClr val="EF6856"/>
      </a:accent5>
      <a:accent6>
        <a:srgbClr val="FFFFFF"/>
      </a:accent6>
      <a:hlink>
        <a:srgbClr val="221F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s Brokerage Company Profile by Slidesgo">
  <a:themeElements>
    <a:clrScheme name="Simple Light">
      <a:dk1>
        <a:srgbClr val="221F4A"/>
      </a:dk1>
      <a:lt1>
        <a:srgbClr val="EEEEEE"/>
      </a:lt1>
      <a:dk2>
        <a:srgbClr val="D9DFF2"/>
      </a:dk2>
      <a:lt2>
        <a:srgbClr val="A1B5E5"/>
      </a:lt2>
      <a:accent1>
        <a:srgbClr val="3F91E3"/>
      </a:accent1>
      <a:accent2>
        <a:srgbClr val="3751E5"/>
      </a:accent2>
      <a:accent3>
        <a:srgbClr val="FEB15F"/>
      </a:accent3>
      <a:accent4>
        <a:srgbClr val="FE8A0D"/>
      </a:accent4>
      <a:accent5>
        <a:srgbClr val="EF6856"/>
      </a:accent5>
      <a:accent6>
        <a:srgbClr val="FFFFFF"/>
      </a:accent6>
      <a:hlink>
        <a:srgbClr val="221F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