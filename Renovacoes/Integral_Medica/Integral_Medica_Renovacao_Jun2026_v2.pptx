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3"/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Bakbak One"/>
      <p:regular r:id="rId13"/>
    </p:embeddedFont>
    <p:embeddedFont>
      <p:font typeface="Bebas Neue"/>
      <p:regular r:id="rId14"/>
    </p:embeddedFont>
    <p:embeddedFont>
      <p:font typeface="Barlow Condensed"/>
      <p:regular r:id="rId15"/>
      <p:bold r:id="rId16"/>
      <p:italic r:id="rId17"/>
      <p:boldItalic r:id="rId18"/>
    </p:embeddedFont>
    <p:embeddedFont>
      <p:font typeface="Anek Gujarati"/>
      <p:regular r:id="rId19"/>
      <p:bold r:id="rId20"/>
    </p:embeddedFont>
    <p:embeddedFont>
      <p:font typeface="Barlow"/>
      <p:regular r:id="rId21"/>
      <p:bold r:id="rId22"/>
      <p:italic r:id="rId23"/>
      <p:boldItalic r:id="rId24"/>
    </p:embeddedFont>
    <p:embeddedFont>
      <p:font typeface="Barlow Black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BakbakOne-regular.fntdata"/><Relationship Id="rId14" Type="http://schemas.openxmlformats.org/officeDocument/2006/relationships/font" Target="fonts/BebasNeue-regular.fntdata"/><Relationship Id="rId15" Type="http://schemas.openxmlformats.org/officeDocument/2006/relationships/font" Target="fonts/BarlowCondensed-regular.fntdata"/><Relationship Id="rId16" Type="http://schemas.openxmlformats.org/officeDocument/2006/relationships/font" Target="fonts/BarlowCondensed-bold.fntdata"/><Relationship Id="rId17" Type="http://schemas.openxmlformats.org/officeDocument/2006/relationships/font" Target="fonts/BarlowCondensed-italic.fntdata"/><Relationship Id="rId18" Type="http://schemas.openxmlformats.org/officeDocument/2006/relationships/font" Target="fonts/BarlowCondensed-boldItalic.fntdata"/><Relationship Id="rId19" Type="http://schemas.openxmlformats.org/officeDocument/2006/relationships/font" Target="fonts/AnekGujarati-regular.fntdata"/><Relationship Id="rId20" Type="http://schemas.openxmlformats.org/officeDocument/2006/relationships/font" Target="fonts/AnekGujarati-bold.fntdata"/><Relationship Id="rId21" Type="http://schemas.openxmlformats.org/officeDocument/2006/relationships/font" Target="fonts/Barlow-regular.fntdata"/><Relationship Id="rId22" Type="http://schemas.openxmlformats.org/officeDocument/2006/relationships/font" Target="fonts/Barlow-bold.fntdata"/><Relationship Id="rId23" Type="http://schemas.openxmlformats.org/officeDocument/2006/relationships/font" Target="fonts/Barlow-italic.fntdata"/><Relationship Id="rId24" Type="http://schemas.openxmlformats.org/officeDocument/2006/relationships/font" Target="fonts/Barlow-boldItalic.fntdata"/><Relationship Id="rId25" Type="http://schemas.openxmlformats.org/officeDocument/2006/relationships/font" Target="fonts/BarlowBlack-bold.fntdata"/><Relationship Id="rId26" Type="http://schemas.openxmlformats.org/officeDocument/2006/relationships/font" Target="fonts/BarlowBlack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3d402a7deff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3d402a7deff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e0b436a26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3e0b436a26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3e0b436a267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3e0b436a267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3e0b436a267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3e0b436a267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e0b436a267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3e0b436a267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3d402a7deff_3_3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3d402a7deff_3_3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3d402a7deff_3_2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4" name="Google Shape;1194;g3d402a7deff_3_2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6074000" y="-2888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" name="Google Shape;10;p2"/>
          <p:cNvSpPr/>
          <p:nvPr/>
        </p:nvSpPr>
        <p:spPr>
          <a:xfrm>
            <a:off x="-442575" y="944975"/>
            <a:ext cx="620025" cy="1124375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1" name="Google Shape;11;p2"/>
          <p:cNvSpPr/>
          <p:nvPr/>
        </p:nvSpPr>
        <p:spPr>
          <a:xfrm rot="-2397370">
            <a:off x="3545248" y="-584398"/>
            <a:ext cx="1010520" cy="997374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2" name="Google Shape;12;p2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713214" y="985900"/>
            <a:ext cx="4147800" cy="250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800"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713214" y="3681825"/>
            <a:ext cx="4147800" cy="47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" name="Google Shape;15;p2"/>
          <p:cNvSpPr/>
          <p:nvPr/>
        </p:nvSpPr>
        <p:spPr>
          <a:xfrm flipH="1" rot="-10799680">
            <a:off x="7987179" y="31990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6" name="Google Shape;16;p2"/>
          <p:cNvSpPr txBox="1"/>
          <p:nvPr>
            <p:ph idx="2" type="subTitle"/>
          </p:nvPr>
        </p:nvSpPr>
        <p:spPr>
          <a:xfrm>
            <a:off x="2411400" y="3154200"/>
            <a:ext cx="4321200" cy="4971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4385200" y="-35875"/>
            <a:ext cx="4758900" cy="5213100"/>
          </a:xfrm>
          <a:prstGeom prst="rect">
            <a:avLst/>
          </a:prstGeom>
          <a:solidFill>
            <a:srgbClr val="7BB930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4525925" y="2175900"/>
            <a:ext cx="3904800" cy="131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hasCustomPrompt="1" idx="2" type="title"/>
          </p:nvPr>
        </p:nvSpPr>
        <p:spPr>
          <a:xfrm>
            <a:off x="7059475" y="1154500"/>
            <a:ext cx="13713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/>
          <p:nvPr/>
        </p:nvSpPr>
        <p:spPr>
          <a:xfrm rot="7802080">
            <a:off x="5238753" y="35218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2" name="Google Shape;22;p3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3" name="Google Shape;23;p3"/>
          <p:cNvSpPr/>
          <p:nvPr/>
        </p:nvSpPr>
        <p:spPr>
          <a:xfrm rot="-4238987">
            <a:off x="4532162" y="-506466"/>
            <a:ext cx="1119366" cy="1104804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24" name="Google Shape;24;p3"/>
          <p:cNvGrpSpPr/>
          <p:nvPr/>
        </p:nvGrpSpPr>
        <p:grpSpPr>
          <a:xfrm rot="5400000">
            <a:off x="6674224" y="-129862"/>
            <a:ext cx="416587" cy="977813"/>
            <a:chOff x="8555949" y="425163"/>
            <a:chExt cx="416587" cy="977813"/>
          </a:xfrm>
        </p:grpSpPr>
        <p:sp>
          <p:nvSpPr>
            <p:cNvPr id="25" name="Google Shape;25;p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8879236" y="425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" name="Google Shape;29;p3"/>
          <p:cNvGrpSpPr/>
          <p:nvPr/>
        </p:nvGrpSpPr>
        <p:grpSpPr>
          <a:xfrm rot="5400000">
            <a:off x="8139343" y="4220094"/>
            <a:ext cx="1238412" cy="385925"/>
            <a:chOff x="8251149" y="734000"/>
            <a:chExt cx="1238412" cy="385925"/>
          </a:xfrm>
        </p:grpSpPr>
        <p:sp>
          <p:nvSpPr>
            <p:cNvPr id="30" name="Google Shape;30;p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3"/>
          <p:cNvSpPr/>
          <p:nvPr/>
        </p:nvSpPr>
        <p:spPr>
          <a:xfrm flipH="1" rot="-10799680">
            <a:off x="193005" y="39365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5" name="Google Shape;35;p3"/>
          <p:cNvSpPr/>
          <p:nvPr/>
        </p:nvSpPr>
        <p:spPr>
          <a:xfrm flipH="1">
            <a:off x="-493158" y="-1649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36" name="Google Shape;36;p3"/>
          <p:cNvGrpSpPr/>
          <p:nvPr/>
        </p:nvGrpSpPr>
        <p:grpSpPr>
          <a:xfrm rot="5400000">
            <a:off x="137099" y="469700"/>
            <a:ext cx="568987" cy="596813"/>
            <a:chOff x="8555949" y="806163"/>
            <a:chExt cx="568987" cy="596813"/>
          </a:xfrm>
        </p:grpSpPr>
        <p:sp>
          <p:nvSpPr>
            <p:cNvPr id="37" name="Google Shape;37;p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 cap="flat" cmpd="sng" w="9525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rgbClr val="7BB930"/>
            </a:solidFill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>
            <p:ph idx="2" type="pic"/>
          </p:nvPr>
        </p:nvSpPr>
        <p:spPr>
          <a:xfrm>
            <a:off x="5813325" y="-75687"/>
            <a:ext cx="4107300" cy="52950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4"/>
          <p:cNvSpPr/>
          <p:nvPr/>
        </p:nvSpPr>
        <p:spPr>
          <a:xfrm>
            <a:off x="-71775" y="-35875"/>
            <a:ext cx="5885100" cy="5213100"/>
          </a:xfrm>
          <a:prstGeom prst="rect">
            <a:avLst/>
          </a:prstGeom>
          <a:solidFill>
            <a:srgbClr val="52AFC8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 rot="10799680">
            <a:off x="-574246" y="43206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5" name="Google Shape;45;p4"/>
          <p:cNvSpPr/>
          <p:nvPr/>
        </p:nvSpPr>
        <p:spPr>
          <a:xfrm rot="-2700226">
            <a:off x="-373517" y="-1266334"/>
            <a:ext cx="4195301" cy="2007164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6" name="Google Shape;46;p4"/>
          <p:cNvSpPr/>
          <p:nvPr/>
        </p:nvSpPr>
        <p:spPr>
          <a:xfrm>
            <a:off x="5119550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7" name="Google Shape;47;p4">
            <a:hlinkClick action="ppaction://hlinkshowjump?jump=nextslide"/>
          </p:cNvPr>
          <p:cNvSpPr/>
          <p:nvPr/>
        </p:nvSpPr>
        <p:spPr>
          <a:xfrm>
            <a:off x="265001" y="4781610"/>
            <a:ext cx="210596" cy="210596"/>
          </a:xfrm>
          <a:prstGeom prst="ellipse">
            <a:avLst/>
          </a:prstGeom>
          <a:solidFill>
            <a:srgbClr val="52AFC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297108" y="4836218"/>
            <a:ext cx="146350" cy="101353"/>
            <a:chOff x="-797260" y="3184175"/>
            <a:chExt cx="502500" cy="348000"/>
          </a:xfrm>
        </p:grpSpPr>
        <p:cxnSp>
          <p:nvCxnSpPr>
            <p:cNvPr id="49" name="Google Shape;49;p4"/>
            <p:cNvCxnSpPr/>
            <p:nvPr/>
          </p:nvCxnSpPr>
          <p:spPr>
            <a:xfrm>
              <a:off x="-797260" y="3361225"/>
              <a:ext cx="5025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4"/>
            <p:cNvCxnSpPr/>
            <p:nvPr/>
          </p:nvCxnSpPr>
          <p:spPr>
            <a:xfrm>
              <a:off x="-471875" y="3184175"/>
              <a:ext cx="174000" cy="174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" name="Google Shape;51;p4"/>
            <p:cNvCxnSpPr/>
            <p:nvPr/>
          </p:nvCxnSpPr>
          <p:spPr>
            <a:xfrm flipH="1" rot="10800000">
              <a:off x="-471875" y="3358175"/>
              <a:ext cx="174000" cy="174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2" name="Google Shape;52;p4"/>
          <p:cNvGrpSpPr/>
          <p:nvPr/>
        </p:nvGrpSpPr>
        <p:grpSpPr>
          <a:xfrm rot="5400000">
            <a:off x="4847243" y="3991494"/>
            <a:ext cx="1238412" cy="385925"/>
            <a:chOff x="8251149" y="734000"/>
            <a:chExt cx="1238412" cy="385925"/>
          </a:xfrm>
        </p:grpSpPr>
        <p:sp>
          <p:nvSpPr>
            <p:cNvPr id="53" name="Google Shape;53;p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4"/>
          <p:cNvSpPr txBox="1"/>
          <p:nvPr>
            <p:ph type="title"/>
          </p:nvPr>
        </p:nvSpPr>
        <p:spPr>
          <a:xfrm>
            <a:off x="720000" y="445025"/>
            <a:ext cx="44835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8" name="Google Shape;58;p4"/>
          <p:cNvSpPr txBox="1"/>
          <p:nvPr>
            <p:ph idx="1" type="body"/>
          </p:nvPr>
        </p:nvSpPr>
        <p:spPr>
          <a:xfrm>
            <a:off x="720000" y="1997600"/>
            <a:ext cx="4124400" cy="26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AutoNum type="arabicPeriod"/>
              <a:defRPr/>
            </a:lvl1pPr>
            <a:lvl2pPr indent="-3175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AutoNum type="alphaLcPeriod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romanLcPeriod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rabicPeriod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lphaLcPeriod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romanLcPeriod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rabicPeriod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lphaLcPeriod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1" type="subTitle"/>
          </p:nvPr>
        </p:nvSpPr>
        <p:spPr>
          <a:xfrm>
            <a:off x="5064212" y="3025999"/>
            <a:ext cx="30462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subTitle"/>
          </p:nvPr>
        </p:nvSpPr>
        <p:spPr>
          <a:xfrm>
            <a:off x="1033587" y="3025999"/>
            <a:ext cx="30462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3" type="subTitle"/>
          </p:nvPr>
        </p:nvSpPr>
        <p:spPr>
          <a:xfrm>
            <a:off x="1033587" y="2498300"/>
            <a:ext cx="3046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4" type="subTitle"/>
          </p:nvPr>
        </p:nvSpPr>
        <p:spPr>
          <a:xfrm>
            <a:off x="5064213" y="2498300"/>
            <a:ext cx="3046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5" name="Google Shape;65;p5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6" name="Google Shape;66;p5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7" name="Google Shape;67;p5"/>
          <p:cNvSpPr/>
          <p:nvPr/>
        </p:nvSpPr>
        <p:spPr>
          <a:xfrm>
            <a:off x="8562625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8" name="Google Shape;68;p5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9" name="Google Shape;69;p5"/>
          <p:cNvSpPr/>
          <p:nvPr/>
        </p:nvSpPr>
        <p:spPr>
          <a:xfrm rot="-2499097">
            <a:off x="-630975" y="-879433"/>
            <a:ext cx="3899477" cy="1866001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0" name="Google Shape;70;p5"/>
          <p:cNvSpPr/>
          <p:nvPr/>
        </p:nvSpPr>
        <p:spPr>
          <a:xfrm rot="-598330">
            <a:off x="5525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 flipH="1" rot="598330">
            <a:off x="84176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8214107" y="4542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2350782" y="1268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8464807" y="32425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2441007" y="48161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-364043" y="24292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" name="Google Shape;77;p5"/>
          <p:cNvGrpSpPr/>
          <p:nvPr/>
        </p:nvGrpSpPr>
        <p:grpSpPr>
          <a:xfrm>
            <a:off x="8555949" y="806163"/>
            <a:ext cx="416587" cy="596813"/>
            <a:chOff x="8555949" y="806163"/>
            <a:chExt cx="416587" cy="596813"/>
          </a:xfrm>
        </p:grpSpPr>
        <p:sp>
          <p:nvSpPr>
            <p:cNvPr id="78" name="Google Shape;78;p5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" name="Google Shape;82;p5"/>
          <p:cNvGrpSpPr/>
          <p:nvPr/>
        </p:nvGrpSpPr>
        <p:grpSpPr>
          <a:xfrm rot="5400000">
            <a:off x="137099" y="3885763"/>
            <a:ext cx="568987" cy="596813"/>
            <a:chOff x="8555949" y="806163"/>
            <a:chExt cx="568987" cy="596813"/>
          </a:xfrm>
        </p:grpSpPr>
        <p:sp>
          <p:nvSpPr>
            <p:cNvPr id="83" name="Google Shape;83;p5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" name="Google Shape;89;p6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0" name="Google Shape;90;p6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1" name="Google Shape;91;p6"/>
          <p:cNvSpPr/>
          <p:nvPr/>
        </p:nvSpPr>
        <p:spPr>
          <a:xfrm>
            <a:off x="-299350" y="-370825"/>
            <a:ext cx="1019350" cy="1339700"/>
          </a:xfrm>
          <a:custGeom>
            <a:rect b="b" l="l" r="r" t="t"/>
            <a:pathLst>
              <a:path extrusionOk="0" h="53588" w="40774">
                <a:moveTo>
                  <a:pt x="33493" y="0"/>
                </a:moveTo>
                <a:cubicBezTo>
                  <a:pt x="44905" y="5708"/>
                  <a:pt x="41319" y="28589"/>
                  <a:pt x="33014" y="38277"/>
                </a:cubicBezTo>
                <a:cubicBezTo>
                  <a:pt x="25119" y="47487"/>
                  <a:pt x="12131" y="53588"/>
                  <a:pt x="0" y="53588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2" name="Google Shape;92;p6"/>
          <p:cNvSpPr/>
          <p:nvPr/>
        </p:nvSpPr>
        <p:spPr>
          <a:xfrm rot="10061061">
            <a:off x="8561918" y="4386800"/>
            <a:ext cx="1019363" cy="1339717"/>
          </a:xfrm>
          <a:custGeom>
            <a:rect b="b" l="l" r="r" t="t"/>
            <a:pathLst>
              <a:path extrusionOk="0" h="53588" w="40774">
                <a:moveTo>
                  <a:pt x="33493" y="0"/>
                </a:moveTo>
                <a:cubicBezTo>
                  <a:pt x="44905" y="5708"/>
                  <a:pt x="41319" y="28589"/>
                  <a:pt x="33014" y="38277"/>
                </a:cubicBezTo>
                <a:cubicBezTo>
                  <a:pt x="25119" y="47487"/>
                  <a:pt x="12131" y="53588"/>
                  <a:pt x="0" y="53588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93" name="Google Shape;93;p6"/>
          <p:cNvGrpSpPr/>
          <p:nvPr/>
        </p:nvGrpSpPr>
        <p:grpSpPr>
          <a:xfrm>
            <a:off x="8402289" y="308647"/>
            <a:ext cx="461594" cy="461695"/>
            <a:chOff x="3601725" y="3116375"/>
            <a:chExt cx="253275" cy="253400"/>
          </a:xfrm>
        </p:grpSpPr>
        <p:sp>
          <p:nvSpPr>
            <p:cNvPr id="94" name="Google Shape;94;p6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6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" name="Google Shape;103;p6"/>
          <p:cNvGrpSpPr/>
          <p:nvPr/>
        </p:nvGrpSpPr>
        <p:grpSpPr>
          <a:xfrm>
            <a:off x="265001" y="4781610"/>
            <a:ext cx="210596" cy="210596"/>
            <a:chOff x="777346" y="3496226"/>
            <a:chExt cx="356700" cy="356700"/>
          </a:xfrm>
        </p:grpSpPr>
        <p:sp>
          <p:nvSpPr>
            <p:cNvPr id="104" name="Google Shape;104;p6">
              <a:hlinkClick action="ppaction://hlinkshowjump?jump=nextslide"/>
            </p:cNvPr>
            <p:cNvSpPr/>
            <p:nvPr/>
          </p:nvSpPr>
          <p:spPr>
            <a:xfrm>
              <a:off x="777346" y="3496226"/>
              <a:ext cx="356700" cy="356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52AF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5" name="Google Shape;105;p6"/>
            <p:cNvGrpSpPr/>
            <p:nvPr/>
          </p:nvGrpSpPr>
          <p:grpSpPr>
            <a:xfrm>
              <a:off x="831727" y="3588720"/>
              <a:ext cx="247883" cy="171668"/>
              <a:chOff x="-797260" y="3184175"/>
              <a:chExt cx="502500" cy="348000"/>
            </a:xfrm>
          </p:grpSpPr>
          <p:cxnSp>
            <p:nvCxnSpPr>
              <p:cNvPr id="106" name="Google Shape;106;p6"/>
              <p:cNvCxnSpPr/>
              <p:nvPr/>
            </p:nvCxnSpPr>
            <p:spPr>
              <a:xfrm>
                <a:off x="-797260" y="3361225"/>
                <a:ext cx="502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2AFC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" name="Google Shape;107;p6"/>
              <p:cNvCxnSpPr/>
              <p:nvPr/>
            </p:nvCxnSpPr>
            <p:spPr>
              <a:xfrm>
                <a:off x="-471875" y="3184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2AFC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" name="Google Shape;108;p6"/>
              <p:cNvCxnSpPr/>
              <p:nvPr/>
            </p:nvCxnSpPr>
            <p:spPr>
              <a:xfrm flipH="1" rot="10800000">
                <a:off x="-471875" y="3358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2AFC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rgbClr val="7BB93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 flipH="1" rot="-8387282">
            <a:off x="-19816" y="3600341"/>
            <a:ext cx="4195327" cy="200719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11" name="Google Shape;111;p7"/>
          <p:cNvSpPr/>
          <p:nvPr/>
        </p:nvSpPr>
        <p:spPr>
          <a:xfrm>
            <a:off x="1303950" y="-14209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112" name="Google Shape;112;p7"/>
          <p:cNvGrpSpPr/>
          <p:nvPr/>
        </p:nvGrpSpPr>
        <p:grpSpPr>
          <a:xfrm>
            <a:off x="140920" y="285789"/>
            <a:ext cx="305816" cy="438180"/>
            <a:chOff x="8555949" y="806163"/>
            <a:chExt cx="416587" cy="596813"/>
          </a:xfrm>
        </p:grpSpPr>
        <p:sp>
          <p:nvSpPr>
            <p:cNvPr id="113" name="Google Shape;113;p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" name="Google Shape;117;p7"/>
          <p:cNvGrpSpPr/>
          <p:nvPr/>
        </p:nvGrpSpPr>
        <p:grpSpPr>
          <a:xfrm rot="5400000">
            <a:off x="428737" y="4305600"/>
            <a:ext cx="568987" cy="596813"/>
            <a:chOff x="8555949" y="806163"/>
            <a:chExt cx="568987" cy="596813"/>
          </a:xfrm>
        </p:grpSpPr>
        <p:sp>
          <p:nvSpPr>
            <p:cNvPr id="118" name="Google Shape;118;p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7"/>
          <p:cNvSpPr txBox="1"/>
          <p:nvPr>
            <p:ph type="title"/>
          </p:nvPr>
        </p:nvSpPr>
        <p:spPr>
          <a:xfrm>
            <a:off x="720000" y="445025"/>
            <a:ext cx="429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7"/>
          <p:cNvSpPr txBox="1"/>
          <p:nvPr>
            <p:ph idx="1" type="subTitle"/>
          </p:nvPr>
        </p:nvSpPr>
        <p:spPr>
          <a:xfrm>
            <a:off x="720000" y="1543050"/>
            <a:ext cx="4294800" cy="28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7"/>
          <p:cNvSpPr/>
          <p:nvPr/>
        </p:nvSpPr>
        <p:spPr>
          <a:xfrm>
            <a:off x="5203425" y="-35875"/>
            <a:ext cx="3940500" cy="5213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 rot="10799680">
            <a:off x="5203429" y="22632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26" name="Google Shape;126;p7"/>
          <p:cNvSpPr/>
          <p:nvPr/>
        </p:nvSpPr>
        <p:spPr>
          <a:xfrm>
            <a:off x="6154900" y="-1649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1" name="Google Shape;131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type="title"/>
          </p:nvPr>
        </p:nvSpPr>
        <p:spPr>
          <a:xfrm>
            <a:off x="720000" y="539500"/>
            <a:ext cx="4508100" cy="13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7BB930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/>
          <p:nvPr/>
        </p:nvSpPr>
        <p:spPr>
          <a:xfrm rot="7802080">
            <a:off x="5238753" y="36136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36" name="Google Shape;136;p11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37" name="Google Shape;137;p11"/>
          <p:cNvSpPr/>
          <p:nvPr/>
        </p:nvSpPr>
        <p:spPr>
          <a:xfrm>
            <a:off x="-442575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38" name="Google Shape;138;p11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39" name="Google Shape;139;p11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140" name="Google Shape;140;p11"/>
          <p:cNvGrpSpPr/>
          <p:nvPr/>
        </p:nvGrpSpPr>
        <p:grpSpPr>
          <a:xfrm>
            <a:off x="8144346" y="4178365"/>
            <a:ext cx="572857" cy="573064"/>
            <a:chOff x="3601725" y="3116375"/>
            <a:chExt cx="253275" cy="253400"/>
          </a:xfrm>
        </p:grpSpPr>
        <p:sp>
          <p:nvSpPr>
            <p:cNvPr id="141" name="Google Shape;141;p11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" name="Google Shape;150;p11"/>
          <p:cNvGrpSpPr/>
          <p:nvPr/>
        </p:nvGrpSpPr>
        <p:grpSpPr>
          <a:xfrm rot="5400000">
            <a:off x="870474" y="-54062"/>
            <a:ext cx="416587" cy="977813"/>
            <a:chOff x="8555949" y="425163"/>
            <a:chExt cx="416587" cy="977813"/>
          </a:xfrm>
        </p:grpSpPr>
        <p:sp>
          <p:nvSpPr>
            <p:cNvPr id="151" name="Google Shape;151;p11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>
              <a:off x="8879236" y="425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" name="Google Shape;155;p11"/>
          <p:cNvGrpSpPr/>
          <p:nvPr/>
        </p:nvGrpSpPr>
        <p:grpSpPr>
          <a:xfrm rot="5400000">
            <a:off x="8418693" y="3907744"/>
            <a:ext cx="1238412" cy="385925"/>
            <a:chOff x="8251149" y="734000"/>
            <a:chExt cx="1238412" cy="385925"/>
          </a:xfrm>
        </p:grpSpPr>
        <p:sp>
          <p:nvSpPr>
            <p:cNvPr id="156" name="Google Shape;156;p11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1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60" name="Google Shape;160;p11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2143862" y="168937"/>
            <a:ext cx="4856277" cy="480562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1"/>
          <p:cNvSpPr txBox="1"/>
          <p:nvPr>
            <p:ph hasCustomPrompt="1" type="title"/>
          </p:nvPr>
        </p:nvSpPr>
        <p:spPr>
          <a:xfrm>
            <a:off x="998550" y="1492198"/>
            <a:ext cx="7146900" cy="16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5" name="Google Shape;165;p13"/>
          <p:cNvSpPr txBox="1"/>
          <p:nvPr>
            <p:ph hasCustomPrompt="1" idx="2" type="title"/>
          </p:nvPr>
        </p:nvSpPr>
        <p:spPr>
          <a:xfrm>
            <a:off x="720000" y="1328475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6" name="Google Shape;166;p13"/>
          <p:cNvSpPr txBox="1"/>
          <p:nvPr>
            <p:ph hasCustomPrompt="1" idx="3" type="title"/>
          </p:nvPr>
        </p:nvSpPr>
        <p:spPr>
          <a:xfrm>
            <a:off x="720000" y="3141246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7" name="Google Shape;167;p13"/>
          <p:cNvSpPr txBox="1"/>
          <p:nvPr>
            <p:ph hasCustomPrompt="1" idx="4" type="title"/>
          </p:nvPr>
        </p:nvSpPr>
        <p:spPr>
          <a:xfrm>
            <a:off x="3419250" y="1328475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8" name="Google Shape;168;p13"/>
          <p:cNvSpPr txBox="1"/>
          <p:nvPr>
            <p:ph hasCustomPrompt="1" idx="5" type="title"/>
          </p:nvPr>
        </p:nvSpPr>
        <p:spPr>
          <a:xfrm>
            <a:off x="3419250" y="3141246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9" name="Google Shape;169;p13"/>
          <p:cNvSpPr txBox="1"/>
          <p:nvPr>
            <p:ph hasCustomPrompt="1" idx="6" type="title"/>
          </p:nvPr>
        </p:nvSpPr>
        <p:spPr>
          <a:xfrm>
            <a:off x="6118500" y="1328475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/>
          <p:nvPr>
            <p:ph hasCustomPrompt="1" idx="7" type="title"/>
          </p:nvPr>
        </p:nvSpPr>
        <p:spPr>
          <a:xfrm>
            <a:off x="6118500" y="3141246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/>
          <p:nvPr>
            <p:ph idx="1" type="subTitle"/>
          </p:nvPr>
        </p:nvSpPr>
        <p:spPr>
          <a:xfrm>
            <a:off x="720000" y="1925975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2" name="Google Shape;172;p13"/>
          <p:cNvSpPr txBox="1"/>
          <p:nvPr>
            <p:ph idx="8" type="subTitle"/>
          </p:nvPr>
        </p:nvSpPr>
        <p:spPr>
          <a:xfrm>
            <a:off x="3419250" y="1925975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3" name="Google Shape;173;p13"/>
          <p:cNvSpPr txBox="1"/>
          <p:nvPr>
            <p:ph idx="9" type="subTitle"/>
          </p:nvPr>
        </p:nvSpPr>
        <p:spPr>
          <a:xfrm>
            <a:off x="6118500" y="1925975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4" name="Google Shape;174;p13"/>
          <p:cNvSpPr txBox="1"/>
          <p:nvPr>
            <p:ph idx="13" type="subTitle"/>
          </p:nvPr>
        </p:nvSpPr>
        <p:spPr>
          <a:xfrm>
            <a:off x="720000" y="3738800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5" name="Google Shape;175;p13"/>
          <p:cNvSpPr txBox="1"/>
          <p:nvPr>
            <p:ph idx="14" type="subTitle"/>
          </p:nvPr>
        </p:nvSpPr>
        <p:spPr>
          <a:xfrm>
            <a:off x="3419250" y="3738800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6" name="Google Shape;176;p13"/>
          <p:cNvSpPr txBox="1"/>
          <p:nvPr>
            <p:ph idx="15" type="subTitle"/>
          </p:nvPr>
        </p:nvSpPr>
        <p:spPr>
          <a:xfrm>
            <a:off x="6118500" y="3738800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7" name="Google Shape;177;p13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78" name="Google Shape;178;p13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79" name="Google Shape;179;p13"/>
          <p:cNvSpPr/>
          <p:nvPr/>
        </p:nvSpPr>
        <p:spPr>
          <a:xfrm>
            <a:off x="8562625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80" name="Google Shape;180;p13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81" name="Google Shape;181;p13"/>
          <p:cNvSpPr/>
          <p:nvPr/>
        </p:nvSpPr>
        <p:spPr>
          <a:xfrm rot="-2499097">
            <a:off x="-356375" y="-879421"/>
            <a:ext cx="3899477" cy="1866001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82" name="Google Shape;182;p13"/>
          <p:cNvSpPr/>
          <p:nvPr/>
        </p:nvSpPr>
        <p:spPr>
          <a:xfrm>
            <a:off x="8569919" y="7920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"/>
          <p:cNvSpPr/>
          <p:nvPr/>
        </p:nvSpPr>
        <p:spPr>
          <a:xfrm>
            <a:off x="-247631" y="13284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"/>
          <p:cNvSpPr/>
          <p:nvPr/>
        </p:nvSpPr>
        <p:spPr>
          <a:xfrm>
            <a:off x="6970800" y="4870899"/>
            <a:ext cx="679178" cy="17022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" name="Google Shape;185;p13"/>
          <p:cNvGrpSpPr/>
          <p:nvPr/>
        </p:nvGrpSpPr>
        <p:grpSpPr>
          <a:xfrm>
            <a:off x="265001" y="4781610"/>
            <a:ext cx="210596" cy="210596"/>
            <a:chOff x="777346" y="3496226"/>
            <a:chExt cx="356700" cy="356700"/>
          </a:xfrm>
        </p:grpSpPr>
        <p:sp>
          <p:nvSpPr>
            <p:cNvPr id="186" name="Google Shape;186;p13">
              <a:hlinkClick action="ppaction://hlinkshowjump?jump=nextslide"/>
            </p:cNvPr>
            <p:cNvSpPr/>
            <p:nvPr/>
          </p:nvSpPr>
          <p:spPr>
            <a:xfrm>
              <a:off x="777346" y="3496226"/>
              <a:ext cx="356700" cy="356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7" name="Google Shape;187;p13"/>
            <p:cNvGrpSpPr/>
            <p:nvPr/>
          </p:nvGrpSpPr>
          <p:grpSpPr>
            <a:xfrm>
              <a:off x="831727" y="3588720"/>
              <a:ext cx="247883" cy="171668"/>
              <a:chOff x="-797260" y="3184175"/>
              <a:chExt cx="502500" cy="348000"/>
            </a:xfrm>
          </p:grpSpPr>
          <p:cxnSp>
            <p:nvCxnSpPr>
              <p:cNvPr id="188" name="Google Shape;188;p13"/>
              <p:cNvCxnSpPr/>
              <p:nvPr/>
            </p:nvCxnSpPr>
            <p:spPr>
              <a:xfrm>
                <a:off x="-797260" y="3361225"/>
                <a:ext cx="502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9" name="Google Shape;189;p13"/>
              <p:cNvCxnSpPr/>
              <p:nvPr/>
            </p:nvCxnSpPr>
            <p:spPr>
              <a:xfrm>
                <a:off x="-471875" y="3184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" name="Google Shape;190;p13"/>
              <p:cNvCxnSpPr/>
              <p:nvPr/>
            </p:nvCxnSpPr>
            <p:spPr>
              <a:xfrm flipH="1" rot="10800000">
                <a:off x="-471875" y="3358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91" name="Google Shape;191;p13"/>
          <p:cNvGrpSpPr/>
          <p:nvPr/>
        </p:nvGrpSpPr>
        <p:grpSpPr>
          <a:xfrm rot="5400000">
            <a:off x="8079424" y="104713"/>
            <a:ext cx="568987" cy="596813"/>
            <a:chOff x="8555949" y="806163"/>
            <a:chExt cx="568987" cy="596813"/>
          </a:xfrm>
        </p:grpSpPr>
        <p:sp>
          <p:nvSpPr>
            <p:cNvPr id="192" name="Google Shape;192;p1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" name="Google Shape;196;p13"/>
          <p:cNvGrpSpPr/>
          <p:nvPr/>
        </p:nvGrpSpPr>
        <p:grpSpPr>
          <a:xfrm rot="5400000">
            <a:off x="-273432" y="3251019"/>
            <a:ext cx="1238412" cy="385925"/>
            <a:chOff x="8251149" y="734000"/>
            <a:chExt cx="1238412" cy="385925"/>
          </a:xfrm>
        </p:grpSpPr>
        <p:sp>
          <p:nvSpPr>
            <p:cNvPr id="197" name="Google Shape;197;p1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3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/>
          <p:nvPr>
            <p:ph type="title"/>
          </p:nvPr>
        </p:nvSpPr>
        <p:spPr>
          <a:xfrm>
            <a:off x="3557400" y="3100288"/>
            <a:ext cx="4360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3" name="Google Shape;203;p14"/>
          <p:cNvSpPr txBox="1"/>
          <p:nvPr>
            <p:ph idx="1" type="subTitle"/>
          </p:nvPr>
        </p:nvSpPr>
        <p:spPr>
          <a:xfrm>
            <a:off x="1226400" y="151131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bg>
      <p:bgPr>
        <a:solidFill>
          <a:schemeClr val="accent2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 txBox="1"/>
          <p:nvPr>
            <p:ph type="title"/>
          </p:nvPr>
        </p:nvSpPr>
        <p:spPr>
          <a:xfrm>
            <a:off x="6198475" y="2398350"/>
            <a:ext cx="2232300" cy="114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6" name="Google Shape;206;p15"/>
          <p:cNvSpPr txBox="1"/>
          <p:nvPr>
            <p:ph idx="1" type="subTitle"/>
          </p:nvPr>
        </p:nvSpPr>
        <p:spPr>
          <a:xfrm>
            <a:off x="6198475" y="3582000"/>
            <a:ext cx="2232300" cy="10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07" name="Google Shape;207;p15"/>
          <p:cNvSpPr/>
          <p:nvPr/>
        </p:nvSpPr>
        <p:spPr>
          <a:xfrm rot="10799680">
            <a:off x="-385046" y="460418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08" name="Google Shape;208;p15"/>
          <p:cNvSpPr/>
          <p:nvPr/>
        </p:nvSpPr>
        <p:spPr>
          <a:xfrm>
            <a:off x="8299225" y="-1067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09" name="Google Shape;209;p15"/>
          <p:cNvSpPr/>
          <p:nvPr/>
        </p:nvSpPr>
        <p:spPr>
          <a:xfrm rot="10799680">
            <a:off x="5421629" y="-106514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10" name="Google Shape;210;p15"/>
          <p:cNvSpPr/>
          <p:nvPr/>
        </p:nvSpPr>
        <p:spPr>
          <a:xfrm rot="7850356">
            <a:off x="7845757" y="3364383"/>
            <a:ext cx="4195605" cy="2007424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11" name="Google Shape;211;p15"/>
          <p:cNvSpPr/>
          <p:nvPr/>
        </p:nvSpPr>
        <p:spPr>
          <a:xfrm flipH="1">
            <a:off x="8794254" y="21245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5"/>
          <p:cNvSpPr/>
          <p:nvPr/>
        </p:nvSpPr>
        <p:spPr>
          <a:xfrm flipH="1">
            <a:off x="3222248" y="50391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5"/>
          <p:cNvSpPr/>
          <p:nvPr/>
        </p:nvSpPr>
        <p:spPr>
          <a:xfrm flipH="1">
            <a:off x="7224936" y="233711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"/>
          <p:cNvSpPr txBox="1"/>
          <p:nvPr>
            <p:ph type="title"/>
          </p:nvPr>
        </p:nvSpPr>
        <p:spPr>
          <a:xfrm>
            <a:off x="720000" y="445025"/>
            <a:ext cx="4294800" cy="11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6" name="Google Shape;216;p16"/>
          <p:cNvSpPr txBox="1"/>
          <p:nvPr>
            <p:ph idx="1" type="subTitle"/>
          </p:nvPr>
        </p:nvSpPr>
        <p:spPr>
          <a:xfrm>
            <a:off x="720000" y="1690350"/>
            <a:ext cx="4294800" cy="29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217" name="Google Shape;217;p16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/>
          <p:cNvSpPr/>
          <p:nvPr/>
        </p:nvSpPr>
        <p:spPr>
          <a:xfrm flipH="1" rot="-1095117">
            <a:off x="-1255957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19" name="Google Shape;219;p16"/>
          <p:cNvSpPr/>
          <p:nvPr/>
        </p:nvSpPr>
        <p:spPr>
          <a:xfrm flipH="1">
            <a:off x="-156566" y="-412225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20" name="Google Shape;220;p16"/>
          <p:cNvSpPr/>
          <p:nvPr/>
        </p:nvSpPr>
        <p:spPr>
          <a:xfrm flipH="1">
            <a:off x="-203741" y="28076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 flipH="1">
            <a:off x="230498" y="3600388"/>
            <a:ext cx="416587" cy="596813"/>
            <a:chOff x="8555949" y="806163"/>
            <a:chExt cx="416587" cy="596813"/>
          </a:xfrm>
        </p:grpSpPr>
        <p:sp>
          <p:nvSpPr>
            <p:cNvPr id="222" name="Google Shape;222;p16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6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6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" name="Google Shape;226;p16"/>
          <p:cNvSpPr/>
          <p:nvPr/>
        </p:nvSpPr>
        <p:spPr>
          <a:xfrm rot="10799680">
            <a:off x="-156571" y="46747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BODY_1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/>
          <p:nvPr>
            <p:ph idx="1" type="body"/>
          </p:nvPr>
        </p:nvSpPr>
        <p:spPr>
          <a:xfrm>
            <a:off x="720000" y="1457197"/>
            <a:ext cx="3675000" cy="31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229" name="Google Shape;229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0" name="Google Shape;230;p17"/>
          <p:cNvSpPr txBox="1"/>
          <p:nvPr>
            <p:ph idx="2" type="body"/>
          </p:nvPr>
        </p:nvSpPr>
        <p:spPr>
          <a:xfrm>
            <a:off x="4749000" y="1457197"/>
            <a:ext cx="3675000" cy="31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231" name="Google Shape;231;p17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32" name="Google Shape;232;p17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33" name="Google Shape;233;p17"/>
          <p:cNvSpPr/>
          <p:nvPr/>
        </p:nvSpPr>
        <p:spPr>
          <a:xfrm>
            <a:off x="8562625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34" name="Google Shape;234;p17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35" name="Google Shape;235;p17"/>
          <p:cNvSpPr/>
          <p:nvPr/>
        </p:nvSpPr>
        <p:spPr>
          <a:xfrm rot="-2499097">
            <a:off x="-356375" y="-879421"/>
            <a:ext cx="3899477" cy="1866001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36" name="Google Shape;236;p17"/>
          <p:cNvSpPr/>
          <p:nvPr/>
        </p:nvSpPr>
        <p:spPr>
          <a:xfrm>
            <a:off x="8569919" y="7920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7"/>
          <p:cNvSpPr/>
          <p:nvPr/>
        </p:nvSpPr>
        <p:spPr>
          <a:xfrm>
            <a:off x="-247631" y="13284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7"/>
          <p:cNvSpPr/>
          <p:nvPr/>
        </p:nvSpPr>
        <p:spPr>
          <a:xfrm>
            <a:off x="6970800" y="4870899"/>
            <a:ext cx="679178" cy="17022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9" name="Google Shape;239;p17"/>
          <p:cNvGrpSpPr/>
          <p:nvPr/>
        </p:nvGrpSpPr>
        <p:grpSpPr>
          <a:xfrm>
            <a:off x="265001" y="4781610"/>
            <a:ext cx="210596" cy="210596"/>
            <a:chOff x="777346" y="3496226"/>
            <a:chExt cx="356700" cy="356700"/>
          </a:xfrm>
        </p:grpSpPr>
        <p:sp>
          <p:nvSpPr>
            <p:cNvPr id="240" name="Google Shape;240;p17">
              <a:hlinkClick action="ppaction://hlinkshowjump?jump=nextslide"/>
            </p:cNvPr>
            <p:cNvSpPr/>
            <p:nvPr/>
          </p:nvSpPr>
          <p:spPr>
            <a:xfrm>
              <a:off x="777346" y="3496226"/>
              <a:ext cx="356700" cy="356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1" name="Google Shape;241;p17"/>
            <p:cNvGrpSpPr/>
            <p:nvPr/>
          </p:nvGrpSpPr>
          <p:grpSpPr>
            <a:xfrm>
              <a:off x="831727" y="3588720"/>
              <a:ext cx="247883" cy="171668"/>
              <a:chOff x="-797260" y="3184175"/>
              <a:chExt cx="502500" cy="348000"/>
            </a:xfrm>
          </p:grpSpPr>
          <p:cxnSp>
            <p:nvCxnSpPr>
              <p:cNvPr id="242" name="Google Shape;242;p17"/>
              <p:cNvCxnSpPr/>
              <p:nvPr/>
            </p:nvCxnSpPr>
            <p:spPr>
              <a:xfrm>
                <a:off x="-797260" y="3361225"/>
                <a:ext cx="502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3" name="Google Shape;243;p17"/>
              <p:cNvCxnSpPr/>
              <p:nvPr/>
            </p:nvCxnSpPr>
            <p:spPr>
              <a:xfrm>
                <a:off x="-471875" y="3184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4" name="Google Shape;244;p17"/>
              <p:cNvCxnSpPr/>
              <p:nvPr/>
            </p:nvCxnSpPr>
            <p:spPr>
              <a:xfrm flipH="1" rot="10800000">
                <a:off x="-471875" y="3358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45" name="Google Shape;245;p17"/>
          <p:cNvGrpSpPr/>
          <p:nvPr/>
        </p:nvGrpSpPr>
        <p:grpSpPr>
          <a:xfrm rot="5400000">
            <a:off x="8079424" y="104713"/>
            <a:ext cx="568987" cy="596813"/>
            <a:chOff x="8555949" y="806163"/>
            <a:chExt cx="568987" cy="596813"/>
          </a:xfrm>
        </p:grpSpPr>
        <p:sp>
          <p:nvSpPr>
            <p:cNvPr id="246" name="Google Shape;246;p1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7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" name="Google Shape;250;p17"/>
          <p:cNvGrpSpPr/>
          <p:nvPr/>
        </p:nvGrpSpPr>
        <p:grpSpPr>
          <a:xfrm rot="5400000">
            <a:off x="-273432" y="3251019"/>
            <a:ext cx="1238412" cy="385925"/>
            <a:chOff x="8251149" y="734000"/>
            <a:chExt cx="1238412" cy="385925"/>
          </a:xfrm>
        </p:grpSpPr>
        <p:sp>
          <p:nvSpPr>
            <p:cNvPr id="251" name="Google Shape;251;p1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7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7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7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7" name="Google Shape;257;p18"/>
          <p:cNvSpPr txBox="1"/>
          <p:nvPr>
            <p:ph idx="1" type="subTitle"/>
          </p:nvPr>
        </p:nvSpPr>
        <p:spPr>
          <a:xfrm>
            <a:off x="937625" y="3025998"/>
            <a:ext cx="22800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58" name="Google Shape;258;p18"/>
          <p:cNvSpPr txBox="1"/>
          <p:nvPr>
            <p:ph idx="2" type="subTitle"/>
          </p:nvPr>
        </p:nvSpPr>
        <p:spPr>
          <a:xfrm>
            <a:off x="3484350" y="3025998"/>
            <a:ext cx="22800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59" name="Google Shape;259;p18"/>
          <p:cNvSpPr txBox="1"/>
          <p:nvPr>
            <p:ph idx="3" type="subTitle"/>
          </p:nvPr>
        </p:nvSpPr>
        <p:spPr>
          <a:xfrm>
            <a:off x="6031075" y="3025998"/>
            <a:ext cx="22800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60" name="Google Shape;260;p18"/>
          <p:cNvSpPr txBox="1"/>
          <p:nvPr>
            <p:ph idx="4" type="subTitle"/>
          </p:nvPr>
        </p:nvSpPr>
        <p:spPr>
          <a:xfrm>
            <a:off x="937625" y="2498300"/>
            <a:ext cx="2280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1" name="Google Shape;261;p18"/>
          <p:cNvSpPr txBox="1"/>
          <p:nvPr>
            <p:ph idx="5" type="subTitle"/>
          </p:nvPr>
        </p:nvSpPr>
        <p:spPr>
          <a:xfrm>
            <a:off x="3484350" y="2498300"/>
            <a:ext cx="2280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2" name="Google Shape;262;p18"/>
          <p:cNvSpPr txBox="1"/>
          <p:nvPr>
            <p:ph idx="6" type="subTitle"/>
          </p:nvPr>
        </p:nvSpPr>
        <p:spPr>
          <a:xfrm>
            <a:off x="6031075" y="2498300"/>
            <a:ext cx="2280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3" name="Google Shape;263;p18"/>
          <p:cNvSpPr/>
          <p:nvPr/>
        </p:nvSpPr>
        <p:spPr>
          <a:xfrm rot="-1526559">
            <a:off x="3115925" y="-1002837"/>
            <a:ext cx="3899407" cy="1865967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64" name="Google Shape;264;p18"/>
          <p:cNvSpPr/>
          <p:nvPr/>
        </p:nvSpPr>
        <p:spPr>
          <a:xfrm rot="3010588">
            <a:off x="8512253" y="153467"/>
            <a:ext cx="1841616" cy="181766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65" name="Google Shape;265;p18"/>
          <p:cNvSpPr/>
          <p:nvPr/>
        </p:nvSpPr>
        <p:spPr>
          <a:xfrm>
            <a:off x="8571825" y="2421349"/>
            <a:ext cx="416576" cy="104389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6" name="Google Shape;266;p18"/>
          <p:cNvGrpSpPr/>
          <p:nvPr/>
        </p:nvGrpSpPr>
        <p:grpSpPr>
          <a:xfrm>
            <a:off x="107343" y="3811438"/>
            <a:ext cx="416587" cy="596813"/>
            <a:chOff x="8555949" y="806163"/>
            <a:chExt cx="416587" cy="596813"/>
          </a:xfrm>
        </p:grpSpPr>
        <p:sp>
          <p:nvSpPr>
            <p:cNvPr id="267" name="Google Shape;267;p1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8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8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8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1" name="Google Shape;271;p18"/>
          <p:cNvSpPr/>
          <p:nvPr/>
        </p:nvSpPr>
        <p:spPr>
          <a:xfrm>
            <a:off x="8845851" y="34279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8"/>
          <p:cNvSpPr/>
          <p:nvPr/>
        </p:nvSpPr>
        <p:spPr>
          <a:xfrm>
            <a:off x="-365762" y="20204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8"/>
          <p:cNvSpPr/>
          <p:nvPr/>
        </p:nvSpPr>
        <p:spPr>
          <a:xfrm flipH="1" rot="-8100000">
            <a:off x="-524684" y="4314302"/>
            <a:ext cx="2405868" cy="2374571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74" name="Google Shape;274;p18"/>
          <p:cNvSpPr/>
          <p:nvPr/>
        </p:nvSpPr>
        <p:spPr>
          <a:xfrm flipH="1" rot="1461625">
            <a:off x="-1229109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75" name="Google Shape;275;p18"/>
          <p:cNvSpPr/>
          <p:nvPr/>
        </p:nvSpPr>
        <p:spPr>
          <a:xfrm>
            <a:off x="2368413" y="48183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8"/>
          <p:cNvSpPr/>
          <p:nvPr/>
        </p:nvSpPr>
        <p:spPr>
          <a:xfrm flipH="1">
            <a:off x="5508603" y="4674573"/>
            <a:ext cx="4114800" cy="1414225"/>
          </a:xfrm>
          <a:custGeom>
            <a:rect b="b" l="l" r="r" t="t"/>
            <a:pathLst>
              <a:path extrusionOk="0" h="56569" w="164592">
                <a:moveTo>
                  <a:pt x="0" y="4277"/>
                </a:moveTo>
                <a:cubicBezTo>
                  <a:pt x="28218" y="-5125"/>
                  <a:pt x="62109" y="3035"/>
                  <a:pt x="88297" y="17136"/>
                </a:cubicBezTo>
                <a:cubicBezTo>
                  <a:pt x="100376" y="23640"/>
                  <a:pt x="110755" y="32907"/>
                  <a:pt x="121730" y="41139"/>
                </a:cubicBezTo>
                <a:cubicBezTo>
                  <a:pt x="127125" y="45186"/>
                  <a:pt x="131533" y="51288"/>
                  <a:pt x="138018" y="53140"/>
                </a:cubicBezTo>
                <a:cubicBezTo>
                  <a:pt x="146606" y="55593"/>
                  <a:pt x="155661" y="56569"/>
                  <a:pt x="164592" y="56569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sp>
      <p:grpSp>
        <p:nvGrpSpPr>
          <p:cNvPr id="277" name="Google Shape;277;p18"/>
          <p:cNvGrpSpPr/>
          <p:nvPr/>
        </p:nvGrpSpPr>
        <p:grpSpPr>
          <a:xfrm>
            <a:off x="8429268" y="103300"/>
            <a:ext cx="400212" cy="418950"/>
            <a:chOff x="8555949" y="984025"/>
            <a:chExt cx="400212" cy="418950"/>
          </a:xfrm>
        </p:grpSpPr>
        <p:sp>
          <p:nvSpPr>
            <p:cNvPr id="278" name="Google Shape;278;p1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8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8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1" name="Google Shape;281;p18"/>
          <p:cNvSpPr/>
          <p:nvPr/>
        </p:nvSpPr>
        <p:spPr>
          <a:xfrm rot="-598330">
            <a:off x="5525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8"/>
          <p:cNvSpPr/>
          <p:nvPr/>
        </p:nvSpPr>
        <p:spPr>
          <a:xfrm flipH="1" rot="598330">
            <a:off x="84176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5" name="Google Shape;285;p19"/>
          <p:cNvSpPr txBox="1"/>
          <p:nvPr>
            <p:ph idx="1" type="subTitle"/>
          </p:nvPr>
        </p:nvSpPr>
        <p:spPr>
          <a:xfrm>
            <a:off x="715200" y="186045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86" name="Google Shape;286;p19"/>
          <p:cNvSpPr txBox="1"/>
          <p:nvPr>
            <p:ph idx="2" type="subTitle"/>
          </p:nvPr>
        </p:nvSpPr>
        <p:spPr>
          <a:xfrm>
            <a:off x="5916249" y="186045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87" name="Google Shape;287;p19"/>
          <p:cNvSpPr txBox="1"/>
          <p:nvPr>
            <p:ph idx="3" type="subTitle"/>
          </p:nvPr>
        </p:nvSpPr>
        <p:spPr>
          <a:xfrm>
            <a:off x="715200" y="367220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88" name="Google Shape;288;p19"/>
          <p:cNvSpPr txBox="1"/>
          <p:nvPr>
            <p:ph idx="4" type="subTitle"/>
          </p:nvPr>
        </p:nvSpPr>
        <p:spPr>
          <a:xfrm>
            <a:off x="5916249" y="367220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89" name="Google Shape;289;p19"/>
          <p:cNvSpPr txBox="1"/>
          <p:nvPr>
            <p:ph idx="5" type="subTitle"/>
          </p:nvPr>
        </p:nvSpPr>
        <p:spPr>
          <a:xfrm>
            <a:off x="715200" y="1332750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0" name="Google Shape;290;p19"/>
          <p:cNvSpPr txBox="1"/>
          <p:nvPr>
            <p:ph idx="6" type="subTitle"/>
          </p:nvPr>
        </p:nvSpPr>
        <p:spPr>
          <a:xfrm>
            <a:off x="715200" y="3144501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1" name="Google Shape;291;p19"/>
          <p:cNvSpPr txBox="1"/>
          <p:nvPr>
            <p:ph idx="7" type="subTitle"/>
          </p:nvPr>
        </p:nvSpPr>
        <p:spPr>
          <a:xfrm>
            <a:off x="5916225" y="1332750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2" name="Google Shape;292;p19"/>
          <p:cNvSpPr txBox="1"/>
          <p:nvPr>
            <p:ph idx="8" type="subTitle"/>
          </p:nvPr>
        </p:nvSpPr>
        <p:spPr>
          <a:xfrm>
            <a:off x="5916225" y="3144501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3" name="Google Shape;293;p19"/>
          <p:cNvSpPr/>
          <p:nvPr/>
        </p:nvSpPr>
        <p:spPr>
          <a:xfrm flipH="1">
            <a:off x="-1356975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94" name="Google Shape;294;p19"/>
          <p:cNvSpPr/>
          <p:nvPr/>
        </p:nvSpPr>
        <p:spPr>
          <a:xfrm flipH="1">
            <a:off x="8616488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95" name="Google Shape;295;p19"/>
          <p:cNvSpPr/>
          <p:nvPr/>
        </p:nvSpPr>
        <p:spPr>
          <a:xfrm flipH="1" rot="2700000">
            <a:off x="5495848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96" name="Google Shape;296;p19"/>
          <p:cNvSpPr/>
          <p:nvPr/>
        </p:nvSpPr>
        <p:spPr>
          <a:xfrm flipH="1" rot="-10799680">
            <a:off x="5118351" y="458718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297" name="Google Shape;297;p19"/>
          <p:cNvGrpSpPr/>
          <p:nvPr/>
        </p:nvGrpSpPr>
        <p:grpSpPr>
          <a:xfrm>
            <a:off x="8458541" y="2362275"/>
            <a:ext cx="400212" cy="418950"/>
            <a:chOff x="8555949" y="984025"/>
            <a:chExt cx="400212" cy="418950"/>
          </a:xfrm>
        </p:grpSpPr>
        <p:sp>
          <p:nvSpPr>
            <p:cNvPr id="298" name="Google Shape;298;p19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9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1" name="Google Shape;301;p19"/>
          <p:cNvGrpSpPr/>
          <p:nvPr/>
        </p:nvGrpSpPr>
        <p:grpSpPr>
          <a:xfrm>
            <a:off x="135941" y="4198750"/>
            <a:ext cx="416587" cy="596813"/>
            <a:chOff x="8555949" y="806163"/>
            <a:chExt cx="416587" cy="596813"/>
          </a:xfrm>
        </p:grpSpPr>
        <p:sp>
          <p:nvSpPr>
            <p:cNvPr id="302" name="Google Shape;302;p19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9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6" name="Google Shape;306;p19"/>
          <p:cNvSpPr/>
          <p:nvPr/>
        </p:nvSpPr>
        <p:spPr>
          <a:xfrm flipH="1" rot="-7199939">
            <a:off x="1064415" y="4455831"/>
            <a:ext cx="2895074" cy="2857413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9" name="Google Shape;309;p20"/>
          <p:cNvSpPr txBox="1"/>
          <p:nvPr>
            <p:ph idx="1" type="subTitle"/>
          </p:nvPr>
        </p:nvSpPr>
        <p:spPr>
          <a:xfrm>
            <a:off x="725575" y="186045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10" name="Google Shape;310;p20"/>
          <p:cNvSpPr txBox="1"/>
          <p:nvPr>
            <p:ph idx="2" type="subTitle"/>
          </p:nvPr>
        </p:nvSpPr>
        <p:spPr>
          <a:xfrm>
            <a:off x="3394825" y="186045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11" name="Google Shape;311;p20"/>
          <p:cNvSpPr txBox="1"/>
          <p:nvPr>
            <p:ph idx="3" type="subTitle"/>
          </p:nvPr>
        </p:nvSpPr>
        <p:spPr>
          <a:xfrm>
            <a:off x="725575" y="367220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12" name="Google Shape;312;p20"/>
          <p:cNvSpPr txBox="1"/>
          <p:nvPr>
            <p:ph idx="4" type="subTitle"/>
          </p:nvPr>
        </p:nvSpPr>
        <p:spPr>
          <a:xfrm>
            <a:off x="3394825" y="367220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13" name="Google Shape;313;p20"/>
          <p:cNvSpPr txBox="1"/>
          <p:nvPr>
            <p:ph idx="5" type="subTitle"/>
          </p:nvPr>
        </p:nvSpPr>
        <p:spPr>
          <a:xfrm>
            <a:off x="6065271" y="186045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14" name="Google Shape;314;p20"/>
          <p:cNvSpPr txBox="1"/>
          <p:nvPr>
            <p:ph idx="6" type="subTitle"/>
          </p:nvPr>
        </p:nvSpPr>
        <p:spPr>
          <a:xfrm>
            <a:off x="6065271" y="367220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15" name="Google Shape;315;p20"/>
          <p:cNvSpPr txBox="1"/>
          <p:nvPr>
            <p:ph idx="7" type="subTitle"/>
          </p:nvPr>
        </p:nvSpPr>
        <p:spPr>
          <a:xfrm>
            <a:off x="725575" y="133275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6" name="Google Shape;316;p20"/>
          <p:cNvSpPr txBox="1"/>
          <p:nvPr>
            <p:ph idx="8" type="subTitle"/>
          </p:nvPr>
        </p:nvSpPr>
        <p:spPr>
          <a:xfrm>
            <a:off x="3394825" y="133275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7" name="Google Shape;317;p20"/>
          <p:cNvSpPr txBox="1"/>
          <p:nvPr>
            <p:ph idx="9" type="subTitle"/>
          </p:nvPr>
        </p:nvSpPr>
        <p:spPr>
          <a:xfrm>
            <a:off x="6065271" y="133275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8" name="Google Shape;318;p20"/>
          <p:cNvSpPr txBox="1"/>
          <p:nvPr>
            <p:ph idx="13" type="subTitle"/>
          </p:nvPr>
        </p:nvSpPr>
        <p:spPr>
          <a:xfrm>
            <a:off x="725575" y="314450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9" name="Google Shape;319;p20"/>
          <p:cNvSpPr txBox="1"/>
          <p:nvPr>
            <p:ph idx="14" type="subTitle"/>
          </p:nvPr>
        </p:nvSpPr>
        <p:spPr>
          <a:xfrm>
            <a:off x="3394825" y="314450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0" name="Google Shape;320;p20"/>
          <p:cNvSpPr txBox="1"/>
          <p:nvPr>
            <p:ph idx="15" type="subTitle"/>
          </p:nvPr>
        </p:nvSpPr>
        <p:spPr>
          <a:xfrm>
            <a:off x="6065271" y="314450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1" name="Google Shape;321;p20"/>
          <p:cNvSpPr/>
          <p:nvPr/>
        </p:nvSpPr>
        <p:spPr>
          <a:xfrm rot="1095117">
            <a:off x="6550927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22" name="Google Shape;322;p20"/>
          <p:cNvSpPr/>
          <p:nvPr/>
        </p:nvSpPr>
        <p:spPr>
          <a:xfrm>
            <a:off x="8657284" y="-412225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23" name="Google Shape;323;p20"/>
          <p:cNvSpPr/>
          <p:nvPr/>
        </p:nvSpPr>
        <p:spPr>
          <a:xfrm>
            <a:off x="8719040" y="28076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4" name="Google Shape;324;p20"/>
          <p:cNvGrpSpPr/>
          <p:nvPr/>
        </p:nvGrpSpPr>
        <p:grpSpPr>
          <a:xfrm>
            <a:off x="8547408" y="3600388"/>
            <a:ext cx="416587" cy="596813"/>
            <a:chOff x="8555949" y="806163"/>
            <a:chExt cx="416587" cy="596813"/>
          </a:xfrm>
        </p:grpSpPr>
        <p:sp>
          <p:nvSpPr>
            <p:cNvPr id="325" name="Google Shape;325;p20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0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0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0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9" name="Google Shape;329;p20"/>
          <p:cNvSpPr/>
          <p:nvPr/>
        </p:nvSpPr>
        <p:spPr>
          <a:xfrm>
            <a:off x="-412710" y="19713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0"/>
          <p:cNvSpPr/>
          <p:nvPr/>
        </p:nvSpPr>
        <p:spPr>
          <a:xfrm>
            <a:off x="1580765" y="1773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0"/>
          <p:cNvSpPr/>
          <p:nvPr/>
        </p:nvSpPr>
        <p:spPr>
          <a:xfrm flipH="1" rot="-5400000">
            <a:off x="-140983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32" name="Google Shape;332;p20"/>
          <p:cNvSpPr/>
          <p:nvPr/>
        </p:nvSpPr>
        <p:spPr>
          <a:xfrm flipH="1" rot="-10799680">
            <a:off x="5155618" y="46747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33" name="Google Shape;333;p20"/>
          <p:cNvSpPr/>
          <p:nvPr/>
        </p:nvSpPr>
        <p:spPr>
          <a:xfrm flipH="1" rot="1461625">
            <a:off x="-1143644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334" name="Google Shape;334;p20"/>
          <p:cNvGrpSpPr/>
          <p:nvPr/>
        </p:nvGrpSpPr>
        <p:grpSpPr>
          <a:xfrm>
            <a:off x="68984" y="2716038"/>
            <a:ext cx="342461" cy="901613"/>
            <a:chOff x="8630075" y="806163"/>
            <a:chExt cx="342461" cy="901613"/>
          </a:xfrm>
        </p:grpSpPr>
        <p:sp>
          <p:nvSpPr>
            <p:cNvPr id="335" name="Google Shape;335;p20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0"/>
            <p:cNvSpPr/>
            <p:nvPr/>
          </p:nvSpPr>
          <p:spPr>
            <a:xfrm>
              <a:off x="8862861" y="16144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0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0"/>
            <p:cNvSpPr/>
            <p:nvPr/>
          </p:nvSpPr>
          <p:spPr>
            <a:xfrm>
              <a:off x="8708349" y="13436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9" name="Google Shape;339;p20"/>
          <p:cNvSpPr/>
          <p:nvPr/>
        </p:nvSpPr>
        <p:spPr>
          <a:xfrm>
            <a:off x="3484190" y="5017508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0"/>
          <p:cNvSpPr/>
          <p:nvPr/>
        </p:nvSpPr>
        <p:spPr>
          <a:xfrm rot="-598330">
            <a:off x="5525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0"/>
          <p:cNvSpPr/>
          <p:nvPr/>
        </p:nvSpPr>
        <p:spPr>
          <a:xfrm flipH="1" rot="598330">
            <a:off x="84176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0"/>
          <p:cNvSpPr/>
          <p:nvPr/>
        </p:nvSpPr>
        <p:spPr>
          <a:xfrm>
            <a:off x="7349528" y="4543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1"/>
          <p:cNvSpPr txBox="1"/>
          <p:nvPr>
            <p:ph hasCustomPrompt="1" type="title"/>
          </p:nvPr>
        </p:nvSpPr>
        <p:spPr>
          <a:xfrm>
            <a:off x="798388" y="2551700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5" name="Google Shape;345;p21"/>
          <p:cNvSpPr txBox="1"/>
          <p:nvPr>
            <p:ph idx="1" type="subTitle"/>
          </p:nvPr>
        </p:nvSpPr>
        <p:spPr>
          <a:xfrm>
            <a:off x="798388" y="3509223"/>
            <a:ext cx="3492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6" name="Google Shape;346;p21"/>
          <p:cNvSpPr txBox="1"/>
          <p:nvPr>
            <p:ph hasCustomPrompt="1" idx="2" type="title"/>
          </p:nvPr>
        </p:nvSpPr>
        <p:spPr>
          <a:xfrm>
            <a:off x="2825700" y="840714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7" name="Google Shape;347;p21"/>
          <p:cNvSpPr txBox="1"/>
          <p:nvPr>
            <p:ph idx="3" type="subTitle"/>
          </p:nvPr>
        </p:nvSpPr>
        <p:spPr>
          <a:xfrm>
            <a:off x="2825700" y="1615651"/>
            <a:ext cx="3492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8" name="Google Shape;348;p21"/>
          <p:cNvSpPr txBox="1"/>
          <p:nvPr>
            <p:ph hasCustomPrompt="1" idx="4" type="title"/>
          </p:nvPr>
        </p:nvSpPr>
        <p:spPr>
          <a:xfrm>
            <a:off x="4853013" y="2551700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9" name="Google Shape;349;p21"/>
          <p:cNvSpPr txBox="1"/>
          <p:nvPr>
            <p:ph idx="5" type="subTitle"/>
          </p:nvPr>
        </p:nvSpPr>
        <p:spPr>
          <a:xfrm>
            <a:off x="4853013" y="3509223"/>
            <a:ext cx="3492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2" name="Google Shape;352;p22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2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2"/>
          <p:cNvSpPr/>
          <p:nvPr/>
        </p:nvSpPr>
        <p:spPr>
          <a:xfrm flipH="1" rot="-1095117">
            <a:off x="-1255957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55" name="Google Shape;355;p22"/>
          <p:cNvSpPr/>
          <p:nvPr/>
        </p:nvSpPr>
        <p:spPr>
          <a:xfrm flipH="1">
            <a:off x="-156566" y="-412225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56" name="Google Shape;356;p22"/>
          <p:cNvSpPr/>
          <p:nvPr/>
        </p:nvSpPr>
        <p:spPr>
          <a:xfrm flipH="1">
            <a:off x="-203741" y="28076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7" name="Google Shape;357;p22"/>
          <p:cNvGrpSpPr/>
          <p:nvPr/>
        </p:nvGrpSpPr>
        <p:grpSpPr>
          <a:xfrm flipH="1">
            <a:off x="154298" y="3600388"/>
            <a:ext cx="416587" cy="596813"/>
            <a:chOff x="8555949" y="806163"/>
            <a:chExt cx="416587" cy="596813"/>
          </a:xfrm>
        </p:grpSpPr>
        <p:sp>
          <p:nvSpPr>
            <p:cNvPr id="358" name="Google Shape;358;p22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2" name="Google Shape;362;p22"/>
          <p:cNvSpPr/>
          <p:nvPr/>
        </p:nvSpPr>
        <p:spPr>
          <a:xfrm flipH="1">
            <a:off x="8585109" y="11874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2"/>
          <p:cNvSpPr/>
          <p:nvPr/>
        </p:nvSpPr>
        <p:spPr>
          <a:xfrm flipH="1">
            <a:off x="6934534" y="1773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2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65" name="Google Shape;365;p22"/>
          <p:cNvSpPr/>
          <p:nvPr/>
        </p:nvSpPr>
        <p:spPr>
          <a:xfrm rot="10799680">
            <a:off x="-156571" y="46747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66" name="Google Shape;366;p22"/>
          <p:cNvSpPr/>
          <p:nvPr/>
        </p:nvSpPr>
        <p:spPr>
          <a:xfrm rot="-1461625">
            <a:off x="7932232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367" name="Google Shape;367;p22"/>
          <p:cNvGrpSpPr/>
          <p:nvPr/>
        </p:nvGrpSpPr>
        <p:grpSpPr>
          <a:xfrm flipH="1">
            <a:off x="8542223" y="1561163"/>
            <a:ext cx="416587" cy="596813"/>
            <a:chOff x="8555949" y="806163"/>
            <a:chExt cx="416587" cy="596813"/>
          </a:xfrm>
        </p:grpSpPr>
        <p:sp>
          <p:nvSpPr>
            <p:cNvPr id="368" name="Google Shape;368;p22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2" name="Google Shape;372;p22"/>
          <p:cNvSpPr/>
          <p:nvPr/>
        </p:nvSpPr>
        <p:spPr>
          <a:xfrm flipH="1">
            <a:off x="5031109" y="5017508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75" name="Google Shape;375;p23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76" name="Google Shape;376;p23"/>
          <p:cNvSpPr/>
          <p:nvPr/>
        </p:nvSpPr>
        <p:spPr>
          <a:xfrm>
            <a:off x="-442575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77" name="Google Shape;377;p23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78" name="Google Shape;378;p23"/>
          <p:cNvSpPr/>
          <p:nvPr/>
        </p:nvSpPr>
        <p:spPr>
          <a:xfrm rot="10799680">
            <a:off x="-175496" y="458718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79" name="Google Shape;379;p23"/>
          <p:cNvSpPr/>
          <p:nvPr/>
        </p:nvSpPr>
        <p:spPr>
          <a:xfrm>
            <a:off x="1254027" y="2265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3"/>
          <p:cNvSpPr/>
          <p:nvPr/>
        </p:nvSpPr>
        <p:spPr>
          <a:xfrm>
            <a:off x="8743477" y="26214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3"/>
          <p:cNvSpPr/>
          <p:nvPr/>
        </p:nvSpPr>
        <p:spPr>
          <a:xfrm>
            <a:off x="6286757" y="215108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3"/>
          <p:cNvSpPr/>
          <p:nvPr/>
        </p:nvSpPr>
        <p:spPr>
          <a:xfrm>
            <a:off x="3747677" y="499618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3"/>
          <p:cNvSpPr/>
          <p:nvPr/>
        </p:nvSpPr>
        <p:spPr>
          <a:xfrm>
            <a:off x="-175498" y="32545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4" name="Google Shape;384;p23"/>
          <p:cNvGrpSpPr/>
          <p:nvPr/>
        </p:nvGrpSpPr>
        <p:grpSpPr>
          <a:xfrm rot="5400000">
            <a:off x="8418693" y="3907744"/>
            <a:ext cx="1238412" cy="385925"/>
            <a:chOff x="8251149" y="734000"/>
            <a:chExt cx="1238412" cy="385925"/>
          </a:xfrm>
        </p:grpSpPr>
        <p:sp>
          <p:nvSpPr>
            <p:cNvPr id="385" name="Google Shape;385;p2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3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3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3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9" name="Google Shape;389;p23"/>
          <p:cNvGrpSpPr/>
          <p:nvPr/>
        </p:nvGrpSpPr>
        <p:grpSpPr>
          <a:xfrm flipH="1">
            <a:off x="279548" y="2362275"/>
            <a:ext cx="400212" cy="418950"/>
            <a:chOff x="8555949" y="984025"/>
            <a:chExt cx="400212" cy="418950"/>
          </a:xfrm>
        </p:grpSpPr>
        <p:sp>
          <p:nvSpPr>
            <p:cNvPr id="390" name="Google Shape;390;p2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23"/>
          <p:cNvGrpSpPr/>
          <p:nvPr/>
        </p:nvGrpSpPr>
        <p:grpSpPr>
          <a:xfrm flipH="1">
            <a:off x="8542223" y="1561163"/>
            <a:ext cx="416587" cy="596813"/>
            <a:chOff x="8555949" y="806163"/>
            <a:chExt cx="416587" cy="596813"/>
          </a:xfrm>
        </p:grpSpPr>
        <p:sp>
          <p:nvSpPr>
            <p:cNvPr id="394" name="Google Shape;394;p2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3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8" name="Google Shape;398;p23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3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0" name="Google Shape;400;p23"/>
          <p:cNvGrpSpPr/>
          <p:nvPr/>
        </p:nvGrpSpPr>
        <p:grpSpPr>
          <a:xfrm>
            <a:off x="8402289" y="4373147"/>
            <a:ext cx="461594" cy="461695"/>
            <a:chOff x="3601725" y="3116375"/>
            <a:chExt cx="253275" cy="253400"/>
          </a:xfrm>
        </p:grpSpPr>
        <p:sp>
          <p:nvSpPr>
            <p:cNvPr id="401" name="Google Shape;401;p23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3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3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3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3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3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3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3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3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0" name="Google Shape;410;p23"/>
          <p:cNvSpPr/>
          <p:nvPr/>
        </p:nvSpPr>
        <p:spPr>
          <a:xfrm rot="7199939">
            <a:off x="5178812" y="4455831"/>
            <a:ext cx="2895074" cy="2857413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3" name="Google Shape;413;p24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4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4"/>
          <p:cNvSpPr/>
          <p:nvPr/>
        </p:nvSpPr>
        <p:spPr>
          <a:xfrm flipH="1" rot="1526559">
            <a:off x="2093696" y="-1002837"/>
            <a:ext cx="3899407" cy="1865967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16" name="Google Shape;416;p24"/>
          <p:cNvSpPr/>
          <p:nvPr/>
        </p:nvSpPr>
        <p:spPr>
          <a:xfrm flipH="1" rot="-3010588">
            <a:off x="-1244841" y="153467"/>
            <a:ext cx="1841616" cy="181766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17" name="Google Shape;417;p24"/>
          <p:cNvSpPr/>
          <p:nvPr/>
        </p:nvSpPr>
        <p:spPr>
          <a:xfrm flipH="1">
            <a:off x="120627" y="2421349"/>
            <a:ext cx="416576" cy="104389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8" name="Google Shape;418;p24"/>
          <p:cNvGrpSpPr/>
          <p:nvPr/>
        </p:nvGrpSpPr>
        <p:grpSpPr>
          <a:xfrm flipH="1">
            <a:off x="8585098" y="3811438"/>
            <a:ext cx="416587" cy="596813"/>
            <a:chOff x="8555949" y="806163"/>
            <a:chExt cx="416587" cy="596813"/>
          </a:xfrm>
        </p:grpSpPr>
        <p:sp>
          <p:nvSpPr>
            <p:cNvPr id="419" name="Google Shape;419;p2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4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4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4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3" name="Google Shape;423;p24"/>
          <p:cNvSpPr/>
          <p:nvPr/>
        </p:nvSpPr>
        <p:spPr>
          <a:xfrm flipH="1">
            <a:off x="-416016" y="34279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4"/>
          <p:cNvSpPr/>
          <p:nvPr/>
        </p:nvSpPr>
        <p:spPr>
          <a:xfrm flipH="1">
            <a:off x="8795596" y="20204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4"/>
          <p:cNvSpPr/>
          <p:nvPr/>
        </p:nvSpPr>
        <p:spPr>
          <a:xfrm rot="8100000">
            <a:off x="7227843" y="4314302"/>
            <a:ext cx="2405868" cy="2374571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26" name="Google Shape;426;p24"/>
          <p:cNvSpPr/>
          <p:nvPr/>
        </p:nvSpPr>
        <p:spPr>
          <a:xfrm rot="-1461625">
            <a:off x="7932232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27" name="Google Shape;427;p24"/>
          <p:cNvSpPr/>
          <p:nvPr/>
        </p:nvSpPr>
        <p:spPr>
          <a:xfrm flipH="1">
            <a:off x="6061421" y="48183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-514375" y="4674573"/>
            <a:ext cx="4114800" cy="1414225"/>
          </a:xfrm>
          <a:custGeom>
            <a:rect b="b" l="l" r="r" t="t"/>
            <a:pathLst>
              <a:path extrusionOk="0" h="56569" w="164592">
                <a:moveTo>
                  <a:pt x="0" y="4277"/>
                </a:moveTo>
                <a:cubicBezTo>
                  <a:pt x="28218" y="-5125"/>
                  <a:pt x="62109" y="3035"/>
                  <a:pt x="88297" y="17136"/>
                </a:cubicBezTo>
                <a:cubicBezTo>
                  <a:pt x="100376" y="23640"/>
                  <a:pt x="110755" y="32907"/>
                  <a:pt x="121730" y="41139"/>
                </a:cubicBezTo>
                <a:cubicBezTo>
                  <a:pt x="127125" y="45186"/>
                  <a:pt x="131533" y="51288"/>
                  <a:pt x="138018" y="53140"/>
                </a:cubicBezTo>
                <a:cubicBezTo>
                  <a:pt x="146606" y="55593"/>
                  <a:pt x="155661" y="56569"/>
                  <a:pt x="164592" y="56569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sp>
      <p:grpSp>
        <p:nvGrpSpPr>
          <p:cNvPr id="429" name="Google Shape;429;p24"/>
          <p:cNvGrpSpPr/>
          <p:nvPr/>
        </p:nvGrpSpPr>
        <p:grpSpPr>
          <a:xfrm flipH="1">
            <a:off x="279548" y="103300"/>
            <a:ext cx="400212" cy="418950"/>
            <a:chOff x="8555949" y="984025"/>
            <a:chExt cx="400212" cy="418950"/>
          </a:xfrm>
        </p:grpSpPr>
        <p:sp>
          <p:nvSpPr>
            <p:cNvPr id="430" name="Google Shape;430;p2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4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4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5"/>
          <p:cNvSpPr/>
          <p:nvPr/>
        </p:nvSpPr>
        <p:spPr>
          <a:xfrm>
            <a:off x="4404281" y="-35875"/>
            <a:ext cx="4761300" cy="5213100"/>
          </a:xfrm>
          <a:prstGeom prst="rect">
            <a:avLst/>
          </a:prstGeom>
          <a:solidFill>
            <a:srgbClr val="52AFC8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5"/>
          <p:cNvSpPr/>
          <p:nvPr/>
        </p:nvSpPr>
        <p:spPr>
          <a:xfrm>
            <a:off x="7671375" y="-358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36" name="Google Shape;436;p25"/>
          <p:cNvSpPr txBox="1"/>
          <p:nvPr>
            <p:ph type="title"/>
          </p:nvPr>
        </p:nvSpPr>
        <p:spPr>
          <a:xfrm>
            <a:off x="4531325" y="616225"/>
            <a:ext cx="38994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 sz="7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7" name="Google Shape;437;p25"/>
          <p:cNvSpPr txBox="1"/>
          <p:nvPr>
            <p:ph idx="1" type="subTitle"/>
          </p:nvPr>
        </p:nvSpPr>
        <p:spPr>
          <a:xfrm>
            <a:off x="4531331" y="1654884"/>
            <a:ext cx="38994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pic>
        <p:nvPicPr>
          <p:cNvPr id="438" name="Google Shape;438;p25"/>
          <p:cNvPicPr preferRelativeResize="0"/>
          <p:nvPr/>
        </p:nvPicPr>
        <p:blipFill rotWithShape="1">
          <a:blip r:embed="rId2">
            <a:alphaModFix/>
          </a:blip>
          <a:srcRect b="0" l="29442" r="8860" t="0"/>
          <a:stretch/>
        </p:blipFill>
        <p:spPr>
          <a:xfrm>
            <a:off x="-492000" y="-69600"/>
            <a:ext cx="4896276" cy="5289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5"/>
          <p:cNvSpPr/>
          <p:nvPr/>
        </p:nvSpPr>
        <p:spPr>
          <a:xfrm>
            <a:off x="-442575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440" name="Google Shape;440;p25"/>
          <p:cNvGrpSpPr/>
          <p:nvPr/>
        </p:nvGrpSpPr>
        <p:grpSpPr>
          <a:xfrm flipH="1">
            <a:off x="593473" y="330025"/>
            <a:ext cx="400212" cy="418950"/>
            <a:chOff x="8555949" y="984025"/>
            <a:chExt cx="400212" cy="418950"/>
          </a:xfrm>
        </p:grpSpPr>
        <p:sp>
          <p:nvSpPr>
            <p:cNvPr id="441" name="Google Shape;441;p25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rgbClr val="52AF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5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52AF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5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rgbClr val="52AF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" name="Google Shape;444;p25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45" name="Google Shape;445;p25"/>
          <p:cNvSpPr/>
          <p:nvPr/>
        </p:nvSpPr>
        <p:spPr>
          <a:xfrm rot="10799680">
            <a:off x="-326646" y="44369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46" name="Google Shape;446;p25"/>
          <p:cNvSpPr/>
          <p:nvPr/>
        </p:nvSpPr>
        <p:spPr>
          <a:xfrm rot="10799680">
            <a:off x="4078479" y="44369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8" name="Google Shape;448;p26"/>
          <p:cNvGrpSpPr/>
          <p:nvPr/>
        </p:nvGrpSpPr>
        <p:grpSpPr>
          <a:xfrm>
            <a:off x="2701389" y="736487"/>
            <a:ext cx="3741328" cy="3742870"/>
            <a:chOff x="3601725" y="3116375"/>
            <a:chExt cx="253275" cy="253400"/>
          </a:xfrm>
        </p:grpSpPr>
        <p:sp>
          <p:nvSpPr>
            <p:cNvPr id="449" name="Google Shape;449;p26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rgbClr val="D9DFF2">
                <a:alpha val="34520"/>
              </a:srgbClr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6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6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6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6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6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6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6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8" name="Google Shape;458;p26"/>
          <p:cNvSpPr/>
          <p:nvPr/>
        </p:nvSpPr>
        <p:spPr>
          <a:xfrm rot="7802080">
            <a:off x="5238753" y="33088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59" name="Google Shape;459;p26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60" name="Google Shape;460;p26"/>
          <p:cNvSpPr/>
          <p:nvPr/>
        </p:nvSpPr>
        <p:spPr>
          <a:xfrm>
            <a:off x="-551050" y="627750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61" name="Google Shape;461;p26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62" name="Google Shape;462;p26"/>
          <p:cNvSpPr/>
          <p:nvPr/>
        </p:nvSpPr>
        <p:spPr>
          <a:xfrm rot="10799680">
            <a:off x="-130646" y="46314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63" name="Google Shape;463;p26"/>
          <p:cNvSpPr/>
          <p:nvPr/>
        </p:nvSpPr>
        <p:spPr>
          <a:xfrm>
            <a:off x="1039702" y="10564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6"/>
          <p:cNvSpPr/>
          <p:nvPr/>
        </p:nvSpPr>
        <p:spPr>
          <a:xfrm>
            <a:off x="8865552" y="263688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6"/>
          <p:cNvSpPr/>
          <p:nvPr/>
        </p:nvSpPr>
        <p:spPr>
          <a:xfrm>
            <a:off x="6442732" y="3205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6"/>
          <p:cNvSpPr/>
          <p:nvPr/>
        </p:nvSpPr>
        <p:spPr>
          <a:xfrm>
            <a:off x="7369552" y="4478861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6"/>
          <p:cNvSpPr/>
          <p:nvPr/>
        </p:nvSpPr>
        <p:spPr>
          <a:xfrm>
            <a:off x="-175498" y="32545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8" name="Google Shape;468;p26"/>
          <p:cNvGrpSpPr/>
          <p:nvPr/>
        </p:nvGrpSpPr>
        <p:grpSpPr>
          <a:xfrm flipH="1">
            <a:off x="8622323" y="1203763"/>
            <a:ext cx="416587" cy="596813"/>
            <a:chOff x="8555949" y="806163"/>
            <a:chExt cx="416587" cy="596813"/>
          </a:xfrm>
        </p:grpSpPr>
        <p:sp>
          <p:nvSpPr>
            <p:cNvPr id="469" name="Google Shape;469;p26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6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6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6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3" name="Google Shape;473;p26"/>
          <p:cNvGrpSpPr/>
          <p:nvPr/>
        </p:nvGrpSpPr>
        <p:grpSpPr>
          <a:xfrm flipH="1">
            <a:off x="413323" y="1758575"/>
            <a:ext cx="400212" cy="418950"/>
            <a:chOff x="8555949" y="984025"/>
            <a:chExt cx="400212" cy="418950"/>
          </a:xfrm>
        </p:grpSpPr>
        <p:sp>
          <p:nvSpPr>
            <p:cNvPr id="474" name="Google Shape;474;p26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6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6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7" name="Google Shape;477;p26"/>
          <p:cNvGrpSpPr/>
          <p:nvPr/>
        </p:nvGrpSpPr>
        <p:grpSpPr>
          <a:xfrm>
            <a:off x="8402289" y="4373147"/>
            <a:ext cx="461594" cy="461695"/>
            <a:chOff x="3601725" y="3116375"/>
            <a:chExt cx="253275" cy="253400"/>
          </a:xfrm>
        </p:grpSpPr>
        <p:sp>
          <p:nvSpPr>
            <p:cNvPr id="478" name="Google Shape;478;p26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6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6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6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6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6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6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6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6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7" name="Google Shape;487;p26"/>
          <p:cNvGrpSpPr/>
          <p:nvPr/>
        </p:nvGrpSpPr>
        <p:grpSpPr>
          <a:xfrm>
            <a:off x="280239" y="308647"/>
            <a:ext cx="461594" cy="461695"/>
            <a:chOff x="3601725" y="3116375"/>
            <a:chExt cx="253275" cy="253400"/>
          </a:xfrm>
        </p:grpSpPr>
        <p:sp>
          <p:nvSpPr>
            <p:cNvPr id="488" name="Google Shape;488;p26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6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6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6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6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6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6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6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6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7" name="Google Shape;497;p26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6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accent2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7"/>
          <p:cNvSpPr/>
          <p:nvPr/>
        </p:nvSpPr>
        <p:spPr>
          <a:xfrm flipH="1" rot="-7802080">
            <a:off x="-219857" y="33088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01" name="Google Shape;501;p27"/>
          <p:cNvSpPr/>
          <p:nvPr/>
        </p:nvSpPr>
        <p:spPr>
          <a:xfrm flipH="1">
            <a:off x="-1280775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02" name="Google Shape;502;p27"/>
          <p:cNvSpPr/>
          <p:nvPr/>
        </p:nvSpPr>
        <p:spPr>
          <a:xfrm flipH="1">
            <a:off x="8692688" y="13642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03" name="Google Shape;503;p27"/>
          <p:cNvSpPr/>
          <p:nvPr/>
        </p:nvSpPr>
        <p:spPr>
          <a:xfrm flipH="1" rot="2700000">
            <a:off x="5107948" y="-1450221"/>
            <a:ext cx="2219058" cy="2190191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04" name="Google Shape;504;p27"/>
          <p:cNvSpPr/>
          <p:nvPr/>
        </p:nvSpPr>
        <p:spPr>
          <a:xfrm flipH="1" rot="-10799680">
            <a:off x="6889388" y="3493524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05" name="Google Shape;505;p27"/>
          <p:cNvSpPr/>
          <p:nvPr/>
        </p:nvSpPr>
        <p:spPr>
          <a:xfrm flipH="1">
            <a:off x="7585969" y="10564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7"/>
          <p:cNvSpPr/>
          <p:nvPr/>
        </p:nvSpPr>
        <p:spPr>
          <a:xfrm flipH="1">
            <a:off x="-239881" y="263688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7"/>
          <p:cNvSpPr/>
          <p:nvPr/>
        </p:nvSpPr>
        <p:spPr>
          <a:xfrm flipH="1">
            <a:off x="2092575" y="3205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7"/>
          <p:cNvSpPr/>
          <p:nvPr/>
        </p:nvSpPr>
        <p:spPr>
          <a:xfrm flipH="1">
            <a:off x="875119" y="4478861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7"/>
          <p:cNvSpPr/>
          <p:nvPr/>
        </p:nvSpPr>
        <p:spPr>
          <a:xfrm flipH="1">
            <a:off x="8199281" y="394369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0" name="Google Shape;510;p27"/>
          <p:cNvGrpSpPr/>
          <p:nvPr/>
        </p:nvGrpSpPr>
        <p:grpSpPr>
          <a:xfrm flipH="1" rot="-5400000">
            <a:off x="7927439" y="-54062"/>
            <a:ext cx="416587" cy="977813"/>
            <a:chOff x="8555949" y="425163"/>
            <a:chExt cx="416587" cy="977813"/>
          </a:xfrm>
        </p:grpSpPr>
        <p:sp>
          <p:nvSpPr>
            <p:cNvPr id="511" name="Google Shape;511;p2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7"/>
            <p:cNvSpPr/>
            <p:nvPr/>
          </p:nvSpPr>
          <p:spPr>
            <a:xfrm>
              <a:off x="8879236" y="425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5" name="Google Shape;515;p27"/>
          <p:cNvGrpSpPr/>
          <p:nvPr/>
        </p:nvGrpSpPr>
        <p:grpSpPr>
          <a:xfrm flipH="1" rot="-5400000">
            <a:off x="-214005" y="4060144"/>
            <a:ext cx="1238412" cy="385925"/>
            <a:chOff x="8251149" y="734000"/>
            <a:chExt cx="1238412" cy="385925"/>
          </a:xfrm>
        </p:grpSpPr>
        <p:sp>
          <p:nvSpPr>
            <p:cNvPr id="516" name="Google Shape;516;p2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7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7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7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0" name="Google Shape;520;p27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7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7"/>
          <p:cNvSpPr/>
          <p:nvPr/>
        </p:nvSpPr>
        <p:spPr>
          <a:xfrm flipH="1">
            <a:off x="598169" y="8035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5" name="Google Shape;525;p2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6" name="Google Shape;526;p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27" name="Google Shape;527;p2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28" name="Google Shape;528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>
  <p:cSld name="TITLE_1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9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1" name="Google Shape;531;p29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32" name="Google Shape;532;p2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3" name="Google Shape;533;p2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4" name="Google Shape;534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2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37" name="Google Shape;537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38" name="Google Shape;5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>
              <a:buNone/>
              <a:defRPr sz="1100"/>
            </a:lvl1pPr>
            <a:lvl2pPr lvl="1">
              <a:buNone/>
              <a:defRPr sz="1100"/>
            </a:lvl2pPr>
            <a:lvl3pPr lvl="2">
              <a:buNone/>
              <a:defRPr sz="1100"/>
            </a:lvl3pPr>
            <a:lvl4pPr lvl="3">
              <a:buNone/>
              <a:defRPr sz="1100"/>
            </a:lvl4pPr>
            <a:lvl5pPr lvl="4">
              <a:buNone/>
              <a:defRPr sz="1100"/>
            </a:lvl5pPr>
            <a:lvl6pPr lvl="5">
              <a:buNone/>
              <a:defRPr sz="1100"/>
            </a:lvl6pPr>
            <a:lvl7pPr lvl="6">
              <a:buNone/>
              <a:defRPr sz="1100"/>
            </a:lvl7pPr>
            <a:lvl8pPr lvl="7">
              <a:buNone/>
              <a:defRPr sz="1100"/>
            </a:lvl8pPr>
            <a:lvl9pPr lvl="8">
              <a:buNone/>
              <a:defRPr sz="11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3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1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1" name="Google Shape;541;p31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42" name="Google Shape;542;p3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3" name="Google Shape;543;p3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4" name="Google Shape;544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3"/>
          <p:cNvSpPr/>
          <p:nvPr/>
        </p:nvSpPr>
        <p:spPr>
          <a:xfrm>
            <a:off x="6074000" y="-2888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50" name="Google Shape;550;p33"/>
          <p:cNvSpPr/>
          <p:nvPr/>
        </p:nvSpPr>
        <p:spPr>
          <a:xfrm>
            <a:off x="-442575" y="944975"/>
            <a:ext cx="620025" cy="1124375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51" name="Google Shape;551;p33"/>
          <p:cNvSpPr/>
          <p:nvPr/>
        </p:nvSpPr>
        <p:spPr>
          <a:xfrm rot="-2397370">
            <a:off x="3545248" y="-584398"/>
            <a:ext cx="1010520" cy="997374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52" name="Google Shape;552;p33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53" name="Google Shape;553;p33"/>
          <p:cNvSpPr txBox="1"/>
          <p:nvPr>
            <p:ph type="ctrTitle"/>
          </p:nvPr>
        </p:nvSpPr>
        <p:spPr>
          <a:xfrm>
            <a:off x="713214" y="985900"/>
            <a:ext cx="4147800" cy="250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800"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54" name="Google Shape;554;p33"/>
          <p:cNvSpPr txBox="1"/>
          <p:nvPr>
            <p:ph idx="1" type="subTitle"/>
          </p:nvPr>
        </p:nvSpPr>
        <p:spPr>
          <a:xfrm>
            <a:off x="713214" y="3681825"/>
            <a:ext cx="4147800" cy="47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5" name="Google Shape;555;p33"/>
          <p:cNvSpPr/>
          <p:nvPr/>
        </p:nvSpPr>
        <p:spPr>
          <a:xfrm flipH="1" rot="-10799680">
            <a:off x="7987179" y="31990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56" name="Google Shape;556;p33"/>
          <p:cNvSpPr txBox="1"/>
          <p:nvPr>
            <p:ph idx="2" type="subTitle"/>
          </p:nvPr>
        </p:nvSpPr>
        <p:spPr>
          <a:xfrm>
            <a:off x="2411400" y="3154200"/>
            <a:ext cx="4321200" cy="4971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4"/>
          <p:cNvSpPr/>
          <p:nvPr/>
        </p:nvSpPr>
        <p:spPr>
          <a:xfrm>
            <a:off x="4385200" y="-35875"/>
            <a:ext cx="4758900" cy="5213100"/>
          </a:xfrm>
          <a:prstGeom prst="rect">
            <a:avLst/>
          </a:prstGeom>
          <a:solidFill>
            <a:srgbClr val="7BB930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4"/>
          <p:cNvSpPr txBox="1"/>
          <p:nvPr>
            <p:ph type="title"/>
          </p:nvPr>
        </p:nvSpPr>
        <p:spPr>
          <a:xfrm>
            <a:off x="4525925" y="2175900"/>
            <a:ext cx="3904800" cy="131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0" name="Google Shape;560;p34"/>
          <p:cNvSpPr txBox="1"/>
          <p:nvPr>
            <p:ph hasCustomPrompt="1" idx="2" type="title"/>
          </p:nvPr>
        </p:nvSpPr>
        <p:spPr>
          <a:xfrm>
            <a:off x="7059475" y="1154500"/>
            <a:ext cx="13713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1" name="Google Shape;561;p34"/>
          <p:cNvSpPr/>
          <p:nvPr/>
        </p:nvSpPr>
        <p:spPr>
          <a:xfrm rot="7802080">
            <a:off x="5238753" y="35218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62" name="Google Shape;562;p34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63" name="Google Shape;563;p34"/>
          <p:cNvSpPr/>
          <p:nvPr/>
        </p:nvSpPr>
        <p:spPr>
          <a:xfrm rot="-4238987">
            <a:off x="4532162" y="-506466"/>
            <a:ext cx="1119366" cy="1104804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564" name="Google Shape;564;p34"/>
          <p:cNvGrpSpPr/>
          <p:nvPr/>
        </p:nvGrpSpPr>
        <p:grpSpPr>
          <a:xfrm rot="5400000">
            <a:off x="6674224" y="-129862"/>
            <a:ext cx="416587" cy="977813"/>
            <a:chOff x="8555949" y="425163"/>
            <a:chExt cx="416587" cy="977813"/>
          </a:xfrm>
        </p:grpSpPr>
        <p:sp>
          <p:nvSpPr>
            <p:cNvPr id="565" name="Google Shape;565;p3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4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4"/>
            <p:cNvSpPr/>
            <p:nvPr/>
          </p:nvSpPr>
          <p:spPr>
            <a:xfrm>
              <a:off x="8879236" y="425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4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9" name="Google Shape;569;p34"/>
          <p:cNvGrpSpPr/>
          <p:nvPr/>
        </p:nvGrpSpPr>
        <p:grpSpPr>
          <a:xfrm rot="5400000">
            <a:off x="8139343" y="4220094"/>
            <a:ext cx="1238412" cy="385925"/>
            <a:chOff x="8251149" y="734000"/>
            <a:chExt cx="1238412" cy="385925"/>
          </a:xfrm>
        </p:grpSpPr>
        <p:sp>
          <p:nvSpPr>
            <p:cNvPr id="570" name="Google Shape;570;p3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4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4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4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4" name="Google Shape;574;p34"/>
          <p:cNvSpPr/>
          <p:nvPr/>
        </p:nvSpPr>
        <p:spPr>
          <a:xfrm flipH="1" rot="-10799680">
            <a:off x="193005" y="39365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75" name="Google Shape;575;p34"/>
          <p:cNvSpPr/>
          <p:nvPr/>
        </p:nvSpPr>
        <p:spPr>
          <a:xfrm flipH="1">
            <a:off x="-493158" y="-1649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576" name="Google Shape;576;p34"/>
          <p:cNvGrpSpPr/>
          <p:nvPr/>
        </p:nvGrpSpPr>
        <p:grpSpPr>
          <a:xfrm rot="5400000">
            <a:off x="137099" y="469700"/>
            <a:ext cx="568987" cy="596813"/>
            <a:chOff x="8555949" y="806163"/>
            <a:chExt cx="568987" cy="596813"/>
          </a:xfrm>
        </p:grpSpPr>
        <p:sp>
          <p:nvSpPr>
            <p:cNvPr id="577" name="Google Shape;577;p3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 cap="flat" cmpd="sng" w="9525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  <p:sp>
          <p:nvSpPr>
            <p:cNvPr id="578" name="Google Shape;578;p34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  <p:sp>
          <p:nvSpPr>
            <p:cNvPr id="579" name="Google Shape;579;p34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rgbClr val="7BB930"/>
            </a:solidFill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  <p:sp>
          <p:nvSpPr>
            <p:cNvPr id="580" name="Google Shape;580;p34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5"/>
          <p:cNvSpPr/>
          <p:nvPr>
            <p:ph idx="2" type="pic"/>
          </p:nvPr>
        </p:nvSpPr>
        <p:spPr>
          <a:xfrm>
            <a:off x="5813325" y="-75687"/>
            <a:ext cx="4107300" cy="5295000"/>
          </a:xfrm>
          <a:prstGeom prst="rect">
            <a:avLst/>
          </a:prstGeom>
          <a:noFill/>
          <a:ln>
            <a:noFill/>
          </a:ln>
        </p:spPr>
      </p:sp>
      <p:sp>
        <p:nvSpPr>
          <p:cNvPr id="583" name="Google Shape;583;p35"/>
          <p:cNvSpPr/>
          <p:nvPr/>
        </p:nvSpPr>
        <p:spPr>
          <a:xfrm>
            <a:off x="-71775" y="-35875"/>
            <a:ext cx="5885100" cy="5213100"/>
          </a:xfrm>
          <a:prstGeom prst="rect">
            <a:avLst/>
          </a:prstGeom>
          <a:solidFill>
            <a:srgbClr val="52AFC8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5"/>
          <p:cNvSpPr/>
          <p:nvPr/>
        </p:nvSpPr>
        <p:spPr>
          <a:xfrm rot="10799680">
            <a:off x="-574246" y="43206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85" name="Google Shape;585;p35"/>
          <p:cNvSpPr/>
          <p:nvPr/>
        </p:nvSpPr>
        <p:spPr>
          <a:xfrm rot="-2700226">
            <a:off x="-373517" y="-1266334"/>
            <a:ext cx="4195301" cy="2007164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86" name="Google Shape;586;p35"/>
          <p:cNvSpPr/>
          <p:nvPr/>
        </p:nvSpPr>
        <p:spPr>
          <a:xfrm>
            <a:off x="5119550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87" name="Google Shape;587;p35">
            <a:hlinkClick action="ppaction://hlinkshowjump?jump=nextslide"/>
          </p:cNvPr>
          <p:cNvSpPr/>
          <p:nvPr/>
        </p:nvSpPr>
        <p:spPr>
          <a:xfrm>
            <a:off x="265001" y="4781610"/>
            <a:ext cx="210600" cy="210600"/>
          </a:xfrm>
          <a:prstGeom prst="ellipse">
            <a:avLst/>
          </a:prstGeom>
          <a:solidFill>
            <a:srgbClr val="52AFC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8" name="Google Shape;588;p35"/>
          <p:cNvGrpSpPr/>
          <p:nvPr/>
        </p:nvGrpSpPr>
        <p:grpSpPr>
          <a:xfrm>
            <a:off x="297143" y="4836077"/>
            <a:ext cx="146328" cy="101338"/>
            <a:chOff x="-797260" y="3184175"/>
            <a:chExt cx="502500" cy="348000"/>
          </a:xfrm>
        </p:grpSpPr>
        <p:cxnSp>
          <p:nvCxnSpPr>
            <p:cNvPr id="589" name="Google Shape;589;p35"/>
            <p:cNvCxnSpPr/>
            <p:nvPr/>
          </p:nvCxnSpPr>
          <p:spPr>
            <a:xfrm>
              <a:off x="-797260" y="3361225"/>
              <a:ext cx="5025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0" name="Google Shape;590;p35"/>
            <p:cNvCxnSpPr/>
            <p:nvPr/>
          </p:nvCxnSpPr>
          <p:spPr>
            <a:xfrm>
              <a:off x="-471875" y="3184175"/>
              <a:ext cx="174000" cy="174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1" name="Google Shape;591;p35"/>
            <p:cNvCxnSpPr/>
            <p:nvPr/>
          </p:nvCxnSpPr>
          <p:spPr>
            <a:xfrm flipH="1" rot="10800000">
              <a:off x="-471875" y="3358175"/>
              <a:ext cx="174000" cy="174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92" name="Google Shape;592;p35"/>
          <p:cNvGrpSpPr/>
          <p:nvPr/>
        </p:nvGrpSpPr>
        <p:grpSpPr>
          <a:xfrm rot="5400000">
            <a:off x="4847243" y="3991494"/>
            <a:ext cx="1238412" cy="385925"/>
            <a:chOff x="8251149" y="734000"/>
            <a:chExt cx="1238412" cy="385925"/>
          </a:xfrm>
        </p:grpSpPr>
        <p:sp>
          <p:nvSpPr>
            <p:cNvPr id="593" name="Google Shape;593;p35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5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5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5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7" name="Google Shape;597;p35"/>
          <p:cNvSpPr txBox="1"/>
          <p:nvPr>
            <p:ph type="title"/>
          </p:nvPr>
        </p:nvSpPr>
        <p:spPr>
          <a:xfrm>
            <a:off x="720000" y="445025"/>
            <a:ext cx="44835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98" name="Google Shape;598;p35"/>
          <p:cNvSpPr txBox="1"/>
          <p:nvPr>
            <p:ph idx="1" type="body"/>
          </p:nvPr>
        </p:nvSpPr>
        <p:spPr>
          <a:xfrm>
            <a:off x="720000" y="1997600"/>
            <a:ext cx="4124400" cy="26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AutoNum type="arabicPeriod"/>
              <a:defRPr/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AutoNum type="alphaLcPeriod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romanLcPeriod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rabicPeriod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lphaLcPeriod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romanLcPeriod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rabicPeriod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lphaLcPeriod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1" name="Google Shape;601;p36"/>
          <p:cNvSpPr txBox="1"/>
          <p:nvPr>
            <p:ph idx="1" type="subTitle"/>
          </p:nvPr>
        </p:nvSpPr>
        <p:spPr>
          <a:xfrm>
            <a:off x="5064212" y="3025999"/>
            <a:ext cx="30462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02" name="Google Shape;602;p36"/>
          <p:cNvSpPr txBox="1"/>
          <p:nvPr>
            <p:ph idx="2" type="subTitle"/>
          </p:nvPr>
        </p:nvSpPr>
        <p:spPr>
          <a:xfrm>
            <a:off x="1033587" y="3025999"/>
            <a:ext cx="30462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03" name="Google Shape;603;p36"/>
          <p:cNvSpPr txBox="1"/>
          <p:nvPr>
            <p:ph idx="3" type="subTitle"/>
          </p:nvPr>
        </p:nvSpPr>
        <p:spPr>
          <a:xfrm>
            <a:off x="1033587" y="2498300"/>
            <a:ext cx="3046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04" name="Google Shape;604;p36"/>
          <p:cNvSpPr txBox="1"/>
          <p:nvPr>
            <p:ph idx="4" type="subTitle"/>
          </p:nvPr>
        </p:nvSpPr>
        <p:spPr>
          <a:xfrm>
            <a:off x="5064213" y="2498300"/>
            <a:ext cx="3046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05" name="Google Shape;605;p36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06" name="Google Shape;606;p36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07" name="Google Shape;607;p36"/>
          <p:cNvSpPr/>
          <p:nvPr/>
        </p:nvSpPr>
        <p:spPr>
          <a:xfrm>
            <a:off x="8562625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08" name="Google Shape;608;p36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09" name="Google Shape;609;p36"/>
          <p:cNvSpPr/>
          <p:nvPr/>
        </p:nvSpPr>
        <p:spPr>
          <a:xfrm rot="-2499097">
            <a:off x="-630975" y="-879433"/>
            <a:ext cx="3899477" cy="1866001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10" name="Google Shape;610;p36"/>
          <p:cNvSpPr/>
          <p:nvPr/>
        </p:nvSpPr>
        <p:spPr>
          <a:xfrm rot="-598330">
            <a:off x="5525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6"/>
          <p:cNvSpPr/>
          <p:nvPr/>
        </p:nvSpPr>
        <p:spPr>
          <a:xfrm flipH="1" rot="598330">
            <a:off x="84176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6"/>
          <p:cNvSpPr/>
          <p:nvPr/>
        </p:nvSpPr>
        <p:spPr>
          <a:xfrm>
            <a:off x="8214107" y="4542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6"/>
          <p:cNvSpPr/>
          <p:nvPr/>
        </p:nvSpPr>
        <p:spPr>
          <a:xfrm>
            <a:off x="2350782" y="1268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6"/>
          <p:cNvSpPr/>
          <p:nvPr/>
        </p:nvSpPr>
        <p:spPr>
          <a:xfrm>
            <a:off x="8464807" y="32425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36"/>
          <p:cNvSpPr/>
          <p:nvPr/>
        </p:nvSpPr>
        <p:spPr>
          <a:xfrm>
            <a:off x="2441007" y="48161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6"/>
          <p:cNvSpPr/>
          <p:nvPr/>
        </p:nvSpPr>
        <p:spPr>
          <a:xfrm>
            <a:off x="-364043" y="24292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7" name="Google Shape;617;p36"/>
          <p:cNvGrpSpPr/>
          <p:nvPr/>
        </p:nvGrpSpPr>
        <p:grpSpPr>
          <a:xfrm>
            <a:off x="8555949" y="806163"/>
            <a:ext cx="416587" cy="596813"/>
            <a:chOff x="8555949" y="806163"/>
            <a:chExt cx="416587" cy="596813"/>
          </a:xfrm>
        </p:grpSpPr>
        <p:sp>
          <p:nvSpPr>
            <p:cNvPr id="618" name="Google Shape;618;p36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6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6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6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2" name="Google Shape;622;p36"/>
          <p:cNvGrpSpPr/>
          <p:nvPr/>
        </p:nvGrpSpPr>
        <p:grpSpPr>
          <a:xfrm rot="5400000">
            <a:off x="137099" y="3885763"/>
            <a:ext cx="568987" cy="596813"/>
            <a:chOff x="8555949" y="806163"/>
            <a:chExt cx="568987" cy="596813"/>
          </a:xfrm>
        </p:grpSpPr>
        <p:sp>
          <p:nvSpPr>
            <p:cNvPr id="623" name="Google Shape;623;p36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6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6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6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9" name="Google Shape;629;p37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30" name="Google Shape;630;p37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31" name="Google Shape;631;p37"/>
          <p:cNvSpPr/>
          <p:nvPr/>
        </p:nvSpPr>
        <p:spPr>
          <a:xfrm>
            <a:off x="-299350" y="-370825"/>
            <a:ext cx="1019350" cy="1339700"/>
          </a:xfrm>
          <a:custGeom>
            <a:rect b="b" l="l" r="r" t="t"/>
            <a:pathLst>
              <a:path extrusionOk="0" h="53588" w="40774">
                <a:moveTo>
                  <a:pt x="33493" y="0"/>
                </a:moveTo>
                <a:cubicBezTo>
                  <a:pt x="44905" y="5708"/>
                  <a:pt x="41319" y="28589"/>
                  <a:pt x="33014" y="38277"/>
                </a:cubicBezTo>
                <a:cubicBezTo>
                  <a:pt x="25119" y="47487"/>
                  <a:pt x="12131" y="53588"/>
                  <a:pt x="0" y="53588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32" name="Google Shape;632;p37"/>
          <p:cNvSpPr/>
          <p:nvPr/>
        </p:nvSpPr>
        <p:spPr>
          <a:xfrm rot="10061061">
            <a:off x="8561918" y="4386800"/>
            <a:ext cx="1019363" cy="1339717"/>
          </a:xfrm>
          <a:custGeom>
            <a:rect b="b" l="l" r="r" t="t"/>
            <a:pathLst>
              <a:path extrusionOk="0" h="53588" w="40774">
                <a:moveTo>
                  <a:pt x="33493" y="0"/>
                </a:moveTo>
                <a:cubicBezTo>
                  <a:pt x="44905" y="5708"/>
                  <a:pt x="41319" y="28589"/>
                  <a:pt x="33014" y="38277"/>
                </a:cubicBezTo>
                <a:cubicBezTo>
                  <a:pt x="25119" y="47487"/>
                  <a:pt x="12131" y="53588"/>
                  <a:pt x="0" y="53588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633" name="Google Shape;633;p37"/>
          <p:cNvGrpSpPr/>
          <p:nvPr/>
        </p:nvGrpSpPr>
        <p:grpSpPr>
          <a:xfrm>
            <a:off x="8402289" y="308647"/>
            <a:ext cx="461594" cy="461695"/>
            <a:chOff x="3601725" y="3116375"/>
            <a:chExt cx="253275" cy="253400"/>
          </a:xfrm>
        </p:grpSpPr>
        <p:sp>
          <p:nvSpPr>
            <p:cNvPr id="634" name="Google Shape;634;p37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7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7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7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7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7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7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7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7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3" name="Google Shape;643;p37"/>
          <p:cNvGrpSpPr/>
          <p:nvPr/>
        </p:nvGrpSpPr>
        <p:grpSpPr>
          <a:xfrm>
            <a:off x="265001" y="4781610"/>
            <a:ext cx="210596" cy="210596"/>
            <a:chOff x="777346" y="3496226"/>
            <a:chExt cx="356700" cy="356700"/>
          </a:xfrm>
        </p:grpSpPr>
        <p:sp>
          <p:nvSpPr>
            <p:cNvPr id="644" name="Google Shape;644;p37">
              <a:hlinkClick action="ppaction://hlinkshowjump?jump=nextslide"/>
            </p:cNvPr>
            <p:cNvSpPr/>
            <p:nvPr/>
          </p:nvSpPr>
          <p:spPr>
            <a:xfrm>
              <a:off x="777346" y="3496226"/>
              <a:ext cx="356700" cy="356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52AF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5" name="Google Shape;645;p37"/>
            <p:cNvGrpSpPr/>
            <p:nvPr/>
          </p:nvGrpSpPr>
          <p:grpSpPr>
            <a:xfrm>
              <a:off x="831727" y="3588720"/>
              <a:ext cx="247883" cy="171668"/>
              <a:chOff x="-797260" y="3184175"/>
              <a:chExt cx="502500" cy="348000"/>
            </a:xfrm>
          </p:grpSpPr>
          <p:cxnSp>
            <p:nvCxnSpPr>
              <p:cNvPr id="646" name="Google Shape;646;p37"/>
              <p:cNvCxnSpPr/>
              <p:nvPr/>
            </p:nvCxnSpPr>
            <p:spPr>
              <a:xfrm>
                <a:off x="-797260" y="3361225"/>
                <a:ext cx="502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2AFC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7" name="Google Shape;647;p37"/>
              <p:cNvCxnSpPr/>
              <p:nvPr/>
            </p:nvCxnSpPr>
            <p:spPr>
              <a:xfrm>
                <a:off x="-471875" y="3184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2AFC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8" name="Google Shape;648;p37"/>
              <p:cNvCxnSpPr/>
              <p:nvPr/>
            </p:nvCxnSpPr>
            <p:spPr>
              <a:xfrm flipH="1" rot="10800000">
                <a:off x="-471875" y="3358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2AFC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rgbClr val="7BB930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8"/>
          <p:cNvSpPr/>
          <p:nvPr/>
        </p:nvSpPr>
        <p:spPr>
          <a:xfrm flipH="1" rot="-8387282">
            <a:off x="-19816" y="3600341"/>
            <a:ext cx="4195327" cy="200719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51" name="Google Shape;651;p38"/>
          <p:cNvSpPr/>
          <p:nvPr/>
        </p:nvSpPr>
        <p:spPr>
          <a:xfrm>
            <a:off x="1303950" y="-14209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652" name="Google Shape;652;p38"/>
          <p:cNvGrpSpPr/>
          <p:nvPr/>
        </p:nvGrpSpPr>
        <p:grpSpPr>
          <a:xfrm>
            <a:off x="140920" y="285789"/>
            <a:ext cx="305816" cy="438180"/>
            <a:chOff x="8555949" y="806163"/>
            <a:chExt cx="416587" cy="596813"/>
          </a:xfrm>
        </p:grpSpPr>
        <p:sp>
          <p:nvSpPr>
            <p:cNvPr id="653" name="Google Shape;653;p3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8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8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8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7" name="Google Shape;657;p38"/>
          <p:cNvGrpSpPr/>
          <p:nvPr/>
        </p:nvGrpSpPr>
        <p:grpSpPr>
          <a:xfrm rot="5400000">
            <a:off x="428737" y="4305600"/>
            <a:ext cx="568987" cy="596813"/>
            <a:chOff x="8555949" y="806163"/>
            <a:chExt cx="568987" cy="596813"/>
          </a:xfrm>
        </p:grpSpPr>
        <p:sp>
          <p:nvSpPr>
            <p:cNvPr id="658" name="Google Shape;658;p3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8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8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8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2" name="Google Shape;662;p38"/>
          <p:cNvSpPr txBox="1"/>
          <p:nvPr>
            <p:ph type="title"/>
          </p:nvPr>
        </p:nvSpPr>
        <p:spPr>
          <a:xfrm>
            <a:off x="720000" y="445025"/>
            <a:ext cx="429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1" type="subTitle"/>
          </p:nvPr>
        </p:nvSpPr>
        <p:spPr>
          <a:xfrm>
            <a:off x="720000" y="1543050"/>
            <a:ext cx="4294800" cy="28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38"/>
          <p:cNvSpPr/>
          <p:nvPr/>
        </p:nvSpPr>
        <p:spPr>
          <a:xfrm>
            <a:off x="5203425" y="-35875"/>
            <a:ext cx="3940500" cy="5213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8"/>
          <p:cNvSpPr/>
          <p:nvPr/>
        </p:nvSpPr>
        <p:spPr>
          <a:xfrm rot="10799680">
            <a:off x="5203429" y="22632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66" name="Google Shape;666;p38"/>
          <p:cNvSpPr/>
          <p:nvPr/>
        </p:nvSpPr>
        <p:spPr>
          <a:xfrm>
            <a:off x="6154900" y="-1649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9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0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1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71" name="Google Shape;671;p40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1"/>
          <p:cNvSpPr txBox="1"/>
          <p:nvPr>
            <p:ph type="title"/>
          </p:nvPr>
        </p:nvSpPr>
        <p:spPr>
          <a:xfrm>
            <a:off x="720000" y="539500"/>
            <a:ext cx="4508100" cy="13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7BB930"/>
        </a:solid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42"/>
          <p:cNvSpPr/>
          <p:nvPr/>
        </p:nvSpPr>
        <p:spPr>
          <a:xfrm rot="7802080">
            <a:off x="5238753" y="36136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76" name="Google Shape;676;p42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77" name="Google Shape;677;p42"/>
          <p:cNvSpPr/>
          <p:nvPr/>
        </p:nvSpPr>
        <p:spPr>
          <a:xfrm>
            <a:off x="-442575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78" name="Google Shape;678;p42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79" name="Google Shape;679;p42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680" name="Google Shape;680;p42"/>
          <p:cNvGrpSpPr/>
          <p:nvPr/>
        </p:nvGrpSpPr>
        <p:grpSpPr>
          <a:xfrm>
            <a:off x="8144346" y="4178365"/>
            <a:ext cx="572857" cy="573064"/>
            <a:chOff x="3601725" y="3116375"/>
            <a:chExt cx="253275" cy="253400"/>
          </a:xfrm>
        </p:grpSpPr>
        <p:sp>
          <p:nvSpPr>
            <p:cNvPr id="681" name="Google Shape;681;p42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42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2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42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42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42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42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42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42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0" name="Google Shape;690;p42"/>
          <p:cNvGrpSpPr/>
          <p:nvPr/>
        </p:nvGrpSpPr>
        <p:grpSpPr>
          <a:xfrm rot="5400000">
            <a:off x="870474" y="-54062"/>
            <a:ext cx="416587" cy="977813"/>
            <a:chOff x="8555949" y="425163"/>
            <a:chExt cx="416587" cy="977813"/>
          </a:xfrm>
        </p:grpSpPr>
        <p:sp>
          <p:nvSpPr>
            <p:cNvPr id="691" name="Google Shape;691;p42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42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42"/>
            <p:cNvSpPr/>
            <p:nvPr/>
          </p:nvSpPr>
          <p:spPr>
            <a:xfrm>
              <a:off x="8879236" y="425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42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5" name="Google Shape;695;p42"/>
          <p:cNvGrpSpPr/>
          <p:nvPr/>
        </p:nvGrpSpPr>
        <p:grpSpPr>
          <a:xfrm rot="5400000">
            <a:off x="8418693" y="3907744"/>
            <a:ext cx="1238412" cy="385925"/>
            <a:chOff x="8251149" y="734000"/>
            <a:chExt cx="1238412" cy="385925"/>
          </a:xfrm>
        </p:grpSpPr>
        <p:sp>
          <p:nvSpPr>
            <p:cNvPr id="696" name="Google Shape;696;p42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42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42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42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00" name="Google Shape;700;p42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2143862" y="168937"/>
            <a:ext cx="4856277" cy="4805626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42"/>
          <p:cNvSpPr txBox="1"/>
          <p:nvPr>
            <p:ph hasCustomPrompt="1" type="title"/>
          </p:nvPr>
        </p:nvSpPr>
        <p:spPr>
          <a:xfrm>
            <a:off x="998550" y="1492198"/>
            <a:ext cx="7146900" cy="16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05" name="Google Shape;705;p44"/>
          <p:cNvSpPr txBox="1"/>
          <p:nvPr>
            <p:ph hasCustomPrompt="1" idx="2" type="title"/>
          </p:nvPr>
        </p:nvSpPr>
        <p:spPr>
          <a:xfrm>
            <a:off x="720000" y="1328475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6" name="Google Shape;706;p44"/>
          <p:cNvSpPr txBox="1"/>
          <p:nvPr>
            <p:ph hasCustomPrompt="1" idx="3" type="title"/>
          </p:nvPr>
        </p:nvSpPr>
        <p:spPr>
          <a:xfrm>
            <a:off x="720000" y="3141246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7" name="Google Shape;707;p44"/>
          <p:cNvSpPr txBox="1"/>
          <p:nvPr>
            <p:ph hasCustomPrompt="1" idx="4" type="title"/>
          </p:nvPr>
        </p:nvSpPr>
        <p:spPr>
          <a:xfrm>
            <a:off x="3419250" y="1328475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8" name="Google Shape;708;p44"/>
          <p:cNvSpPr txBox="1"/>
          <p:nvPr>
            <p:ph hasCustomPrompt="1" idx="5" type="title"/>
          </p:nvPr>
        </p:nvSpPr>
        <p:spPr>
          <a:xfrm>
            <a:off x="3419250" y="3141246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9" name="Google Shape;709;p44"/>
          <p:cNvSpPr txBox="1"/>
          <p:nvPr>
            <p:ph hasCustomPrompt="1" idx="6" type="title"/>
          </p:nvPr>
        </p:nvSpPr>
        <p:spPr>
          <a:xfrm>
            <a:off x="6118500" y="1328475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0" name="Google Shape;710;p44"/>
          <p:cNvSpPr txBox="1"/>
          <p:nvPr>
            <p:ph hasCustomPrompt="1" idx="7" type="title"/>
          </p:nvPr>
        </p:nvSpPr>
        <p:spPr>
          <a:xfrm>
            <a:off x="6118500" y="3141246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1" name="Google Shape;711;p44"/>
          <p:cNvSpPr txBox="1"/>
          <p:nvPr>
            <p:ph idx="1" type="subTitle"/>
          </p:nvPr>
        </p:nvSpPr>
        <p:spPr>
          <a:xfrm>
            <a:off x="720000" y="1925975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2" name="Google Shape;712;p44"/>
          <p:cNvSpPr txBox="1"/>
          <p:nvPr>
            <p:ph idx="8" type="subTitle"/>
          </p:nvPr>
        </p:nvSpPr>
        <p:spPr>
          <a:xfrm>
            <a:off x="3419250" y="1925975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3" name="Google Shape;713;p44"/>
          <p:cNvSpPr txBox="1"/>
          <p:nvPr>
            <p:ph idx="9" type="subTitle"/>
          </p:nvPr>
        </p:nvSpPr>
        <p:spPr>
          <a:xfrm>
            <a:off x="6118500" y="1925975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4" name="Google Shape;714;p44"/>
          <p:cNvSpPr txBox="1"/>
          <p:nvPr>
            <p:ph idx="13" type="subTitle"/>
          </p:nvPr>
        </p:nvSpPr>
        <p:spPr>
          <a:xfrm>
            <a:off x="720000" y="3738800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5" name="Google Shape;715;p44"/>
          <p:cNvSpPr txBox="1"/>
          <p:nvPr>
            <p:ph idx="14" type="subTitle"/>
          </p:nvPr>
        </p:nvSpPr>
        <p:spPr>
          <a:xfrm>
            <a:off x="3419250" y="3738800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6" name="Google Shape;716;p44"/>
          <p:cNvSpPr txBox="1"/>
          <p:nvPr>
            <p:ph idx="15" type="subTitle"/>
          </p:nvPr>
        </p:nvSpPr>
        <p:spPr>
          <a:xfrm>
            <a:off x="6118500" y="3738800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7" name="Google Shape;717;p44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18" name="Google Shape;718;p44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19" name="Google Shape;719;p44"/>
          <p:cNvSpPr/>
          <p:nvPr/>
        </p:nvSpPr>
        <p:spPr>
          <a:xfrm>
            <a:off x="8562625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20" name="Google Shape;720;p44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21" name="Google Shape;721;p44"/>
          <p:cNvSpPr/>
          <p:nvPr/>
        </p:nvSpPr>
        <p:spPr>
          <a:xfrm rot="-2499097">
            <a:off x="-356375" y="-879421"/>
            <a:ext cx="3899477" cy="1866001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22" name="Google Shape;722;p44"/>
          <p:cNvSpPr/>
          <p:nvPr/>
        </p:nvSpPr>
        <p:spPr>
          <a:xfrm>
            <a:off x="8569919" y="7920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44"/>
          <p:cNvSpPr/>
          <p:nvPr/>
        </p:nvSpPr>
        <p:spPr>
          <a:xfrm>
            <a:off x="-247631" y="13284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44"/>
          <p:cNvSpPr/>
          <p:nvPr/>
        </p:nvSpPr>
        <p:spPr>
          <a:xfrm>
            <a:off x="6970800" y="4870899"/>
            <a:ext cx="679178" cy="17022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5" name="Google Shape;725;p44"/>
          <p:cNvGrpSpPr/>
          <p:nvPr/>
        </p:nvGrpSpPr>
        <p:grpSpPr>
          <a:xfrm>
            <a:off x="265001" y="4781610"/>
            <a:ext cx="210596" cy="210596"/>
            <a:chOff x="777346" y="3496226"/>
            <a:chExt cx="356700" cy="356700"/>
          </a:xfrm>
        </p:grpSpPr>
        <p:sp>
          <p:nvSpPr>
            <p:cNvPr id="726" name="Google Shape;726;p44">
              <a:hlinkClick action="ppaction://hlinkshowjump?jump=nextslide"/>
            </p:cNvPr>
            <p:cNvSpPr/>
            <p:nvPr/>
          </p:nvSpPr>
          <p:spPr>
            <a:xfrm>
              <a:off x="777346" y="3496226"/>
              <a:ext cx="356700" cy="356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7" name="Google Shape;727;p44"/>
            <p:cNvGrpSpPr/>
            <p:nvPr/>
          </p:nvGrpSpPr>
          <p:grpSpPr>
            <a:xfrm>
              <a:off x="831727" y="3588720"/>
              <a:ext cx="247883" cy="171668"/>
              <a:chOff x="-797260" y="3184175"/>
              <a:chExt cx="502500" cy="348000"/>
            </a:xfrm>
          </p:grpSpPr>
          <p:cxnSp>
            <p:nvCxnSpPr>
              <p:cNvPr id="728" name="Google Shape;728;p44"/>
              <p:cNvCxnSpPr/>
              <p:nvPr/>
            </p:nvCxnSpPr>
            <p:spPr>
              <a:xfrm>
                <a:off x="-797260" y="3361225"/>
                <a:ext cx="502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9" name="Google Shape;729;p44"/>
              <p:cNvCxnSpPr/>
              <p:nvPr/>
            </p:nvCxnSpPr>
            <p:spPr>
              <a:xfrm>
                <a:off x="-471875" y="3184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0" name="Google Shape;730;p44"/>
              <p:cNvCxnSpPr/>
              <p:nvPr/>
            </p:nvCxnSpPr>
            <p:spPr>
              <a:xfrm flipH="1" rot="10800000">
                <a:off x="-471875" y="3358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731" name="Google Shape;731;p44"/>
          <p:cNvGrpSpPr/>
          <p:nvPr/>
        </p:nvGrpSpPr>
        <p:grpSpPr>
          <a:xfrm rot="5400000">
            <a:off x="8079424" y="104713"/>
            <a:ext cx="568987" cy="596813"/>
            <a:chOff x="8555949" y="806163"/>
            <a:chExt cx="568987" cy="596813"/>
          </a:xfrm>
        </p:grpSpPr>
        <p:sp>
          <p:nvSpPr>
            <p:cNvPr id="732" name="Google Shape;732;p4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44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44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44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6" name="Google Shape;736;p44"/>
          <p:cNvGrpSpPr/>
          <p:nvPr/>
        </p:nvGrpSpPr>
        <p:grpSpPr>
          <a:xfrm rot="5400000">
            <a:off x="-273432" y="3251019"/>
            <a:ext cx="1238412" cy="385925"/>
            <a:chOff x="8251149" y="734000"/>
            <a:chExt cx="1238412" cy="385925"/>
          </a:xfrm>
        </p:grpSpPr>
        <p:sp>
          <p:nvSpPr>
            <p:cNvPr id="737" name="Google Shape;737;p4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44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44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44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45"/>
          <p:cNvSpPr txBox="1"/>
          <p:nvPr>
            <p:ph type="title"/>
          </p:nvPr>
        </p:nvSpPr>
        <p:spPr>
          <a:xfrm>
            <a:off x="3557400" y="3100288"/>
            <a:ext cx="4360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43" name="Google Shape;743;p45"/>
          <p:cNvSpPr txBox="1"/>
          <p:nvPr>
            <p:ph idx="1" type="subTitle"/>
          </p:nvPr>
        </p:nvSpPr>
        <p:spPr>
          <a:xfrm>
            <a:off x="1226400" y="151131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bg>
      <p:bgPr>
        <a:solidFill>
          <a:schemeClr val="accent2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6"/>
          <p:cNvSpPr txBox="1"/>
          <p:nvPr>
            <p:ph type="title"/>
          </p:nvPr>
        </p:nvSpPr>
        <p:spPr>
          <a:xfrm>
            <a:off x="6198475" y="2398350"/>
            <a:ext cx="2232300" cy="114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46" name="Google Shape;746;p46"/>
          <p:cNvSpPr txBox="1"/>
          <p:nvPr>
            <p:ph idx="1" type="subTitle"/>
          </p:nvPr>
        </p:nvSpPr>
        <p:spPr>
          <a:xfrm>
            <a:off x="6198475" y="3582000"/>
            <a:ext cx="2232300" cy="10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747" name="Google Shape;747;p46"/>
          <p:cNvSpPr/>
          <p:nvPr/>
        </p:nvSpPr>
        <p:spPr>
          <a:xfrm rot="10799680">
            <a:off x="-385046" y="460418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48" name="Google Shape;748;p46"/>
          <p:cNvSpPr/>
          <p:nvPr/>
        </p:nvSpPr>
        <p:spPr>
          <a:xfrm>
            <a:off x="8299225" y="-1067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49" name="Google Shape;749;p46"/>
          <p:cNvSpPr/>
          <p:nvPr/>
        </p:nvSpPr>
        <p:spPr>
          <a:xfrm rot="10799680">
            <a:off x="5421629" y="-106514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50" name="Google Shape;750;p46"/>
          <p:cNvSpPr/>
          <p:nvPr/>
        </p:nvSpPr>
        <p:spPr>
          <a:xfrm rot="7850356">
            <a:off x="7845757" y="3364383"/>
            <a:ext cx="4195605" cy="2007424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51" name="Google Shape;751;p46"/>
          <p:cNvSpPr/>
          <p:nvPr/>
        </p:nvSpPr>
        <p:spPr>
          <a:xfrm flipH="1">
            <a:off x="8794254" y="21245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46"/>
          <p:cNvSpPr/>
          <p:nvPr/>
        </p:nvSpPr>
        <p:spPr>
          <a:xfrm flipH="1">
            <a:off x="3222248" y="50391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46"/>
          <p:cNvSpPr/>
          <p:nvPr/>
        </p:nvSpPr>
        <p:spPr>
          <a:xfrm flipH="1">
            <a:off x="7224936" y="233711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7"/>
          <p:cNvSpPr txBox="1"/>
          <p:nvPr>
            <p:ph type="title"/>
          </p:nvPr>
        </p:nvSpPr>
        <p:spPr>
          <a:xfrm>
            <a:off x="720000" y="445025"/>
            <a:ext cx="4294800" cy="11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56" name="Google Shape;756;p47"/>
          <p:cNvSpPr txBox="1"/>
          <p:nvPr>
            <p:ph idx="1" type="subTitle"/>
          </p:nvPr>
        </p:nvSpPr>
        <p:spPr>
          <a:xfrm>
            <a:off x="720000" y="1690350"/>
            <a:ext cx="4294800" cy="29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757" name="Google Shape;757;p47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47"/>
          <p:cNvSpPr/>
          <p:nvPr/>
        </p:nvSpPr>
        <p:spPr>
          <a:xfrm flipH="1" rot="-1095117">
            <a:off x="-1255957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59" name="Google Shape;759;p47"/>
          <p:cNvSpPr/>
          <p:nvPr/>
        </p:nvSpPr>
        <p:spPr>
          <a:xfrm flipH="1">
            <a:off x="-156566" y="-412225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60" name="Google Shape;760;p47"/>
          <p:cNvSpPr/>
          <p:nvPr/>
        </p:nvSpPr>
        <p:spPr>
          <a:xfrm flipH="1">
            <a:off x="-203741" y="28076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1" name="Google Shape;761;p47"/>
          <p:cNvGrpSpPr/>
          <p:nvPr/>
        </p:nvGrpSpPr>
        <p:grpSpPr>
          <a:xfrm flipH="1">
            <a:off x="230498" y="3600388"/>
            <a:ext cx="416587" cy="596813"/>
            <a:chOff x="8555949" y="806163"/>
            <a:chExt cx="416587" cy="596813"/>
          </a:xfrm>
        </p:grpSpPr>
        <p:sp>
          <p:nvSpPr>
            <p:cNvPr id="762" name="Google Shape;762;p4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4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47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4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6" name="Google Shape;766;p47"/>
          <p:cNvSpPr/>
          <p:nvPr/>
        </p:nvSpPr>
        <p:spPr>
          <a:xfrm rot="10799680">
            <a:off x="-156571" y="46747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BODY_1"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48"/>
          <p:cNvSpPr txBox="1"/>
          <p:nvPr>
            <p:ph idx="1" type="body"/>
          </p:nvPr>
        </p:nvSpPr>
        <p:spPr>
          <a:xfrm>
            <a:off x="720000" y="1457197"/>
            <a:ext cx="3675000" cy="31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769" name="Google Shape;769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70" name="Google Shape;770;p48"/>
          <p:cNvSpPr txBox="1"/>
          <p:nvPr>
            <p:ph idx="2" type="body"/>
          </p:nvPr>
        </p:nvSpPr>
        <p:spPr>
          <a:xfrm>
            <a:off x="4749000" y="1457197"/>
            <a:ext cx="3675000" cy="31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771" name="Google Shape;771;p48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72" name="Google Shape;772;p48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73" name="Google Shape;773;p48"/>
          <p:cNvSpPr/>
          <p:nvPr/>
        </p:nvSpPr>
        <p:spPr>
          <a:xfrm>
            <a:off x="8562625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74" name="Google Shape;774;p48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75" name="Google Shape;775;p48"/>
          <p:cNvSpPr/>
          <p:nvPr/>
        </p:nvSpPr>
        <p:spPr>
          <a:xfrm rot="-2499097">
            <a:off x="-356375" y="-879421"/>
            <a:ext cx="3899477" cy="1866001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76" name="Google Shape;776;p48"/>
          <p:cNvSpPr/>
          <p:nvPr/>
        </p:nvSpPr>
        <p:spPr>
          <a:xfrm>
            <a:off x="8569919" y="7920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48"/>
          <p:cNvSpPr/>
          <p:nvPr/>
        </p:nvSpPr>
        <p:spPr>
          <a:xfrm>
            <a:off x="-247631" y="13284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48"/>
          <p:cNvSpPr/>
          <p:nvPr/>
        </p:nvSpPr>
        <p:spPr>
          <a:xfrm>
            <a:off x="6970800" y="4870899"/>
            <a:ext cx="679178" cy="17022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9" name="Google Shape;779;p48"/>
          <p:cNvGrpSpPr/>
          <p:nvPr/>
        </p:nvGrpSpPr>
        <p:grpSpPr>
          <a:xfrm>
            <a:off x="265001" y="4781610"/>
            <a:ext cx="210596" cy="210596"/>
            <a:chOff x="777346" y="3496226"/>
            <a:chExt cx="356700" cy="356700"/>
          </a:xfrm>
        </p:grpSpPr>
        <p:sp>
          <p:nvSpPr>
            <p:cNvPr id="780" name="Google Shape;780;p48">
              <a:hlinkClick action="ppaction://hlinkshowjump?jump=nextslide"/>
            </p:cNvPr>
            <p:cNvSpPr/>
            <p:nvPr/>
          </p:nvSpPr>
          <p:spPr>
            <a:xfrm>
              <a:off x="777346" y="3496226"/>
              <a:ext cx="356700" cy="356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81" name="Google Shape;781;p48"/>
            <p:cNvGrpSpPr/>
            <p:nvPr/>
          </p:nvGrpSpPr>
          <p:grpSpPr>
            <a:xfrm>
              <a:off x="831727" y="3588720"/>
              <a:ext cx="247883" cy="171668"/>
              <a:chOff x="-797260" y="3184175"/>
              <a:chExt cx="502500" cy="348000"/>
            </a:xfrm>
          </p:grpSpPr>
          <p:cxnSp>
            <p:nvCxnSpPr>
              <p:cNvPr id="782" name="Google Shape;782;p48"/>
              <p:cNvCxnSpPr/>
              <p:nvPr/>
            </p:nvCxnSpPr>
            <p:spPr>
              <a:xfrm>
                <a:off x="-797260" y="3361225"/>
                <a:ext cx="502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3" name="Google Shape;783;p48"/>
              <p:cNvCxnSpPr/>
              <p:nvPr/>
            </p:nvCxnSpPr>
            <p:spPr>
              <a:xfrm>
                <a:off x="-471875" y="3184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4" name="Google Shape;784;p48"/>
              <p:cNvCxnSpPr/>
              <p:nvPr/>
            </p:nvCxnSpPr>
            <p:spPr>
              <a:xfrm flipH="1" rot="10800000">
                <a:off x="-471875" y="3358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785" name="Google Shape;785;p48"/>
          <p:cNvGrpSpPr/>
          <p:nvPr/>
        </p:nvGrpSpPr>
        <p:grpSpPr>
          <a:xfrm rot="5400000">
            <a:off x="8079424" y="104713"/>
            <a:ext cx="568987" cy="596813"/>
            <a:chOff x="8555949" y="806163"/>
            <a:chExt cx="568987" cy="596813"/>
          </a:xfrm>
        </p:grpSpPr>
        <p:sp>
          <p:nvSpPr>
            <p:cNvPr id="786" name="Google Shape;786;p4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48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48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48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0" name="Google Shape;790;p48"/>
          <p:cNvGrpSpPr/>
          <p:nvPr/>
        </p:nvGrpSpPr>
        <p:grpSpPr>
          <a:xfrm rot="5400000">
            <a:off x="-273432" y="3251019"/>
            <a:ext cx="1238412" cy="385925"/>
            <a:chOff x="8251149" y="734000"/>
            <a:chExt cx="1238412" cy="385925"/>
          </a:xfrm>
        </p:grpSpPr>
        <p:sp>
          <p:nvSpPr>
            <p:cNvPr id="791" name="Google Shape;791;p4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48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48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48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97" name="Google Shape;797;p49"/>
          <p:cNvSpPr txBox="1"/>
          <p:nvPr>
            <p:ph idx="1" type="subTitle"/>
          </p:nvPr>
        </p:nvSpPr>
        <p:spPr>
          <a:xfrm>
            <a:off x="937625" y="3025998"/>
            <a:ext cx="22800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798" name="Google Shape;798;p49"/>
          <p:cNvSpPr txBox="1"/>
          <p:nvPr>
            <p:ph idx="2" type="subTitle"/>
          </p:nvPr>
        </p:nvSpPr>
        <p:spPr>
          <a:xfrm>
            <a:off x="3484350" y="3025998"/>
            <a:ext cx="22800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799" name="Google Shape;799;p49"/>
          <p:cNvSpPr txBox="1"/>
          <p:nvPr>
            <p:ph idx="3" type="subTitle"/>
          </p:nvPr>
        </p:nvSpPr>
        <p:spPr>
          <a:xfrm>
            <a:off x="6031075" y="3025998"/>
            <a:ext cx="22800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00" name="Google Shape;800;p49"/>
          <p:cNvSpPr txBox="1"/>
          <p:nvPr>
            <p:ph idx="4" type="subTitle"/>
          </p:nvPr>
        </p:nvSpPr>
        <p:spPr>
          <a:xfrm>
            <a:off x="937625" y="2498300"/>
            <a:ext cx="2280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01" name="Google Shape;801;p49"/>
          <p:cNvSpPr txBox="1"/>
          <p:nvPr>
            <p:ph idx="5" type="subTitle"/>
          </p:nvPr>
        </p:nvSpPr>
        <p:spPr>
          <a:xfrm>
            <a:off x="3484350" y="2498300"/>
            <a:ext cx="2280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02" name="Google Shape;802;p49"/>
          <p:cNvSpPr txBox="1"/>
          <p:nvPr>
            <p:ph idx="6" type="subTitle"/>
          </p:nvPr>
        </p:nvSpPr>
        <p:spPr>
          <a:xfrm>
            <a:off x="6031075" y="2498300"/>
            <a:ext cx="2280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03" name="Google Shape;803;p49"/>
          <p:cNvSpPr/>
          <p:nvPr/>
        </p:nvSpPr>
        <p:spPr>
          <a:xfrm rot="-1526559">
            <a:off x="3115925" y="-1002837"/>
            <a:ext cx="3899407" cy="1865967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04" name="Google Shape;804;p49"/>
          <p:cNvSpPr/>
          <p:nvPr/>
        </p:nvSpPr>
        <p:spPr>
          <a:xfrm rot="3010588">
            <a:off x="8512253" y="153467"/>
            <a:ext cx="1841616" cy="181766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05" name="Google Shape;805;p49"/>
          <p:cNvSpPr/>
          <p:nvPr/>
        </p:nvSpPr>
        <p:spPr>
          <a:xfrm>
            <a:off x="8571825" y="2421349"/>
            <a:ext cx="416576" cy="104389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6" name="Google Shape;806;p49"/>
          <p:cNvGrpSpPr/>
          <p:nvPr/>
        </p:nvGrpSpPr>
        <p:grpSpPr>
          <a:xfrm>
            <a:off x="107343" y="3811438"/>
            <a:ext cx="416587" cy="596813"/>
            <a:chOff x="8555949" y="806163"/>
            <a:chExt cx="416587" cy="596813"/>
          </a:xfrm>
        </p:grpSpPr>
        <p:sp>
          <p:nvSpPr>
            <p:cNvPr id="807" name="Google Shape;807;p49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49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49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49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1" name="Google Shape;811;p49"/>
          <p:cNvSpPr/>
          <p:nvPr/>
        </p:nvSpPr>
        <p:spPr>
          <a:xfrm>
            <a:off x="8845851" y="34279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49"/>
          <p:cNvSpPr/>
          <p:nvPr/>
        </p:nvSpPr>
        <p:spPr>
          <a:xfrm>
            <a:off x="-365762" y="20204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49"/>
          <p:cNvSpPr/>
          <p:nvPr/>
        </p:nvSpPr>
        <p:spPr>
          <a:xfrm flipH="1" rot="-8100000">
            <a:off x="-524684" y="4314302"/>
            <a:ext cx="2405868" cy="2374571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14" name="Google Shape;814;p49"/>
          <p:cNvSpPr/>
          <p:nvPr/>
        </p:nvSpPr>
        <p:spPr>
          <a:xfrm flipH="1" rot="1461625">
            <a:off x="-1229109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15" name="Google Shape;815;p49"/>
          <p:cNvSpPr/>
          <p:nvPr/>
        </p:nvSpPr>
        <p:spPr>
          <a:xfrm>
            <a:off x="2368413" y="48183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49"/>
          <p:cNvSpPr/>
          <p:nvPr/>
        </p:nvSpPr>
        <p:spPr>
          <a:xfrm flipH="1">
            <a:off x="5508603" y="4674573"/>
            <a:ext cx="4114800" cy="1414225"/>
          </a:xfrm>
          <a:custGeom>
            <a:rect b="b" l="l" r="r" t="t"/>
            <a:pathLst>
              <a:path extrusionOk="0" h="56569" w="164592">
                <a:moveTo>
                  <a:pt x="0" y="4277"/>
                </a:moveTo>
                <a:cubicBezTo>
                  <a:pt x="28218" y="-5125"/>
                  <a:pt x="62109" y="3035"/>
                  <a:pt x="88297" y="17136"/>
                </a:cubicBezTo>
                <a:cubicBezTo>
                  <a:pt x="100376" y="23640"/>
                  <a:pt x="110755" y="32907"/>
                  <a:pt x="121730" y="41139"/>
                </a:cubicBezTo>
                <a:cubicBezTo>
                  <a:pt x="127125" y="45186"/>
                  <a:pt x="131533" y="51288"/>
                  <a:pt x="138018" y="53140"/>
                </a:cubicBezTo>
                <a:cubicBezTo>
                  <a:pt x="146606" y="55593"/>
                  <a:pt x="155661" y="56569"/>
                  <a:pt x="164592" y="56569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sp>
      <p:grpSp>
        <p:nvGrpSpPr>
          <p:cNvPr id="817" name="Google Shape;817;p49"/>
          <p:cNvGrpSpPr/>
          <p:nvPr/>
        </p:nvGrpSpPr>
        <p:grpSpPr>
          <a:xfrm>
            <a:off x="8429268" y="103300"/>
            <a:ext cx="400212" cy="418950"/>
            <a:chOff x="8555949" y="984025"/>
            <a:chExt cx="400212" cy="418950"/>
          </a:xfrm>
        </p:grpSpPr>
        <p:sp>
          <p:nvSpPr>
            <p:cNvPr id="818" name="Google Shape;818;p49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49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49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1" name="Google Shape;821;p49"/>
          <p:cNvSpPr/>
          <p:nvPr/>
        </p:nvSpPr>
        <p:spPr>
          <a:xfrm rot="-598330">
            <a:off x="5525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49"/>
          <p:cNvSpPr/>
          <p:nvPr/>
        </p:nvSpPr>
        <p:spPr>
          <a:xfrm flipH="1" rot="598330">
            <a:off x="84176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25" name="Google Shape;825;p50"/>
          <p:cNvSpPr txBox="1"/>
          <p:nvPr>
            <p:ph idx="1" type="subTitle"/>
          </p:nvPr>
        </p:nvSpPr>
        <p:spPr>
          <a:xfrm>
            <a:off x="715200" y="186045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26" name="Google Shape;826;p50"/>
          <p:cNvSpPr txBox="1"/>
          <p:nvPr>
            <p:ph idx="2" type="subTitle"/>
          </p:nvPr>
        </p:nvSpPr>
        <p:spPr>
          <a:xfrm>
            <a:off x="5916249" y="186045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27" name="Google Shape;827;p50"/>
          <p:cNvSpPr txBox="1"/>
          <p:nvPr>
            <p:ph idx="3" type="subTitle"/>
          </p:nvPr>
        </p:nvSpPr>
        <p:spPr>
          <a:xfrm>
            <a:off x="715200" y="367220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28" name="Google Shape;828;p50"/>
          <p:cNvSpPr txBox="1"/>
          <p:nvPr>
            <p:ph idx="4" type="subTitle"/>
          </p:nvPr>
        </p:nvSpPr>
        <p:spPr>
          <a:xfrm>
            <a:off x="5916249" y="367220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29" name="Google Shape;829;p50"/>
          <p:cNvSpPr txBox="1"/>
          <p:nvPr>
            <p:ph idx="5" type="subTitle"/>
          </p:nvPr>
        </p:nvSpPr>
        <p:spPr>
          <a:xfrm>
            <a:off x="715200" y="1332750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30" name="Google Shape;830;p50"/>
          <p:cNvSpPr txBox="1"/>
          <p:nvPr>
            <p:ph idx="6" type="subTitle"/>
          </p:nvPr>
        </p:nvSpPr>
        <p:spPr>
          <a:xfrm>
            <a:off x="715200" y="3144501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31" name="Google Shape;831;p50"/>
          <p:cNvSpPr txBox="1"/>
          <p:nvPr>
            <p:ph idx="7" type="subTitle"/>
          </p:nvPr>
        </p:nvSpPr>
        <p:spPr>
          <a:xfrm>
            <a:off x="5916225" y="1332750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32" name="Google Shape;832;p50"/>
          <p:cNvSpPr txBox="1"/>
          <p:nvPr>
            <p:ph idx="8" type="subTitle"/>
          </p:nvPr>
        </p:nvSpPr>
        <p:spPr>
          <a:xfrm>
            <a:off x="5916225" y="3144501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33" name="Google Shape;833;p50"/>
          <p:cNvSpPr/>
          <p:nvPr/>
        </p:nvSpPr>
        <p:spPr>
          <a:xfrm flipH="1">
            <a:off x="-1356975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34" name="Google Shape;834;p50"/>
          <p:cNvSpPr/>
          <p:nvPr/>
        </p:nvSpPr>
        <p:spPr>
          <a:xfrm flipH="1">
            <a:off x="8616488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35" name="Google Shape;835;p50"/>
          <p:cNvSpPr/>
          <p:nvPr/>
        </p:nvSpPr>
        <p:spPr>
          <a:xfrm flipH="1" rot="2700000">
            <a:off x="5495848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36" name="Google Shape;836;p50"/>
          <p:cNvSpPr/>
          <p:nvPr/>
        </p:nvSpPr>
        <p:spPr>
          <a:xfrm flipH="1" rot="-10799680">
            <a:off x="5118351" y="458718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837" name="Google Shape;837;p50"/>
          <p:cNvGrpSpPr/>
          <p:nvPr/>
        </p:nvGrpSpPr>
        <p:grpSpPr>
          <a:xfrm>
            <a:off x="8458541" y="2362275"/>
            <a:ext cx="400212" cy="418950"/>
            <a:chOff x="8555949" y="984025"/>
            <a:chExt cx="400212" cy="418950"/>
          </a:xfrm>
        </p:grpSpPr>
        <p:sp>
          <p:nvSpPr>
            <p:cNvPr id="838" name="Google Shape;838;p50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50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50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1" name="Google Shape;841;p50"/>
          <p:cNvGrpSpPr/>
          <p:nvPr/>
        </p:nvGrpSpPr>
        <p:grpSpPr>
          <a:xfrm>
            <a:off x="135941" y="4198750"/>
            <a:ext cx="416587" cy="596813"/>
            <a:chOff x="8555949" y="806163"/>
            <a:chExt cx="416587" cy="596813"/>
          </a:xfrm>
        </p:grpSpPr>
        <p:sp>
          <p:nvSpPr>
            <p:cNvPr id="842" name="Google Shape;842;p50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50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50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50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6" name="Google Shape;846;p50"/>
          <p:cNvSpPr/>
          <p:nvPr/>
        </p:nvSpPr>
        <p:spPr>
          <a:xfrm flipH="1" rot="-7199939">
            <a:off x="1064415" y="4455831"/>
            <a:ext cx="2895074" cy="2857413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49" name="Google Shape;849;p51"/>
          <p:cNvSpPr txBox="1"/>
          <p:nvPr>
            <p:ph idx="1" type="subTitle"/>
          </p:nvPr>
        </p:nvSpPr>
        <p:spPr>
          <a:xfrm>
            <a:off x="725575" y="186045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50" name="Google Shape;850;p51"/>
          <p:cNvSpPr txBox="1"/>
          <p:nvPr>
            <p:ph idx="2" type="subTitle"/>
          </p:nvPr>
        </p:nvSpPr>
        <p:spPr>
          <a:xfrm>
            <a:off x="3394825" y="186045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51" name="Google Shape;851;p51"/>
          <p:cNvSpPr txBox="1"/>
          <p:nvPr>
            <p:ph idx="3" type="subTitle"/>
          </p:nvPr>
        </p:nvSpPr>
        <p:spPr>
          <a:xfrm>
            <a:off x="725575" y="367220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52" name="Google Shape;852;p51"/>
          <p:cNvSpPr txBox="1"/>
          <p:nvPr>
            <p:ph idx="4" type="subTitle"/>
          </p:nvPr>
        </p:nvSpPr>
        <p:spPr>
          <a:xfrm>
            <a:off x="3394825" y="367220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53" name="Google Shape;853;p51"/>
          <p:cNvSpPr txBox="1"/>
          <p:nvPr>
            <p:ph idx="5" type="subTitle"/>
          </p:nvPr>
        </p:nvSpPr>
        <p:spPr>
          <a:xfrm>
            <a:off x="6065271" y="186045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54" name="Google Shape;854;p51"/>
          <p:cNvSpPr txBox="1"/>
          <p:nvPr>
            <p:ph idx="6" type="subTitle"/>
          </p:nvPr>
        </p:nvSpPr>
        <p:spPr>
          <a:xfrm>
            <a:off x="6065271" y="367220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55" name="Google Shape;855;p51"/>
          <p:cNvSpPr txBox="1"/>
          <p:nvPr>
            <p:ph idx="7" type="subTitle"/>
          </p:nvPr>
        </p:nvSpPr>
        <p:spPr>
          <a:xfrm>
            <a:off x="725575" y="133275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6" name="Google Shape;856;p51"/>
          <p:cNvSpPr txBox="1"/>
          <p:nvPr>
            <p:ph idx="8" type="subTitle"/>
          </p:nvPr>
        </p:nvSpPr>
        <p:spPr>
          <a:xfrm>
            <a:off x="3394825" y="133275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7" name="Google Shape;857;p51"/>
          <p:cNvSpPr txBox="1"/>
          <p:nvPr>
            <p:ph idx="9" type="subTitle"/>
          </p:nvPr>
        </p:nvSpPr>
        <p:spPr>
          <a:xfrm>
            <a:off x="6065271" y="133275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8" name="Google Shape;858;p51"/>
          <p:cNvSpPr txBox="1"/>
          <p:nvPr>
            <p:ph idx="13" type="subTitle"/>
          </p:nvPr>
        </p:nvSpPr>
        <p:spPr>
          <a:xfrm>
            <a:off x="725575" y="314450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9" name="Google Shape;859;p51"/>
          <p:cNvSpPr txBox="1"/>
          <p:nvPr>
            <p:ph idx="14" type="subTitle"/>
          </p:nvPr>
        </p:nvSpPr>
        <p:spPr>
          <a:xfrm>
            <a:off x="3394825" y="314450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0" name="Google Shape;860;p51"/>
          <p:cNvSpPr txBox="1"/>
          <p:nvPr>
            <p:ph idx="15" type="subTitle"/>
          </p:nvPr>
        </p:nvSpPr>
        <p:spPr>
          <a:xfrm>
            <a:off x="6065271" y="314450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1" name="Google Shape;861;p51"/>
          <p:cNvSpPr/>
          <p:nvPr/>
        </p:nvSpPr>
        <p:spPr>
          <a:xfrm rot="1095117">
            <a:off x="6550927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62" name="Google Shape;862;p51"/>
          <p:cNvSpPr/>
          <p:nvPr/>
        </p:nvSpPr>
        <p:spPr>
          <a:xfrm>
            <a:off x="8657284" y="-412225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63" name="Google Shape;863;p51"/>
          <p:cNvSpPr/>
          <p:nvPr/>
        </p:nvSpPr>
        <p:spPr>
          <a:xfrm>
            <a:off x="8719040" y="28076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4" name="Google Shape;864;p51"/>
          <p:cNvGrpSpPr/>
          <p:nvPr/>
        </p:nvGrpSpPr>
        <p:grpSpPr>
          <a:xfrm>
            <a:off x="8547408" y="3600388"/>
            <a:ext cx="416587" cy="596813"/>
            <a:chOff x="8555949" y="806163"/>
            <a:chExt cx="416587" cy="596813"/>
          </a:xfrm>
        </p:grpSpPr>
        <p:sp>
          <p:nvSpPr>
            <p:cNvPr id="865" name="Google Shape;865;p51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51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51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51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9" name="Google Shape;869;p51"/>
          <p:cNvSpPr/>
          <p:nvPr/>
        </p:nvSpPr>
        <p:spPr>
          <a:xfrm>
            <a:off x="-412710" y="19713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51"/>
          <p:cNvSpPr/>
          <p:nvPr/>
        </p:nvSpPr>
        <p:spPr>
          <a:xfrm>
            <a:off x="1580765" y="1773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51"/>
          <p:cNvSpPr/>
          <p:nvPr/>
        </p:nvSpPr>
        <p:spPr>
          <a:xfrm flipH="1" rot="-5400000">
            <a:off x="-140983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72" name="Google Shape;872;p51"/>
          <p:cNvSpPr/>
          <p:nvPr/>
        </p:nvSpPr>
        <p:spPr>
          <a:xfrm flipH="1" rot="-10799680">
            <a:off x="5155618" y="46747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73" name="Google Shape;873;p51"/>
          <p:cNvSpPr/>
          <p:nvPr/>
        </p:nvSpPr>
        <p:spPr>
          <a:xfrm flipH="1" rot="1461625">
            <a:off x="-1143644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874" name="Google Shape;874;p51"/>
          <p:cNvGrpSpPr/>
          <p:nvPr/>
        </p:nvGrpSpPr>
        <p:grpSpPr>
          <a:xfrm>
            <a:off x="68984" y="2716038"/>
            <a:ext cx="342461" cy="901613"/>
            <a:chOff x="8630075" y="806163"/>
            <a:chExt cx="342461" cy="901613"/>
          </a:xfrm>
        </p:grpSpPr>
        <p:sp>
          <p:nvSpPr>
            <p:cNvPr id="875" name="Google Shape;875;p51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51"/>
            <p:cNvSpPr/>
            <p:nvPr/>
          </p:nvSpPr>
          <p:spPr>
            <a:xfrm>
              <a:off x="8862861" y="16144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51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51"/>
            <p:cNvSpPr/>
            <p:nvPr/>
          </p:nvSpPr>
          <p:spPr>
            <a:xfrm>
              <a:off x="8708349" y="13436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9" name="Google Shape;879;p51"/>
          <p:cNvSpPr/>
          <p:nvPr/>
        </p:nvSpPr>
        <p:spPr>
          <a:xfrm>
            <a:off x="3484190" y="5017508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51"/>
          <p:cNvSpPr/>
          <p:nvPr/>
        </p:nvSpPr>
        <p:spPr>
          <a:xfrm rot="-598330">
            <a:off x="5525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51"/>
          <p:cNvSpPr/>
          <p:nvPr/>
        </p:nvSpPr>
        <p:spPr>
          <a:xfrm flipH="1" rot="598330">
            <a:off x="84176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51"/>
          <p:cNvSpPr/>
          <p:nvPr/>
        </p:nvSpPr>
        <p:spPr>
          <a:xfrm>
            <a:off x="7349528" y="4543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52"/>
          <p:cNvSpPr txBox="1"/>
          <p:nvPr>
            <p:ph hasCustomPrompt="1" type="title"/>
          </p:nvPr>
        </p:nvSpPr>
        <p:spPr>
          <a:xfrm>
            <a:off x="798388" y="2551700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85" name="Google Shape;885;p52"/>
          <p:cNvSpPr txBox="1"/>
          <p:nvPr>
            <p:ph idx="1" type="subTitle"/>
          </p:nvPr>
        </p:nvSpPr>
        <p:spPr>
          <a:xfrm>
            <a:off x="798388" y="3509223"/>
            <a:ext cx="3492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6" name="Google Shape;886;p52"/>
          <p:cNvSpPr txBox="1"/>
          <p:nvPr>
            <p:ph hasCustomPrompt="1" idx="2" type="title"/>
          </p:nvPr>
        </p:nvSpPr>
        <p:spPr>
          <a:xfrm>
            <a:off x="2825700" y="840714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87" name="Google Shape;887;p52"/>
          <p:cNvSpPr txBox="1"/>
          <p:nvPr>
            <p:ph idx="3" type="subTitle"/>
          </p:nvPr>
        </p:nvSpPr>
        <p:spPr>
          <a:xfrm>
            <a:off x="2825700" y="1615651"/>
            <a:ext cx="3492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8" name="Google Shape;888;p52"/>
          <p:cNvSpPr txBox="1"/>
          <p:nvPr>
            <p:ph hasCustomPrompt="1" idx="4" type="title"/>
          </p:nvPr>
        </p:nvSpPr>
        <p:spPr>
          <a:xfrm>
            <a:off x="4853013" y="2551700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89" name="Google Shape;889;p52"/>
          <p:cNvSpPr txBox="1"/>
          <p:nvPr>
            <p:ph idx="5" type="subTitle"/>
          </p:nvPr>
        </p:nvSpPr>
        <p:spPr>
          <a:xfrm>
            <a:off x="4853013" y="3509223"/>
            <a:ext cx="3492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2" name="Google Shape;892;p53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53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53"/>
          <p:cNvSpPr/>
          <p:nvPr/>
        </p:nvSpPr>
        <p:spPr>
          <a:xfrm flipH="1" rot="-1095117">
            <a:off x="-1255957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95" name="Google Shape;895;p53"/>
          <p:cNvSpPr/>
          <p:nvPr/>
        </p:nvSpPr>
        <p:spPr>
          <a:xfrm flipH="1">
            <a:off x="-156566" y="-412225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96" name="Google Shape;896;p53"/>
          <p:cNvSpPr/>
          <p:nvPr/>
        </p:nvSpPr>
        <p:spPr>
          <a:xfrm flipH="1">
            <a:off x="-203741" y="28076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7" name="Google Shape;897;p53"/>
          <p:cNvGrpSpPr/>
          <p:nvPr/>
        </p:nvGrpSpPr>
        <p:grpSpPr>
          <a:xfrm flipH="1">
            <a:off x="154298" y="3600388"/>
            <a:ext cx="416587" cy="596813"/>
            <a:chOff x="8555949" y="806163"/>
            <a:chExt cx="416587" cy="596813"/>
          </a:xfrm>
        </p:grpSpPr>
        <p:sp>
          <p:nvSpPr>
            <p:cNvPr id="898" name="Google Shape;898;p5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5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53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5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2" name="Google Shape;902;p53"/>
          <p:cNvSpPr/>
          <p:nvPr/>
        </p:nvSpPr>
        <p:spPr>
          <a:xfrm flipH="1">
            <a:off x="8585109" y="11874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53"/>
          <p:cNvSpPr/>
          <p:nvPr/>
        </p:nvSpPr>
        <p:spPr>
          <a:xfrm flipH="1">
            <a:off x="6934534" y="1773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53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05" name="Google Shape;905;p53"/>
          <p:cNvSpPr/>
          <p:nvPr/>
        </p:nvSpPr>
        <p:spPr>
          <a:xfrm rot="10799680">
            <a:off x="-156571" y="46747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06" name="Google Shape;906;p53"/>
          <p:cNvSpPr/>
          <p:nvPr/>
        </p:nvSpPr>
        <p:spPr>
          <a:xfrm rot="-1461625">
            <a:off x="7932232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907" name="Google Shape;907;p53"/>
          <p:cNvGrpSpPr/>
          <p:nvPr/>
        </p:nvGrpSpPr>
        <p:grpSpPr>
          <a:xfrm flipH="1">
            <a:off x="8542223" y="1561163"/>
            <a:ext cx="416587" cy="596813"/>
            <a:chOff x="8555949" y="806163"/>
            <a:chExt cx="416587" cy="596813"/>
          </a:xfrm>
        </p:grpSpPr>
        <p:sp>
          <p:nvSpPr>
            <p:cNvPr id="908" name="Google Shape;908;p5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5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53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5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2" name="Google Shape;912;p53"/>
          <p:cNvSpPr/>
          <p:nvPr/>
        </p:nvSpPr>
        <p:spPr>
          <a:xfrm flipH="1">
            <a:off x="5031109" y="5017508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15" name="Google Shape;915;p54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16" name="Google Shape;916;p54"/>
          <p:cNvSpPr/>
          <p:nvPr/>
        </p:nvSpPr>
        <p:spPr>
          <a:xfrm>
            <a:off x="-442575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17" name="Google Shape;917;p54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18" name="Google Shape;918;p54"/>
          <p:cNvSpPr/>
          <p:nvPr/>
        </p:nvSpPr>
        <p:spPr>
          <a:xfrm rot="10799680">
            <a:off x="-175496" y="458718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19" name="Google Shape;919;p54"/>
          <p:cNvSpPr/>
          <p:nvPr/>
        </p:nvSpPr>
        <p:spPr>
          <a:xfrm>
            <a:off x="1254027" y="2265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54"/>
          <p:cNvSpPr/>
          <p:nvPr/>
        </p:nvSpPr>
        <p:spPr>
          <a:xfrm>
            <a:off x="8743477" y="26214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54"/>
          <p:cNvSpPr/>
          <p:nvPr/>
        </p:nvSpPr>
        <p:spPr>
          <a:xfrm>
            <a:off x="6286757" y="215108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54"/>
          <p:cNvSpPr/>
          <p:nvPr/>
        </p:nvSpPr>
        <p:spPr>
          <a:xfrm>
            <a:off x="3747677" y="499618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54"/>
          <p:cNvSpPr/>
          <p:nvPr/>
        </p:nvSpPr>
        <p:spPr>
          <a:xfrm>
            <a:off x="-175498" y="32545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4" name="Google Shape;924;p54"/>
          <p:cNvGrpSpPr/>
          <p:nvPr/>
        </p:nvGrpSpPr>
        <p:grpSpPr>
          <a:xfrm rot="5400000">
            <a:off x="8418693" y="3907744"/>
            <a:ext cx="1238412" cy="385925"/>
            <a:chOff x="8251149" y="734000"/>
            <a:chExt cx="1238412" cy="385925"/>
          </a:xfrm>
        </p:grpSpPr>
        <p:sp>
          <p:nvSpPr>
            <p:cNvPr id="925" name="Google Shape;925;p5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54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54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54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9" name="Google Shape;929;p54"/>
          <p:cNvGrpSpPr/>
          <p:nvPr/>
        </p:nvGrpSpPr>
        <p:grpSpPr>
          <a:xfrm flipH="1">
            <a:off x="279548" y="2362275"/>
            <a:ext cx="400212" cy="418950"/>
            <a:chOff x="8555949" y="984025"/>
            <a:chExt cx="400212" cy="418950"/>
          </a:xfrm>
        </p:grpSpPr>
        <p:sp>
          <p:nvSpPr>
            <p:cNvPr id="930" name="Google Shape;930;p5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54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54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3" name="Google Shape;933;p54"/>
          <p:cNvGrpSpPr/>
          <p:nvPr/>
        </p:nvGrpSpPr>
        <p:grpSpPr>
          <a:xfrm flipH="1">
            <a:off x="8542223" y="1561163"/>
            <a:ext cx="416587" cy="596813"/>
            <a:chOff x="8555949" y="806163"/>
            <a:chExt cx="416587" cy="596813"/>
          </a:xfrm>
        </p:grpSpPr>
        <p:sp>
          <p:nvSpPr>
            <p:cNvPr id="934" name="Google Shape;934;p5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54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54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54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8" name="Google Shape;938;p54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54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0" name="Google Shape;940;p54"/>
          <p:cNvGrpSpPr/>
          <p:nvPr/>
        </p:nvGrpSpPr>
        <p:grpSpPr>
          <a:xfrm>
            <a:off x="8402289" y="4373147"/>
            <a:ext cx="461594" cy="461695"/>
            <a:chOff x="3601725" y="3116375"/>
            <a:chExt cx="253275" cy="253400"/>
          </a:xfrm>
        </p:grpSpPr>
        <p:sp>
          <p:nvSpPr>
            <p:cNvPr id="941" name="Google Shape;941;p54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54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54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54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54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54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54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54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54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0" name="Google Shape;950;p54"/>
          <p:cNvSpPr/>
          <p:nvPr/>
        </p:nvSpPr>
        <p:spPr>
          <a:xfrm rot="7199939">
            <a:off x="5178812" y="4455831"/>
            <a:ext cx="2895074" cy="2857413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53" name="Google Shape;953;p55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55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55"/>
          <p:cNvSpPr/>
          <p:nvPr/>
        </p:nvSpPr>
        <p:spPr>
          <a:xfrm flipH="1" rot="1526559">
            <a:off x="2093696" y="-1002837"/>
            <a:ext cx="3899407" cy="1865967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56" name="Google Shape;956;p55"/>
          <p:cNvSpPr/>
          <p:nvPr/>
        </p:nvSpPr>
        <p:spPr>
          <a:xfrm flipH="1" rot="-3010588">
            <a:off x="-1244841" y="153467"/>
            <a:ext cx="1841616" cy="181766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57" name="Google Shape;957;p55"/>
          <p:cNvSpPr/>
          <p:nvPr/>
        </p:nvSpPr>
        <p:spPr>
          <a:xfrm flipH="1">
            <a:off x="120627" y="2421349"/>
            <a:ext cx="416576" cy="104389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8" name="Google Shape;958;p55"/>
          <p:cNvGrpSpPr/>
          <p:nvPr/>
        </p:nvGrpSpPr>
        <p:grpSpPr>
          <a:xfrm flipH="1">
            <a:off x="8585098" y="3811438"/>
            <a:ext cx="416587" cy="596813"/>
            <a:chOff x="8555949" y="806163"/>
            <a:chExt cx="416587" cy="596813"/>
          </a:xfrm>
        </p:grpSpPr>
        <p:sp>
          <p:nvSpPr>
            <p:cNvPr id="959" name="Google Shape;959;p55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55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55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55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3" name="Google Shape;963;p55"/>
          <p:cNvSpPr/>
          <p:nvPr/>
        </p:nvSpPr>
        <p:spPr>
          <a:xfrm flipH="1">
            <a:off x="-416016" y="34279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55"/>
          <p:cNvSpPr/>
          <p:nvPr/>
        </p:nvSpPr>
        <p:spPr>
          <a:xfrm flipH="1">
            <a:off x="8795596" y="20204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55"/>
          <p:cNvSpPr/>
          <p:nvPr/>
        </p:nvSpPr>
        <p:spPr>
          <a:xfrm rot="8100000">
            <a:off x="7227843" y="4314302"/>
            <a:ext cx="2405868" cy="2374571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66" name="Google Shape;966;p55"/>
          <p:cNvSpPr/>
          <p:nvPr/>
        </p:nvSpPr>
        <p:spPr>
          <a:xfrm rot="-1461625">
            <a:off x="7932232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67" name="Google Shape;967;p55"/>
          <p:cNvSpPr/>
          <p:nvPr/>
        </p:nvSpPr>
        <p:spPr>
          <a:xfrm flipH="1">
            <a:off x="6061421" y="48183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55"/>
          <p:cNvSpPr/>
          <p:nvPr/>
        </p:nvSpPr>
        <p:spPr>
          <a:xfrm>
            <a:off x="-514375" y="4674573"/>
            <a:ext cx="4114800" cy="1414225"/>
          </a:xfrm>
          <a:custGeom>
            <a:rect b="b" l="l" r="r" t="t"/>
            <a:pathLst>
              <a:path extrusionOk="0" h="56569" w="164592">
                <a:moveTo>
                  <a:pt x="0" y="4277"/>
                </a:moveTo>
                <a:cubicBezTo>
                  <a:pt x="28218" y="-5125"/>
                  <a:pt x="62109" y="3035"/>
                  <a:pt x="88297" y="17136"/>
                </a:cubicBezTo>
                <a:cubicBezTo>
                  <a:pt x="100376" y="23640"/>
                  <a:pt x="110755" y="32907"/>
                  <a:pt x="121730" y="41139"/>
                </a:cubicBezTo>
                <a:cubicBezTo>
                  <a:pt x="127125" y="45186"/>
                  <a:pt x="131533" y="51288"/>
                  <a:pt x="138018" y="53140"/>
                </a:cubicBezTo>
                <a:cubicBezTo>
                  <a:pt x="146606" y="55593"/>
                  <a:pt x="155661" y="56569"/>
                  <a:pt x="164592" y="56569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sp>
      <p:grpSp>
        <p:nvGrpSpPr>
          <p:cNvPr id="969" name="Google Shape;969;p55"/>
          <p:cNvGrpSpPr/>
          <p:nvPr/>
        </p:nvGrpSpPr>
        <p:grpSpPr>
          <a:xfrm flipH="1">
            <a:off x="279548" y="103300"/>
            <a:ext cx="400212" cy="418950"/>
            <a:chOff x="8555949" y="984025"/>
            <a:chExt cx="400212" cy="418950"/>
          </a:xfrm>
        </p:grpSpPr>
        <p:sp>
          <p:nvSpPr>
            <p:cNvPr id="970" name="Google Shape;970;p55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55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55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56"/>
          <p:cNvSpPr/>
          <p:nvPr/>
        </p:nvSpPr>
        <p:spPr>
          <a:xfrm>
            <a:off x="4404281" y="-35875"/>
            <a:ext cx="4761300" cy="5213100"/>
          </a:xfrm>
          <a:prstGeom prst="rect">
            <a:avLst/>
          </a:prstGeom>
          <a:solidFill>
            <a:srgbClr val="52AFC8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56"/>
          <p:cNvSpPr/>
          <p:nvPr/>
        </p:nvSpPr>
        <p:spPr>
          <a:xfrm>
            <a:off x="7671375" y="-358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76" name="Google Shape;976;p56"/>
          <p:cNvSpPr txBox="1"/>
          <p:nvPr>
            <p:ph type="title"/>
          </p:nvPr>
        </p:nvSpPr>
        <p:spPr>
          <a:xfrm>
            <a:off x="4531325" y="616225"/>
            <a:ext cx="38994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500"/>
              <a:buNone/>
              <a:defRPr sz="7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77" name="Google Shape;977;p56"/>
          <p:cNvSpPr txBox="1"/>
          <p:nvPr>
            <p:ph idx="1" type="subTitle"/>
          </p:nvPr>
        </p:nvSpPr>
        <p:spPr>
          <a:xfrm>
            <a:off x="4531331" y="1654884"/>
            <a:ext cx="38994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pic>
        <p:nvPicPr>
          <p:cNvPr id="978" name="Google Shape;978;p56"/>
          <p:cNvPicPr preferRelativeResize="0"/>
          <p:nvPr/>
        </p:nvPicPr>
        <p:blipFill rotWithShape="1">
          <a:blip r:embed="rId2">
            <a:alphaModFix/>
          </a:blip>
          <a:srcRect b="0" l="29442" r="8860" t="0"/>
          <a:stretch/>
        </p:blipFill>
        <p:spPr>
          <a:xfrm>
            <a:off x="-492000" y="-69600"/>
            <a:ext cx="4896276" cy="528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56"/>
          <p:cNvSpPr/>
          <p:nvPr/>
        </p:nvSpPr>
        <p:spPr>
          <a:xfrm>
            <a:off x="-442575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980" name="Google Shape;980;p56"/>
          <p:cNvGrpSpPr/>
          <p:nvPr/>
        </p:nvGrpSpPr>
        <p:grpSpPr>
          <a:xfrm flipH="1">
            <a:off x="593473" y="330025"/>
            <a:ext cx="400212" cy="418950"/>
            <a:chOff x="8555949" y="984025"/>
            <a:chExt cx="400212" cy="418950"/>
          </a:xfrm>
        </p:grpSpPr>
        <p:sp>
          <p:nvSpPr>
            <p:cNvPr id="981" name="Google Shape;981;p56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rgbClr val="52AF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56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52AF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56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rgbClr val="52AF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4" name="Google Shape;984;p56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85" name="Google Shape;985;p56"/>
          <p:cNvSpPr/>
          <p:nvPr/>
        </p:nvSpPr>
        <p:spPr>
          <a:xfrm rot="10799680">
            <a:off x="-326646" y="44369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86" name="Google Shape;986;p56"/>
          <p:cNvSpPr/>
          <p:nvPr/>
        </p:nvSpPr>
        <p:spPr>
          <a:xfrm rot="10799680">
            <a:off x="4078479" y="44369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8" name="Google Shape;988;p57"/>
          <p:cNvGrpSpPr/>
          <p:nvPr/>
        </p:nvGrpSpPr>
        <p:grpSpPr>
          <a:xfrm>
            <a:off x="2701389" y="736487"/>
            <a:ext cx="3741328" cy="3742870"/>
            <a:chOff x="3601725" y="3116375"/>
            <a:chExt cx="253275" cy="253400"/>
          </a:xfrm>
        </p:grpSpPr>
        <p:sp>
          <p:nvSpPr>
            <p:cNvPr id="989" name="Google Shape;989;p57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rgbClr val="D9DFF2">
                <a:alpha val="34520"/>
              </a:srgbClr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57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57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57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57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57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57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57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57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8" name="Google Shape;998;p57"/>
          <p:cNvSpPr/>
          <p:nvPr/>
        </p:nvSpPr>
        <p:spPr>
          <a:xfrm rot="7802080">
            <a:off x="5238753" y="33088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99" name="Google Shape;999;p57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00" name="Google Shape;1000;p57"/>
          <p:cNvSpPr/>
          <p:nvPr/>
        </p:nvSpPr>
        <p:spPr>
          <a:xfrm>
            <a:off x="-551050" y="627750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01" name="Google Shape;1001;p57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02" name="Google Shape;1002;p57"/>
          <p:cNvSpPr/>
          <p:nvPr/>
        </p:nvSpPr>
        <p:spPr>
          <a:xfrm rot="10799680">
            <a:off x="-130646" y="46314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03" name="Google Shape;1003;p57"/>
          <p:cNvSpPr/>
          <p:nvPr/>
        </p:nvSpPr>
        <p:spPr>
          <a:xfrm>
            <a:off x="1039702" y="10564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57"/>
          <p:cNvSpPr/>
          <p:nvPr/>
        </p:nvSpPr>
        <p:spPr>
          <a:xfrm>
            <a:off x="8865552" y="263688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57"/>
          <p:cNvSpPr/>
          <p:nvPr/>
        </p:nvSpPr>
        <p:spPr>
          <a:xfrm>
            <a:off x="6442732" y="3205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57"/>
          <p:cNvSpPr/>
          <p:nvPr/>
        </p:nvSpPr>
        <p:spPr>
          <a:xfrm>
            <a:off x="7369552" y="4478861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57"/>
          <p:cNvSpPr/>
          <p:nvPr/>
        </p:nvSpPr>
        <p:spPr>
          <a:xfrm>
            <a:off x="-175498" y="32545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8" name="Google Shape;1008;p57"/>
          <p:cNvGrpSpPr/>
          <p:nvPr/>
        </p:nvGrpSpPr>
        <p:grpSpPr>
          <a:xfrm flipH="1">
            <a:off x="8622323" y="1203763"/>
            <a:ext cx="416587" cy="596813"/>
            <a:chOff x="8555949" y="806163"/>
            <a:chExt cx="416587" cy="596813"/>
          </a:xfrm>
        </p:grpSpPr>
        <p:sp>
          <p:nvSpPr>
            <p:cNvPr id="1009" name="Google Shape;1009;p5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5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57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5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3" name="Google Shape;1013;p57"/>
          <p:cNvGrpSpPr/>
          <p:nvPr/>
        </p:nvGrpSpPr>
        <p:grpSpPr>
          <a:xfrm flipH="1">
            <a:off x="413323" y="1758575"/>
            <a:ext cx="400212" cy="418950"/>
            <a:chOff x="8555949" y="984025"/>
            <a:chExt cx="400212" cy="418950"/>
          </a:xfrm>
        </p:grpSpPr>
        <p:sp>
          <p:nvSpPr>
            <p:cNvPr id="1014" name="Google Shape;1014;p5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5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5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7" name="Google Shape;1017;p57"/>
          <p:cNvGrpSpPr/>
          <p:nvPr/>
        </p:nvGrpSpPr>
        <p:grpSpPr>
          <a:xfrm>
            <a:off x="8402289" y="4373147"/>
            <a:ext cx="461594" cy="461695"/>
            <a:chOff x="3601725" y="3116375"/>
            <a:chExt cx="253275" cy="253400"/>
          </a:xfrm>
        </p:grpSpPr>
        <p:sp>
          <p:nvSpPr>
            <p:cNvPr id="1018" name="Google Shape;1018;p57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57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57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57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57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57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57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57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57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7" name="Google Shape;1027;p57"/>
          <p:cNvGrpSpPr/>
          <p:nvPr/>
        </p:nvGrpSpPr>
        <p:grpSpPr>
          <a:xfrm>
            <a:off x="280239" y="308647"/>
            <a:ext cx="461594" cy="461695"/>
            <a:chOff x="3601725" y="3116375"/>
            <a:chExt cx="253275" cy="253400"/>
          </a:xfrm>
        </p:grpSpPr>
        <p:sp>
          <p:nvSpPr>
            <p:cNvPr id="1028" name="Google Shape;1028;p57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57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57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57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57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57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57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57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57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7" name="Google Shape;1037;p57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57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accent2"/>
        </a:solidFill>
      </p:bgPr>
    </p:bg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58"/>
          <p:cNvSpPr/>
          <p:nvPr/>
        </p:nvSpPr>
        <p:spPr>
          <a:xfrm flipH="1" rot="-7802080">
            <a:off x="-219857" y="33088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41" name="Google Shape;1041;p58"/>
          <p:cNvSpPr/>
          <p:nvPr/>
        </p:nvSpPr>
        <p:spPr>
          <a:xfrm flipH="1">
            <a:off x="-1280775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42" name="Google Shape;1042;p58"/>
          <p:cNvSpPr/>
          <p:nvPr/>
        </p:nvSpPr>
        <p:spPr>
          <a:xfrm flipH="1">
            <a:off x="8692688" y="13642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43" name="Google Shape;1043;p58"/>
          <p:cNvSpPr/>
          <p:nvPr/>
        </p:nvSpPr>
        <p:spPr>
          <a:xfrm flipH="1" rot="2700000">
            <a:off x="5107948" y="-1450221"/>
            <a:ext cx="2219058" cy="2190191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44" name="Google Shape;1044;p58"/>
          <p:cNvSpPr/>
          <p:nvPr/>
        </p:nvSpPr>
        <p:spPr>
          <a:xfrm flipH="1" rot="-10799680">
            <a:off x="6889388" y="3493524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45" name="Google Shape;1045;p58"/>
          <p:cNvSpPr/>
          <p:nvPr/>
        </p:nvSpPr>
        <p:spPr>
          <a:xfrm flipH="1">
            <a:off x="7585969" y="10564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58"/>
          <p:cNvSpPr/>
          <p:nvPr/>
        </p:nvSpPr>
        <p:spPr>
          <a:xfrm flipH="1">
            <a:off x="-239881" y="263688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58"/>
          <p:cNvSpPr/>
          <p:nvPr/>
        </p:nvSpPr>
        <p:spPr>
          <a:xfrm flipH="1">
            <a:off x="2092575" y="3205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58"/>
          <p:cNvSpPr/>
          <p:nvPr/>
        </p:nvSpPr>
        <p:spPr>
          <a:xfrm flipH="1">
            <a:off x="875119" y="4478861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58"/>
          <p:cNvSpPr/>
          <p:nvPr/>
        </p:nvSpPr>
        <p:spPr>
          <a:xfrm flipH="1">
            <a:off x="8199281" y="394369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0" name="Google Shape;1050;p58"/>
          <p:cNvGrpSpPr/>
          <p:nvPr/>
        </p:nvGrpSpPr>
        <p:grpSpPr>
          <a:xfrm flipH="1" rot="-5400000">
            <a:off x="7927439" y="-54062"/>
            <a:ext cx="416587" cy="977813"/>
            <a:chOff x="8555949" y="425163"/>
            <a:chExt cx="416587" cy="977813"/>
          </a:xfrm>
        </p:grpSpPr>
        <p:sp>
          <p:nvSpPr>
            <p:cNvPr id="1051" name="Google Shape;1051;p5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58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58"/>
            <p:cNvSpPr/>
            <p:nvPr/>
          </p:nvSpPr>
          <p:spPr>
            <a:xfrm>
              <a:off x="8879236" y="425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58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5" name="Google Shape;1055;p58"/>
          <p:cNvGrpSpPr/>
          <p:nvPr/>
        </p:nvGrpSpPr>
        <p:grpSpPr>
          <a:xfrm flipH="1" rot="-5400000">
            <a:off x="-214005" y="4060144"/>
            <a:ext cx="1238412" cy="385925"/>
            <a:chOff x="8251149" y="734000"/>
            <a:chExt cx="1238412" cy="385925"/>
          </a:xfrm>
        </p:grpSpPr>
        <p:sp>
          <p:nvSpPr>
            <p:cNvPr id="1056" name="Google Shape;1056;p5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58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58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58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0" name="Google Shape;1060;p58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58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58"/>
          <p:cNvSpPr/>
          <p:nvPr/>
        </p:nvSpPr>
        <p:spPr>
          <a:xfrm flipH="1">
            <a:off x="598169" y="8035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5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5" name="Google Shape;1065;p5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66" name="Google Shape;1066;p5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67" name="Google Shape;1067;p5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68" name="Google Shape;1068;p5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>
  <p:cSld name="TITLE_1"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6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1" name="Google Shape;1071;p60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72" name="Google Shape;1072;p6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3" name="Google Shape;1073;p6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4" name="Google Shape;1074;p6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2"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6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77" name="Google Shape;1077;p6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78" name="Google Shape;1078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2">
  <p:cSld name="TITLE_3"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6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81" name="Google Shape;1081;p6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82" name="Google Shape;1082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9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51.xml"/><Relationship Id="rId22" Type="http://schemas.openxmlformats.org/officeDocument/2006/relationships/slideLayout" Target="../slideLayouts/slideLayout52.xml"/><Relationship Id="rId23" Type="http://schemas.openxmlformats.org/officeDocument/2006/relationships/slideLayout" Target="../slideLayouts/slideLayout53.xml"/><Relationship Id="rId24" Type="http://schemas.openxmlformats.org/officeDocument/2006/relationships/slideLayout" Target="../slideLayouts/slideLayout54.xml"/><Relationship Id="rId25" Type="http://schemas.openxmlformats.org/officeDocument/2006/relationships/slideLayout" Target="../slideLayouts/slideLayout55.xml"/><Relationship Id="rId26" Type="http://schemas.openxmlformats.org/officeDocument/2006/relationships/slideLayout" Target="../slideLayouts/slideLayout56.xml"/><Relationship Id="rId27" Type="http://schemas.openxmlformats.org/officeDocument/2006/relationships/slideLayout" Target="../slideLayouts/slideLayout57.xml"/><Relationship Id="rId28" Type="http://schemas.openxmlformats.org/officeDocument/2006/relationships/slideLayout" Target="../slideLayouts/slideLayout58.xml"/><Relationship Id="rId29" Type="http://schemas.openxmlformats.org/officeDocument/2006/relationships/slideLayout" Target="../slideLayouts/slideLayout59.xml"/><Relationship Id="rId30" Type="http://schemas.openxmlformats.org/officeDocument/2006/relationships/slideLayout" Target="../slideLayouts/slideLayout60.xml"/><Relationship Id="rId3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●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○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■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●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○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■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●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○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nek Gujarati"/>
              <a:buChar char="■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/>
        </p:txBody>
      </p:sp>
      <p:sp>
        <p:nvSpPr>
          <p:cNvPr id="547" name="Google Shape;547;p32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●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○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■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●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○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■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●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○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nek Gujarati"/>
              <a:buChar char="■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702" r:id="rId25"/>
    <p:sldLayoutId id="2147483703" r:id="rId26"/>
    <p:sldLayoutId id="2147483704" r:id="rId27"/>
    <p:sldLayoutId id="2147483705" r:id="rId28"/>
    <p:sldLayoutId id="2147483706" r:id="rId29"/>
    <p:sldLayoutId id="214748370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9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www.efcaz.com.br" TargetMode="External"/><Relationship Id="rId4" Type="http://schemas.openxmlformats.org/officeDocument/2006/relationships/hyperlink" Target="https://www.facebook.com/Efcaz" TargetMode="External"/><Relationship Id="rId5" Type="http://schemas.openxmlformats.org/officeDocument/2006/relationships/image" Target="../media/image5.png"/><Relationship Id="rId6" Type="http://schemas.openxmlformats.org/officeDocument/2006/relationships/hyperlink" Target="https://www.instagram.com/efcaz_srm/" TargetMode="External"/><Relationship Id="rId7" Type="http://schemas.openxmlformats.org/officeDocument/2006/relationships/image" Target="../media/image3.png"/><Relationship Id="rId8" Type="http://schemas.openxmlformats.org/officeDocument/2006/relationships/hyperlink" Target="https://www.linkedin.com/company/efcaz-gest%C3%A3o-da-cadeia-de-fornecimento/" TargetMode="External"/><Relationship Id="rId9" Type="http://schemas.openxmlformats.org/officeDocument/2006/relationships/image" Target="../media/image8.png"/><Relationship Id="rId10" Type="http://schemas.openxmlformats.org/officeDocument/2006/relationships/hyperlink" Target="https://www.youtube.com/@efcaz_srm" TargetMode="External"/><Relationship Id="rId11" Type="http://schemas.openxmlformats.org/officeDocument/2006/relationships/image" Target="../media/image12.png"/><Relationship Id="rId12" Type="http://schemas.openxmlformats.org/officeDocument/2006/relationships/hyperlink" Target="mailto:gabriel.evangelista@efcaz.com.br" TargetMode="External"/><Relationship Id="rId13" Type="http://schemas.openxmlformats.org/officeDocument/2006/relationships/image" Target="../media/image7.png"/><Relationship Id="rId14" Type="http://schemas.openxmlformats.org/officeDocument/2006/relationships/image" Target="../media/image13.png"/><Relationship Id="rId15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A2B9"/>
            </a:gs>
            <a:gs pos="38000">
              <a:srgbClr val="0BA2B9"/>
            </a:gs>
            <a:gs pos="100000">
              <a:srgbClr val="087182"/>
            </a:gs>
          </a:gsLst>
          <a:lin ang="2700006" scaled="0"/>
        </a:gradFill>
      </p:bgPr>
    </p:bg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63"/>
          <p:cNvSpPr txBox="1"/>
          <p:nvPr/>
        </p:nvSpPr>
        <p:spPr>
          <a:xfrm>
            <a:off x="1569505" y="3348255"/>
            <a:ext cx="8145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25" lIns="97125" spcFirstLastPara="1" rIns="97125" wrap="square" tIns="971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63">
                <a:solidFill>
                  <a:schemeClr val="accent6"/>
                </a:solidFill>
                <a:latin typeface="Barlow Black"/>
                <a:ea typeface="Barlow Black"/>
                <a:cs typeface="Barlow Black"/>
                <a:sym typeface="Barlow Black"/>
              </a:rPr>
              <a:t>+</a:t>
            </a:r>
            <a:endParaRPr sz="2263">
              <a:solidFill>
                <a:schemeClr val="accent6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sp>
        <p:nvSpPr>
          <p:cNvPr id="1088" name="Google Shape;1088;p63"/>
          <p:cNvSpPr txBox="1"/>
          <p:nvPr/>
        </p:nvSpPr>
        <p:spPr>
          <a:xfrm>
            <a:off x="698299" y="1483525"/>
            <a:ext cx="47898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9000" lIns="79000" spcFirstLastPara="1" rIns="79000" wrap="square" tIns="790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42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Próximos Passos</a:t>
            </a:r>
            <a:endParaRPr sz="1742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83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Renovação Integral Médica</a:t>
            </a:r>
            <a:endParaRPr b="1" sz="3483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42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Jun/2026</a:t>
            </a:r>
            <a:endParaRPr sz="1742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089" name="Google Shape;1089;p63"/>
          <p:cNvCxnSpPr/>
          <p:nvPr/>
        </p:nvCxnSpPr>
        <p:spPr>
          <a:xfrm>
            <a:off x="584925" y="1482025"/>
            <a:ext cx="0" cy="1175700"/>
          </a:xfrm>
          <a:prstGeom prst="straightConnector1">
            <a:avLst/>
          </a:prstGeom>
          <a:noFill/>
          <a:ln cap="flat" cmpd="sng" w="24725">
            <a:solidFill>
              <a:srgbClr val="FFDC6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90" name="Google Shape;1090;p63" title="Logo Efcaz branca png(grande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575" y="3450281"/>
            <a:ext cx="1051661" cy="34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1" name="Google Shape;1091;p63" title="simbolo efcaz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4200" y="308735"/>
            <a:ext cx="5109801" cy="45982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63"/>
          <p:cNvSpPr/>
          <p:nvPr/>
        </p:nvSpPr>
        <p:spPr>
          <a:xfrm>
            <a:off x="2255709" y="3170975"/>
            <a:ext cx="1271100" cy="899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103425" lIns="103425" spcFirstLastPara="1" rIns="103425" wrap="square" tIns="103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4">
              <a:solidFill>
                <a:schemeClr val="accent6"/>
              </a:solidFill>
              <a:latin typeface="Anek Gujarati"/>
              <a:ea typeface="Anek Gujarati"/>
              <a:cs typeface="Anek Gujarati"/>
              <a:sym typeface="Anek Gujarati"/>
            </a:endParaRPr>
          </a:p>
        </p:txBody>
      </p:sp>
      <p:sp>
        <p:nvSpPr>
          <p:cNvPr id="1093" name="Google Shape;1093;p63"/>
          <p:cNvSpPr txBox="1"/>
          <p:nvPr/>
        </p:nvSpPr>
        <p:spPr>
          <a:xfrm>
            <a:off x="584915" y="4630133"/>
            <a:ext cx="9144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D6F5F8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Gabriel Vital  •  Customer Success Specialist  •  Efcaz SRM</a:t>
            </a:r>
            <a:endParaRPr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094" name="Google Shape;1094;p63" title="dockbrasil_logo.jf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72737" y="3202102"/>
            <a:ext cx="836830" cy="836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64"/>
          <p:cNvSpPr txBox="1"/>
          <p:nvPr>
            <p:ph idx="4294967295" type="title"/>
          </p:nvPr>
        </p:nvSpPr>
        <p:spPr>
          <a:xfrm>
            <a:off x="1963225" y="237825"/>
            <a:ext cx="5217600" cy="714600"/>
          </a:xfrm>
          <a:prstGeom prst="rect">
            <a:avLst/>
          </a:prstGeom>
        </p:spPr>
        <p:txBody>
          <a:bodyPr anchorCtr="0" anchor="t" bIns="106250" lIns="106250" spcFirstLastPara="1" rIns="106250" wrap="square" tIns="1062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5"/>
              </a:spcAft>
              <a:buNone/>
            </a:pPr>
            <a:r>
              <a:rPr lang="en" sz="3249">
                <a:solidFill>
                  <a:srgbClr val="0BA2B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Situação Atual — Integral Médica</a:t>
            </a:r>
            <a:endParaRPr sz="3249">
              <a:solidFill>
                <a:srgbClr val="0BA2B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cxnSp>
        <p:nvCxnSpPr>
          <p:cNvPr id="1100" name="Google Shape;1100;p64"/>
          <p:cNvCxnSpPr/>
          <p:nvPr/>
        </p:nvCxnSpPr>
        <p:spPr>
          <a:xfrm>
            <a:off x="2464411" y="930685"/>
            <a:ext cx="4215300" cy="0"/>
          </a:xfrm>
          <a:prstGeom prst="straightConnector1">
            <a:avLst/>
          </a:prstGeom>
          <a:noFill/>
          <a:ln cap="flat" cmpd="sng" w="21800">
            <a:solidFill>
              <a:srgbClr val="FFD9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1" name="Google Shape;1101;p64"/>
          <p:cNvSpPr/>
          <p:nvPr/>
        </p:nvSpPr>
        <p:spPr>
          <a:xfrm>
            <a:off x="567275" y="1564450"/>
            <a:ext cx="2479500" cy="1391100"/>
          </a:xfrm>
          <a:prstGeom prst="roundRect">
            <a:avLst>
              <a:gd fmla="val 4474" name="adj"/>
            </a:avLst>
          </a:prstGeom>
          <a:solidFill>
            <a:schemeClr val="accent6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B32B2B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Vencimento do contrato</a:t>
            </a:r>
            <a:endParaRPr b="1" sz="2700">
              <a:solidFill>
                <a:srgbClr val="B32B2B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274320" marR="274320" rtl="0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2700">
                <a:solidFill>
                  <a:srgbClr val="B32B2B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30/jun/2026</a:t>
            </a:r>
            <a:endParaRPr sz="1500">
              <a:solidFill>
                <a:srgbClr val="B32B2B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02" name="Google Shape;1102;p64"/>
          <p:cNvSpPr txBox="1"/>
          <p:nvPr/>
        </p:nvSpPr>
        <p:spPr>
          <a:xfrm>
            <a:off x="2549229" y="952433"/>
            <a:ext cx="40455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2300" lIns="104650" spcFirstLastPara="1" rIns="104650" wrap="square" tIns="523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59" u="none" cap="none" strike="noStrike">
                <a:solidFill>
                  <a:srgbClr val="0BA2B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Diagnóstico do momento de renovação  •  Jun/2026</a:t>
            </a:r>
            <a:endParaRPr sz="1603">
              <a:solidFill>
                <a:srgbClr val="0BA2B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03" name="Google Shape;1103;p64"/>
          <p:cNvSpPr/>
          <p:nvPr/>
        </p:nvSpPr>
        <p:spPr>
          <a:xfrm>
            <a:off x="3332250" y="1564450"/>
            <a:ext cx="2479500" cy="1391100"/>
          </a:xfrm>
          <a:prstGeom prst="roundRect">
            <a:avLst>
              <a:gd fmla="val 4474" name="adj"/>
            </a:avLst>
          </a:prstGeom>
          <a:solidFill>
            <a:schemeClr val="accent6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Fornecedores cadastrados (80,7%)</a:t>
            </a:r>
            <a:endParaRPr sz="13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274320" marR="274320" rtl="0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27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242 / 300</a:t>
            </a:r>
            <a:endParaRPr sz="15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04" name="Google Shape;1104;p64"/>
          <p:cNvSpPr/>
          <p:nvPr/>
        </p:nvSpPr>
        <p:spPr>
          <a:xfrm>
            <a:off x="6097225" y="1564450"/>
            <a:ext cx="2479500" cy="1391100"/>
          </a:xfrm>
          <a:prstGeom prst="roundRect">
            <a:avLst>
              <a:gd fmla="val 4474" name="adj"/>
            </a:avLst>
          </a:prstGeom>
          <a:solidFill>
            <a:schemeClr val="accent6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Usuários em uso vs. contratados</a:t>
            </a:r>
            <a:endParaRPr sz="11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274320" marR="274320" rtl="0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27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35 / 21</a:t>
            </a:r>
            <a:endParaRPr b="1" sz="27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05" name="Google Shape;1105;p64"/>
          <p:cNvSpPr/>
          <p:nvPr/>
        </p:nvSpPr>
        <p:spPr>
          <a:xfrm>
            <a:off x="567275" y="3300825"/>
            <a:ext cx="2479500" cy="1391100"/>
          </a:xfrm>
          <a:prstGeom prst="roundRect">
            <a:avLst>
              <a:gd fmla="val 4474" name="adj"/>
            </a:avLst>
          </a:prstGeom>
          <a:solidFill>
            <a:schemeClr val="accent6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Fabricantes cadastrados</a:t>
            </a:r>
            <a:endParaRPr sz="13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274320" marR="274320" rtl="0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21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242 ativos</a:t>
            </a:r>
            <a:endParaRPr b="1" sz="21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06" name="Google Shape;1106;p64"/>
          <p:cNvSpPr/>
          <p:nvPr/>
        </p:nvSpPr>
        <p:spPr>
          <a:xfrm>
            <a:off x="3332250" y="3300825"/>
            <a:ext cx="2479500" cy="1391100"/>
          </a:xfrm>
          <a:prstGeom prst="roundRect">
            <a:avLst>
              <a:gd fmla="val 4474" name="adj"/>
            </a:avLst>
          </a:prstGeom>
          <a:solidFill>
            <a:schemeClr val="accent6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80 fornecedores</a:t>
            </a:r>
            <a:endParaRPr b="1" sz="21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274320" marR="27432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 certidões vencidas</a:t>
            </a:r>
            <a:endParaRPr b="1" sz="21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07" name="Google Shape;1107;p64"/>
          <p:cNvSpPr/>
          <p:nvPr/>
        </p:nvSpPr>
        <p:spPr>
          <a:xfrm>
            <a:off x="6097225" y="3300825"/>
            <a:ext cx="2479500" cy="1391100"/>
          </a:xfrm>
          <a:prstGeom prst="roundRect">
            <a:avLst>
              <a:gd fmla="val 4474" name="adj"/>
            </a:avLst>
          </a:prstGeom>
          <a:solidFill>
            <a:schemeClr val="accent6"/>
          </a:solidFill>
          <a:ln cap="flat" cmpd="sng" w="9525">
            <a:solidFill>
              <a:srgbClr val="75757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Módulo de Avaliação (RFI)</a:t>
            </a:r>
            <a:endParaRPr sz="1300">
              <a:solidFill>
                <a:srgbClr val="434343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274320" marR="274320" rtl="0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2100">
                <a:solidFill>
                  <a:srgbClr val="43434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Zero registros</a:t>
            </a:r>
            <a:endParaRPr b="1" sz="2100">
              <a:solidFill>
                <a:srgbClr val="434343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65"/>
          <p:cNvSpPr txBox="1"/>
          <p:nvPr>
            <p:ph idx="4294967295" type="title"/>
          </p:nvPr>
        </p:nvSpPr>
        <p:spPr>
          <a:xfrm>
            <a:off x="98550" y="220250"/>
            <a:ext cx="8946900" cy="624300"/>
          </a:xfrm>
          <a:prstGeom prst="rect">
            <a:avLst/>
          </a:prstGeom>
        </p:spPr>
        <p:txBody>
          <a:bodyPr anchorCtr="0" anchor="t" bIns="92825" lIns="92825" spcFirstLastPara="1" rIns="92825" wrap="square" tIns="92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91"/>
              </a:spcAft>
              <a:buNone/>
            </a:pPr>
            <a:r>
              <a:rPr lang="en" sz="2838">
                <a:solidFill>
                  <a:srgbClr val="0E8FA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Contexto da Renovação — O Momento de Agir</a:t>
            </a:r>
            <a:endParaRPr sz="2838">
              <a:solidFill>
                <a:srgbClr val="0E8FA3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cxnSp>
        <p:nvCxnSpPr>
          <p:cNvPr id="1113" name="Google Shape;1113;p65"/>
          <p:cNvCxnSpPr/>
          <p:nvPr/>
        </p:nvCxnSpPr>
        <p:spPr>
          <a:xfrm>
            <a:off x="1660200" y="825550"/>
            <a:ext cx="5823600" cy="0"/>
          </a:xfrm>
          <a:prstGeom prst="straightConnector1">
            <a:avLst/>
          </a:prstGeom>
          <a:noFill/>
          <a:ln cap="flat" cmpd="sng" w="19050">
            <a:solidFill>
              <a:srgbClr val="FFD9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4" name="Google Shape;1114;p65"/>
          <p:cNvSpPr/>
          <p:nvPr/>
        </p:nvSpPr>
        <p:spPr>
          <a:xfrm>
            <a:off x="482850" y="960120"/>
            <a:ext cx="8178300" cy="128016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15" name="Google Shape;1115;p65"/>
          <p:cNvSpPr/>
          <p:nvPr/>
        </p:nvSpPr>
        <p:spPr>
          <a:xfrm>
            <a:off x="482850" y="960120"/>
            <a:ext cx="1377000" cy="1280160"/>
          </a:xfrm>
          <a:prstGeom prst="roundRect">
            <a:avLst>
              <a:gd fmla="val 4474" name="adj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Atenção</a:t>
            </a:r>
            <a:endParaRPr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16" name="Google Shape;1116;p65"/>
          <p:cNvSpPr txBox="1"/>
          <p:nvPr/>
        </p:nvSpPr>
        <p:spPr>
          <a:xfrm>
            <a:off x="2166500" y="1009497"/>
            <a:ext cx="4229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8718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Acesso da equipe — formalizar o que já existe</a:t>
            </a:r>
            <a:endParaRPr b="1" sz="20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17" name="Google Shape;1117;p65"/>
          <p:cNvSpPr txBox="1"/>
          <p:nvPr/>
        </p:nvSpPr>
        <p:spPr>
          <a:xfrm>
            <a:off x="2166500" y="1649577"/>
            <a:ext cx="63621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35 usuários operam na plataforma hoje. O contrato cobre apenas 21.</a:t>
            </a:r>
            <a:endParaRPr sz="12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Renovar e regularizar garante que toda a equipe continua operando sem nenhuma interrupção.</a:t>
            </a:r>
            <a:endParaRPr sz="12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18" name="Google Shape;1118;p65"/>
          <p:cNvSpPr/>
          <p:nvPr/>
        </p:nvSpPr>
        <p:spPr>
          <a:xfrm>
            <a:off x="482850" y="2295144"/>
            <a:ext cx="8178300" cy="128016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19" name="Google Shape;1119;p65"/>
          <p:cNvSpPr/>
          <p:nvPr/>
        </p:nvSpPr>
        <p:spPr>
          <a:xfrm>
            <a:off x="482850" y="2295144"/>
            <a:ext cx="1377000" cy="1280160"/>
          </a:xfrm>
          <a:prstGeom prst="roundRect">
            <a:avLst>
              <a:gd fmla="val 4474" name="adj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Atenção</a:t>
            </a:r>
            <a:endParaRPr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20" name="Google Shape;1120;p65"/>
          <p:cNvSpPr txBox="1"/>
          <p:nvPr/>
        </p:nvSpPr>
        <p:spPr>
          <a:xfrm>
            <a:off x="2166500" y="2344521"/>
            <a:ext cx="4229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8718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Gestão de Fabricantes — foco central da operação</a:t>
            </a:r>
            <a:endParaRPr b="1" sz="20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21" name="Google Shape;1121;p65"/>
          <p:cNvSpPr txBox="1"/>
          <p:nvPr/>
        </p:nvSpPr>
        <p:spPr>
          <a:xfrm>
            <a:off x="2166500" y="2984601"/>
            <a:ext cx="63621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Com 242 fabricantes cadastrados e crescimento expressivo desde 2024, a plataforma é o núcleo da gestão de matéria-prima.</a:t>
            </a:r>
            <a:endParaRPr sz="12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A operação da Integral Médica depende diretamente da continuidade da plataforma.</a:t>
            </a:r>
            <a:endParaRPr sz="12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22" name="Google Shape;1122;p65"/>
          <p:cNvSpPr/>
          <p:nvPr/>
        </p:nvSpPr>
        <p:spPr>
          <a:xfrm>
            <a:off x="482850" y="3630168"/>
            <a:ext cx="8178300" cy="128016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23" name="Google Shape;1123;p65"/>
          <p:cNvSpPr/>
          <p:nvPr/>
        </p:nvSpPr>
        <p:spPr>
          <a:xfrm>
            <a:off x="482850" y="3630168"/>
            <a:ext cx="1377000" cy="1280160"/>
          </a:xfrm>
          <a:prstGeom prst="roundRect">
            <a:avLst>
              <a:gd fmla="val 4474" name="adj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Atenção</a:t>
            </a:r>
            <a:endParaRPr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24" name="Google Shape;1124;p65"/>
          <p:cNvSpPr txBox="1"/>
          <p:nvPr/>
        </p:nvSpPr>
        <p:spPr>
          <a:xfrm>
            <a:off x="2166500" y="3679545"/>
            <a:ext cx="56667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8718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Certidões vencidas — risco de compliance</a:t>
            </a:r>
            <a:endParaRPr b="1" sz="20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25" name="Google Shape;1125;p65"/>
          <p:cNvSpPr txBox="1"/>
          <p:nvPr/>
        </p:nvSpPr>
        <p:spPr>
          <a:xfrm>
            <a:off x="2166500" y="4319625"/>
            <a:ext cx="63621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80 fornecedores com certidões vencidas representam exposição jurídica.</a:t>
            </a:r>
            <a:endParaRPr sz="12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Ativar alertas automáticos de vencimento resolve de forma preventiva — sem custo adicional.</a:t>
            </a:r>
            <a:endParaRPr sz="12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66"/>
          <p:cNvSpPr txBox="1"/>
          <p:nvPr>
            <p:ph idx="4294967295" type="title"/>
          </p:nvPr>
        </p:nvSpPr>
        <p:spPr>
          <a:xfrm>
            <a:off x="98550" y="138600"/>
            <a:ext cx="8946900" cy="624300"/>
          </a:xfrm>
          <a:prstGeom prst="rect">
            <a:avLst/>
          </a:prstGeom>
        </p:spPr>
        <p:txBody>
          <a:bodyPr anchorCtr="0" anchor="t" bIns="92825" lIns="92825" spcFirstLastPara="1" rIns="92825" wrap="square" tIns="92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91"/>
              </a:spcAft>
              <a:buNone/>
            </a:pPr>
            <a:r>
              <a:rPr lang="en" sz="2838">
                <a:solidFill>
                  <a:srgbClr val="0E8FA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Portfólio de Expansão</a:t>
            </a:r>
            <a:endParaRPr sz="2838">
              <a:solidFill>
                <a:srgbClr val="0E8FA3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cxnSp>
        <p:nvCxnSpPr>
          <p:cNvPr id="1131" name="Google Shape;1131;p66"/>
          <p:cNvCxnSpPr/>
          <p:nvPr/>
        </p:nvCxnSpPr>
        <p:spPr>
          <a:xfrm>
            <a:off x="3148100" y="743900"/>
            <a:ext cx="2889900" cy="0"/>
          </a:xfrm>
          <a:prstGeom prst="straightConnector1">
            <a:avLst/>
          </a:prstGeom>
          <a:noFill/>
          <a:ln cap="flat" cmpd="sng" w="19050">
            <a:solidFill>
              <a:srgbClr val="FFD9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2" name="Google Shape;1132;p66"/>
          <p:cNvSpPr/>
          <p:nvPr/>
        </p:nvSpPr>
        <p:spPr>
          <a:xfrm>
            <a:off x="446475" y="1416525"/>
            <a:ext cx="2604900" cy="32262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0E8FA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33" name="Google Shape;1133;p66"/>
          <p:cNvSpPr/>
          <p:nvPr/>
        </p:nvSpPr>
        <p:spPr>
          <a:xfrm>
            <a:off x="3269550" y="1416525"/>
            <a:ext cx="2604900" cy="32262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7BB93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34" name="Google Shape;1134;p66"/>
          <p:cNvSpPr/>
          <p:nvPr/>
        </p:nvSpPr>
        <p:spPr>
          <a:xfrm>
            <a:off x="6092625" y="1416525"/>
            <a:ext cx="2604900" cy="32262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35" name="Google Shape;1135;p66"/>
          <p:cNvSpPr/>
          <p:nvPr/>
        </p:nvSpPr>
        <p:spPr>
          <a:xfrm>
            <a:off x="446475" y="1416525"/>
            <a:ext cx="2604900" cy="624300"/>
          </a:xfrm>
          <a:prstGeom prst="roundRect">
            <a:avLst>
              <a:gd fmla="val 27287" name="adj"/>
            </a:avLst>
          </a:prstGeom>
          <a:solidFill>
            <a:srgbClr val="0E8FA3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01. Regularização de Usuários</a:t>
            </a:r>
            <a:r>
              <a:rPr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/>
            </a:r>
            <a:endParaRPr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36" name="Google Shape;1136;p66"/>
          <p:cNvSpPr/>
          <p:nvPr/>
        </p:nvSpPr>
        <p:spPr>
          <a:xfrm>
            <a:off x="3269550" y="1416525"/>
            <a:ext cx="2604900" cy="624300"/>
          </a:xfrm>
          <a:prstGeom prst="roundRect">
            <a:avLst>
              <a:gd fmla="val 26297" name="adj"/>
            </a:avLst>
          </a:prstGeom>
          <a:solidFill>
            <a:srgbClr val="7BB930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02. Ativar Avaliações</a:t>
            </a:r>
            <a:r>
              <a:rPr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37" name="Google Shape;1137;p66"/>
          <p:cNvSpPr/>
          <p:nvPr/>
        </p:nvSpPr>
        <p:spPr>
          <a:xfrm>
            <a:off x="6092625" y="1416525"/>
            <a:ext cx="2604900" cy="624300"/>
          </a:xfrm>
          <a:prstGeom prst="roundRect">
            <a:avLst>
              <a:gd fmla="val 24527" name="adj"/>
            </a:avLst>
          </a:prstGeom>
          <a:solidFill>
            <a:srgbClr val="F39C12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03. Buscas Automáticas</a:t>
            </a:r>
            <a:r>
              <a:rPr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38" name="Google Shape;1138;p66"/>
          <p:cNvSpPr txBox="1"/>
          <p:nvPr/>
        </p:nvSpPr>
        <p:spPr>
          <a:xfrm>
            <a:off x="446475" y="2314950"/>
            <a:ext cx="260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0E8FA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21 → 35 usuários</a:t>
            </a:r>
            <a:endParaRPr sz="19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39" name="Google Shape;1139;p66"/>
          <p:cNvSpPr txBox="1"/>
          <p:nvPr/>
        </p:nvSpPr>
        <p:spPr>
          <a:xfrm>
            <a:off x="567825" y="2902669"/>
            <a:ext cx="2362200" cy="13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0434" lvl="0" marL="329184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Barlow"/>
              <a:buChar char="●"/>
            </a:pPr>
            <a:r>
              <a:rPr i="0" lang="en" sz="1100" u="none" cap="none" strike="noStrike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Formaliza o que já é a realidade operacional da Integral Médica</a:t>
            </a:r>
            <a:endParaRPr i="0" sz="1100" u="none" cap="none" strike="noStrike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70434" lvl="0" marL="329184" marR="0" rtl="0" algn="l"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Barlow"/>
              <a:buChar char="●"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Garante acesso contínuo para toda a equipe após 30/jun</a:t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 Investimento adicional: </a:t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R$ 420,00/mês</a:t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0" name="Google Shape;1140;p66"/>
          <p:cNvSpPr txBox="1"/>
          <p:nvPr/>
        </p:nvSpPr>
        <p:spPr>
          <a:xfrm>
            <a:off x="3290600" y="2314950"/>
            <a:ext cx="260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7BB93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Módulo já contratado</a:t>
            </a:r>
            <a:endParaRPr b="1" sz="1900">
              <a:solidFill>
                <a:srgbClr val="7BB93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41" name="Google Shape;1141;p66"/>
          <p:cNvSpPr txBox="1"/>
          <p:nvPr/>
        </p:nvSpPr>
        <p:spPr>
          <a:xfrm>
            <a:off x="3411950" y="2902669"/>
            <a:ext cx="23622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0434" lvl="0" marL="329184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Barlow"/>
              <a:buChar char="●"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Zero avaliações registradas até hoje</a:t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70434" lvl="0" marL="329184" marR="0" rtl="0" algn="l"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Barlow"/>
              <a:buChar char="●"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Ativar agora: sem custo adicional</a:t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Investimento adicional: </a:t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R$ 0,00 (já incluso)</a:t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2" name="Google Shape;1142;p66"/>
          <p:cNvSpPr txBox="1"/>
          <p:nvPr/>
        </p:nvSpPr>
        <p:spPr>
          <a:xfrm>
            <a:off x="6092625" y="2193075"/>
            <a:ext cx="260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CND - CNPJ - FGTS - IBAMA</a:t>
            </a:r>
            <a:endParaRPr b="1" sz="18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43" name="Google Shape;1143;p66"/>
          <p:cNvSpPr txBox="1"/>
          <p:nvPr/>
        </p:nvSpPr>
        <p:spPr>
          <a:xfrm>
            <a:off x="6213975" y="2902669"/>
            <a:ext cx="2362200" cy="16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0434" lvl="0" marL="329184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Barlow"/>
              <a:buChar char="●"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Buscas automáticas disponíveis nesta renovação</a:t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70434" lvl="0" marL="329184" marR="0" rtl="0" algn="l"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Barlow"/>
              <a:buChar char="●"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IBAMA — mais relevante para fabricantes de matéria-prima</a:t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Investimento:</a:t>
            </a: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R$ 150,00/busca/mês</a:t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sz="9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4" name="Google Shape;1144;p66"/>
          <p:cNvSpPr txBox="1"/>
          <p:nvPr/>
        </p:nvSpPr>
        <p:spPr>
          <a:xfrm>
            <a:off x="2972125" y="813575"/>
            <a:ext cx="3241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0BA2B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3 oportunidades concretas para esta renovação</a:t>
            </a:r>
            <a:endParaRPr sz="1500">
              <a:solidFill>
                <a:srgbClr val="0BA2B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67"/>
          <p:cNvSpPr txBox="1"/>
          <p:nvPr>
            <p:ph idx="4294967295" type="title"/>
          </p:nvPr>
        </p:nvSpPr>
        <p:spPr>
          <a:xfrm>
            <a:off x="98550" y="138600"/>
            <a:ext cx="8946900" cy="624300"/>
          </a:xfrm>
          <a:prstGeom prst="rect">
            <a:avLst/>
          </a:prstGeom>
        </p:spPr>
        <p:txBody>
          <a:bodyPr anchorCtr="0" anchor="t" bIns="92825" lIns="92825" spcFirstLastPara="1" rIns="92825" wrap="square" tIns="92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91"/>
              </a:spcAft>
              <a:buNone/>
            </a:pPr>
            <a:r>
              <a:rPr lang="en" sz="2838">
                <a:solidFill>
                  <a:srgbClr val="0E8FA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Por que Regularizar Agora</a:t>
            </a:r>
            <a:endParaRPr sz="2838">
              <a:solidFill>
                <a:srgbClr val="0E8FA3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cxnSp>
        <p:nvCxnSpPr>
          <p:cNvPr id="1150" name="Google Shape;1150;p67"/>
          <p:cNvCxnSpPr/>
          <p:nvPr/>
        </p:nvCxnSpPr>
        <p:spPr>
          <a:xfrm>
            <a:off x="3148100" y="743900"/>
            <a:ext cx="2889900" cy="0"/>
          </a:xfrm>
          <a:prstGeom prst="straightConnector1">
            <a:avLst/>
          </a:prstGeom>
          <a:noFill/>
          <a:ln cap="flat" cmpd="sng" w="19050">
            <a:solidFill>
              <a:srgbClr val="FFD9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1" name="Google Shape;1151;p67"/>
          <p:cNvSpPr/>
          <p:nvPr/>
        </p:nvSpPr>
        <p:spPr>
          <a:xfrm>
            <a:off x="446475" y="1222800"/>
            <a:ext cx="2604900" cy="34914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0E8FA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52" name="Google Shape;1152;p67"/>
          <p:cNvSpPr/>
          <p:nvPr/>
        </p:nvSpPr>
        <p:spPr>
          <a:xfrm>
            <a:off x="3269550" y="1222800"/>
            <a:ext cx="2604900" cy="34914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7BB93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53" name="Google Shape;1153;p67"/>
          <p:cNvSpPr/>
          <p:nvPr/>
        </p:nvSpPr>
        <p:spPr>
          <a:xfrm>
            <a:off x="6092625" y="1222800"/>
            <a:ext cx="2604900" cy="34914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54" name="Google Shape;1154;p67"/>
          <p:cNvSpPr/>
          <p:nvPr/>
        </p:nvSpPr>
        <p:spPr>
          <a:xfrm>
            <a:off x="446475" y="1222800"/>
            <a:ext cx="2604900" cy="624300"/>
          </a:xfrm>
          <a:prstGeom prst="roundRect">
            <a:avLst>
              <a:gd fmla="val 27287" name="adj"/>
            </a:avLst>
          </a:prstGeom>
          <a:solidFill>
            <a:srgbClr val="0E8FA3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21 → 35 usuários</a:t>
            </a:r>
            <a:endParaRPr b="1"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55" name="Google Shape;1155;p67"/>
          <p:cNvSpPr/>
          <p:nvPr/>
        </p:nvSpPr>
        <p:spPr>
          <a:xfrm>
            <a:off x="3269550" y="1222800"/>
            <a:ext cx="2604900" cy="624300"/>
          </a:xfrm>
          <a:prstGeom prst="roundRect">
            <a:avLst>
              <a:gd fmla="val 26297" name="adj"/>
            </a:avLst>
          </a:prstGeom>
          <a:solidFill>
            <a:srgbClr val="7BB930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Módulo de Avaliações</a:t>
            </a:r>
            <a:endParaRPr b="1"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56" name="Google Shape;1156;p67"/>
          <p:cNvSpPr/>
          <p:nvPr/>
        </p:nvSpPr>
        <p:spPr>
          <a:xfrm>
            <a:off x="6092625" y="1222800"/>
            <a:ext cx="2604900" cy="624300"/>
          </a:xfrm>
          <a:prstGeom prst="roundRect">
            <a:avLst>
              <a:gd fmla="val 24527" name="adj"/>
            </a:avLst>
          </a:prstGeom>
          <a:solidFill>
            <a:srgbClr val="F39C12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Buscas IBAMA</a:t>
            </a:r>
            <a:endParaRPr b="1"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57" name="Google Shape;1157;p67"/>
          <p:cNvSpPr txBox="1"/>
          <p:nvPr/>
        </p:nvSpPr>
        <p:spPr>
          <a:xfrm>
            <a:off x="707575" y="2114774"/>
            <a:ext cx="20826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Sua operação já funciona com 35 usuários — formalizar é só alinhar o contrato à realidade.</a:t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Com o contrato atualizado, </a:t>
            </a: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toda a equipe segue operando normalmente, sem nenhuma interrupção.</a:t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Investimento adicional: </a:t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R$ 420,00/mês para garantir o que já está funcionando.</a:t>
            </a: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58" name="Google Shape;1158;p67"/>
          <p:cNvSpPr txBox="1"/>
          <p:nvPr/>
        </p:nvSpPr>
        <p:spPr>
          <a:xfrm>
            <a:off x="2972125" y="813575"/>
            <a:ext cx="3241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BA2B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 valor de cada decisão para a Integral Médica</a:t>
            </a:r>
            <a:endParaRPr sz="1200">
              <a:solidFill>
                <a:srgbClr val="0BA2B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59" name="Google Shape;1159;p67"/>
          <p:cNvSpPr txBox="1"/>
          <p:nvPr/>
        </p:nvSpPr>
        <p:spPr>
          <a:xfrm>
            <a:off x="3530700" y="2114774"/>
            <a:ext cx="2082600" cy="20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Módulo já pago e nunca utilizado. Ativar agora significa extrair mais valor do investimento já feito.</a:t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Uma sessão de ativação com o CS é suficiente para colocar a equipe em funcionamento.</a:t>
            </a: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Sem custo extra — o módulo já está incluso no contrato atual.</a:t>
            </a: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60" name="Google Shape;1160;p67"/>
          <p:cNvSpPr txBox="1"/>
          <p:nvPr/>
        </p:nvSpPr>
        <p:spPr>
          <a:xfrm>
            <a:off x="6353825" y="2114774"/>
            <a:ext cx="2082600" cy="23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Fabricantes de matéria-prima estão sujeitos à Licença Ambiental Federal — exigência regulatória direta para o setor de suplementos.</a:t>
            </a: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Automatizar essa busca garante que nenhum fornecedor com licença vencida abastece a sua produção.</a:t>
            </a: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Identificamos o IBAMA como a busca com maior impacto estratégico para a operação da Integral Médica.</a:t>
            </a: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68"/>
          <p:cNvSpPr txBox="1"/>
          <p:nvPr>
            <p:ph idx="4294967295" type="title"/>
          </p:nvPr>
        </p:nvSpPr>
        <p:spPr>
          <a:xfrm>
            <a:off x="2207425" y="220250"/>
            <a:ext cx="4558200" cy="624300"/>
          </a:xfrm>
          <a:prstGeom prst="rect">
            <a:avLst/>
          </a:prstGeom>
        </p:spPr>
        <p:txBody>
          <a:bodyPr anchorCtr="0" anchor="t" bIns="92825" lIns="92825" spcFirstLastPara="1" rIns="92825" wrap="square" tIns="92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91"/>
              </a:spcAft>
              <a:buNone/>
            </a:pPr>
            <a:r>
              <a:rPr lang="en" sz="2838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Proposta de Renovação</a:t>
            </a:r>
            <a:endParaRPr sz="2838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cxnSp>
        <p:nvCxnSpPr>
          <p:cNvPr id="1166" name="Google Shape;1166;p68"/>
          <p:cNvCxnSpPr/>
          <p:nvPr/>
        </p:nvCxnSpPr>
        <p:spPr>
          <a:xfrm>
            <a:off x="3082025" y="825550"/>
            <a:ext cx="29157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7" name="Google Shape;1167;p68"/>
          <p:cNvSpPr txBox="1"/>
          <p:nvPr/>
        </p:nvSpPr>
        <p:spPr>
          <a:xfrm>
            <a:off x="2972125" y="813575"/>
            <a:ext cx="3241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Composição do investimento  •  Jun/2026</a:t>
            </a:r>
            <a:endParaRPr sz="12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68" name="Google Shape;1168;p68"/>
          <p:cNvSpPr/>
          <p:nvPr/>
        </p:nvSpPr>
        <p:spPr>
          <a:xfrm>
            <a:off x="446475" y="1222800"/>
            <a:ext cx="2604900" cy="28197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0E8FA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69" name="Google Shape;1169;p68"/>
          <p:cNvSpPr/>
          <p:nvPr/>
        </p:nvSpPr>
        <p:spPr>
          <a:xfrm>
            <a:off x="446475" y="1222800"/>
            <a:ext cx="2604900" cy="497400"/>
          </a:xfrm>
          <a:prstGeom prst="roundRect">
            <a:avLst>
              <a:gd fmla="val 27287" name="adj"/>
            </a:avLst>
          </a:prstGeom>
          <a:solidFill>
            <a:srgbClr val="757575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Hoje</a:t>
            </a:r>
            <a:endParaRPr b="1"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70" name="Google Shape;1170;p68"/>
          <p:cNvSpPr txBox="1"/>
          <p:nvPr/>
        </p:nvSpPr>
        <p:spPr>
          <a:xfrm>
            <a:off x="712925" y="1939363"/>
            <a:ext cx="2072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rPr>
              <a:t>300 fornecedores</a:t>
            </a:r>
            <a:r>
              <a:rPr lang="en" sz="1200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sz="1200">
              <a:solidFill>
                <a:srgbClr val="757575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rPr>
              <a:t>21 usuários</a:t>
            </a:r>
            <a:r>
              <a:rPr lang="en" sz="1200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sz="1200">
              <a:solidFill>
                <a:srgbClr val="757575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rPr>
              <a:t>(contratados)</a:t>
            </a:r>
            <a:r>
              <a:rPr lang="en" sz="1200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sz="1200">
              <a:solidFill>
                <a:srgbClr val="757575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sz="1200">
              <a:solidFill>
                <a:srgbClr val="757575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1" name="Google Shape;1171;p68"/>
          <p:cNvSpPr txBox="1"/>
          <p:nvPr/>
        </p:nvSpPr>
        <p:spPr>
          <a:xfrm>
            <a:off x="377315" y="3359147"/>
            <a:ext cx="2743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75757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R$ 2.181,92/mês</a:t>
            </a:r>
            <a:endParaRPr b="1" sz="1700">
              <a:solidFill>
                <a:srgbClr val="757575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72" name="Google Shape;1172;p68"/>
          <p:cNvSpPr/>
          <p:nvPr/>
        </p:nvSpPr>
        <p:spPr>
          <a:xfrm>
            <a:off x="3284575" y="1222800"/>
            <a:ext cx="5396100" cy="28197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73" name="Google Shape;1173;p68"/>
          <p:cNvSpPr/>
          <p:nvPr/>
        </p:nvSpPr>
        <p:spPr>
          <a:xfrm>
            <a:off x="3284575" y="1222800"/>
            <a:ext cx="5396100" cy="497400"/>
          </a:xfrm>
          <a:prstGeom prst="roundRect">
            <a:avLst>
              <a:gd fmla="val 27287" name="adj"/>
            </a:avLst>
          </a:prstGeom>
          <a:solidFill>
            <a:srgbClr val="087182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NOVA PROPOSTA</a:t>
            </a:r>
            <a:endParaRPr b="1"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74" name="Google Shape;1174;p68"/>
          <p:cNvSpPr txBox="1"/>
          <p:nvPr/>
        </p:nvSpPr>
        <p:spPr>
          <a:xfrm>
            <a:off x="3502824" y="1823668"/>
            <a:ext cx="3617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Base com reajuste IPCA (4,39%)</a:t>
            </a:r>
            <a:endParaRPr b="1"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5" name="Google Shape;1175;p68"/>
          <p:cNvSpPr txBox="1"/>
          <p:nvPr/>
        </p:nvSpPr>
        <p:spPr>
          <a:xfrm>
            <a:off x="3502824" y="2182295"/>
            <a:ext cx="3617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+ Regularização de Usuários (21 → 35)</a:t>
            </a:r>
            <a:endParaRPr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6" name="Google Shape;1176;p68"/>
          <p:cNvSpPr txBox="1"/>
          <p:nvPr/>
        </p:nvSpPr>
        <p:spPr>
          <a:xfrm>
            <a:off x="3502824" y="2540921"/>
            <a:ext cx="3617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+ Buscas Automáticas (IBAMA, CND, CNPJ, FGTS)</a:t>
            </a:r>
            <a:endParaRPr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7" name="Google Shape;1177;p68"/>
          <p:cNvSpPr txBox="1"/>
          <p:nvPr/>
        </p:nvSpPr>
        <p:spPr>
          <a:xfrm>
            <a:off x="3502824" y="3258174"/>
            <a:ext cx="3617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R$ 150,00/busca/mês</a:t>
            </a:r>
            <a:endParaRPr b="1"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8" name="Google Shape;1178;p68"/>
          <p:cNvSpPr txBox="1"/>
          <p:nvPr/>
        </p:nvSpPr>
        <p:spPr>
          <a:xfrm>
            <a:off x="3502824" y="3616801"/>
            <a:ext cx="3617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63">
                <a:solidFill>
                  <a:srgbClr val="7BB930"/>
                </a:solidFill>
                <a:latin typeface="Barlow"/>
                <a:ea typeface="Barlow"/>
                <a:cs typeface="Barlow"/>
                <a:sym typeface="Barlow"/>
              </a:rPr>
              <a:t>4 meses identicos bonificados na renovacao</a:t>
            </a:r>
            <a:endParaRPr b="1" sz="1063">
              <a:solidFill>
                <a:srgbClr val="7BB93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9" name="Google Shape;1179;p68"/>
          <p:cNvSpPr txBox="1"/>
          <p:nvPr/>
        </p:nvSpPr>
        <p:spPr>
          <a:xfrm>
            <a:off x="3502824" y="2899548"/>
            <a:ext cx="3617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b="1"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0" name="Google Shape;1180;p68"/>
          <p:cNvSpPr txBox="1"/>
          <p:nvPr/>
        </p:nvSpPr>
        <p:spPr>
          <a:xfrm>
            <a:off x="6646521" y="1823668"/>
            <a:ext cx="1815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R$ 2.277,73</a:t>
            </a:r>
            <a:endParaRPr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1" name="Google Shape;1181;p68"/>
          <p:cNvSpPr txBox="1"/>
          <p:nvPr/>
        </p:nvSpPr>
        <p:spPr>
          <a:xfrm>
            <a:off x="6646521" y="2182295"/>
            <a:ext cx="1815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+ R$ 420,00</a:t>
            </a:r>
            <a:endParaRPr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2" name="Google Shape;1182;p68"/>
          <p:cNvSpPr txBox="1"/>
          <p:nvPr/>
        </p:nvSpPr>
        <p:spPr>
          <a:xfrm>
            <a:off x="6646521" y="2540921"/>
            <a:ext cx="1815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3" name="Google Shape;1183;p68"/>
          <p:cNvSpPr txBox="1"/>
          <p:nvPr/>
        </p:nvSpPr>
        <p:spPr>
          <a:xfrm>
            <a:off x="6646521" y="3258174"/>
            <a:ext cx="1815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b="1"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4" name="Google Shape;1184;p68"/>
          <p:cNvSpPr txBox="1"/>
          <p:nvPr/>
        </p:nvSpPr>
        <p:spPr>
          <a:xfrm>
            <a:off x="6646521" y="3616801"/>
            <a:ext cx="1815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63">
                <a:solidFill>
                  <a:srgbClr val="7BB930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b="1" sz="1063">
              <a:solidFill>
                <a:srgbClr val="7BB93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5" name="Google Shape;1185;p68"/>
          <p:cNvSpPr txBox="1"/>
          <p:nvPr/>
        </p:nvSpPr>
        <p:spPr>
          <a:xfrm>
            <a:off x="6646521" y="2899548"/>
            <a:ext cx="1815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6" name="Google Shape;1186;p68"/>
          <p:cNvSpPr/>
          <p:nvPr/>
        </p:nvSpPr>
        <p:spPr>
          <a:xfrm>
            <a:off x="3284575" y="4122975"/>
            <a:ext cx="5396100" cy="780900"/>
          </a:xfrm>
          <a:prstGeom prst="roundRect">
            <a:avLst>
              <a:gd fmla="val 23723" name="adj"/>
            </a:avLst>
          </a:prstGeom>
          <a:solidFill>
            <a:schemeClr val="accent6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8718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VALOR FINAL DE RENOVAÇÃO</a:t>
            </a:r>
            <a:endParaRPr sz="10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8718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R$ 2.697,73/mês</a:t>
            </a:r>
            <a:endParaRPr b="1" sz="19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cxnSp>
        <p:nvCxnSpPr>
          <p:cNvPr id="1187" name="Google Shape;1187;p68"/>
          <p:cNvCxnSpPr/>
          <p:nvPr/>
        </p:nvCxnSpPr>
        <p:spPr>
          <a:xfrm>
            <a:off x="3510650" y="2135787"/>
            <a:ext cx="4853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8" name="Google Shape;1188;p68"/>
          <p:cNvCxnSpPr/>
          <p:nvPr/>
        </p:nvCxnSpPr>
        <p:spPr>
          <a:xfrm>
            <a:off x="3510650" y="2505118"/>
            <a:ext cx="4853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9" name="Google Shape;1189;p68"/>
          <p:cNvCxnSpPr/>
          <p:nvPr/>
        </p:nvCxnSpPr>
        <p:spPr>
          <a:xfrm>
            <a:off x="3510650" y="2874449"/>
            <a:ext cx="4853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0" name="Google Shape;1190;p68"/>
          <p:cNvCxnSpPr/>
          <p:nvPr/>
        </p:nvCxnSpPr>
        <p:spPr>
          <a:xfrm>
            <a:off x="3510650" y="3243781"/>
            <a:ext cx="4853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1" name="Google Shape;1191;p68"/>
          <p:cNvCxnSpPr/>
          <p:nvPr/>
        </p:nvCxnSpPr>
        <p:spPr>
          <a:xfrm>
            <a:off x="3510650" y="3613112"/>
            <a:ext cx="4853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A2B9"/>
            </a:gs>
            <a:gs pos="38000">
              <a:srgbClr val="0BA2B9"/>
            </a:gs>
            <a:gs pos="100000">
              <a:srgbClr val="087182"/>
            </a:gs>
          </a:gsLst>
          <a:lin ang="2698631" scaled="0"/>
        </a:gradFill>
      </p:bgPr>
    </p:bg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69"/>
          <p:cNvSpPr txBox="1"/>
          <p:nvPr>
            <p:ph idx="4294967295" type="subTitle"/>
          </p:nvPr>
        </p:nvSpPr>
        <p:spPr>
          <a:xfrm>
            <a:off x="724525" y="1363853"/>
            <a:ext cx="4869900" cy="13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Juntos, Integral Médica cresce. </a:t>
            </a:r>
            <a:r>
              <a:rPr lang="en" sz="38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/>
            </a:r>
            <a:r>
              <a:rPr b="1" lang="en" sz="38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/>
            </a:r>
            <a:r>
              <a:rPr lang="en" sz="38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/>
            </a:r>
            <a:endParaRPr sz="38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 Efcaz </a:t>
            </a:r>
            <a:r>
              <a:rPr b="1" lang="en" sz="38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cresce junto.</a:t>
            </a:r>
            <a:endParaRPr b="1" sz="38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cxnSp>
        <p:nvCxnSpPr>
          <p:cNvPr id="1197" name="Google Shape;1197;p69"/>
          <p:cNvCxnSpPr/>
          <p:nvPr/>
        </p:nvCxnSpPr>
        <p:spPr>
          <a:xfrm>
            <a:off x="565250" y="1359653"/>
            <a:ext cx="0" cy="2205300"/>
          </a:xfrm>
          <a:prstGeom prst="straightConnector1">
            <a:avLst/>
          </a:prstGeom>
          <a:noFill/>
          <a:ln cap="flat" cmpd="sng" w="21300">
            <a:solidFill>
              <a:srgbClr val="FFDC6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8" name="Google Shape;1198;p69"/>
          <p:cNvSpPr txBox="1"/>
          <p:nvPr/>
        </p:nvSpPr>
        <p:spPr>
          <a:xfrm>
            <a:off x="980700" y="3018150"/>
            <a:ext cx="24714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175" lIns="51175" spcFirstLastPara="1" rIns="51175" wrap="square" tIns="51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4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Gabriel Vital  •  Customer Success Specialist </a:t>
            </a:r>
            <a:endParaRPr sz="1194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99" name="Google Shape;1199;p69"/>
          <p:cNvSpPr txBox="1"/>
          <p:nvPr/>
        </p:nvSpPr>
        <p:spPr>
          <a:xfrm>
            <a:off x="685798" y="4389216"/>
            <a:ext cx="11130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76050" lIns="76050" spcFirstLastPara="1" rIns="76050" wrap="square" tIns="76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4" u="sng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efcaz.com.br</a:t>
            </a:r>
            <a:endParaRPr sz="1497" u="sng">
              <a:solidFill>
                <a:srgbClr val="FFFFFF"/>
              </a:solidFill>
            </a:endParaRPr>
          </a:p>
        </p:txBody>
      </p:sp>
      <p:pic>
        <p:nvPicPr>
          <p:cNvPr id="1200" name="Google Shape;1200;p69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123" y="4201200"/>
            <a:ext cx="261587" cy="261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1" name="Google Shape;1201;p69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0706" y="4201200"/>
            <a:ext cx="261587" cy="261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2" name="Google Shape;1202;p69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42296" y="4201200"/>
            <a:ext cx="261587" cy="261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3" name="Google Shape;1203;p69">
            <a:hlinkClick r:id="rId10"/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503883" y="4201200"/>
            <a:ext cx="261587" cy="261586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p69"/>
          <p:cNvSpPr txBox="1"/>
          <p:nvPr/>
        </p:nvSpPr>
        <p:spPr>
          <a:xfrm>
            <a:off x="980700" y="3318316"/>
            <a:ext cx="24714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175" lIns="51175" spcFirstLastPara="1" rIns="51175" wrap="square" tIns="51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4" u="sng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gabriel.evangelista@efcaz.com.br </a:t>
            </a:r>
            <a:endParaRPr sz="1194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205" name="Google Shape;1205;p6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37825" y="3347688"/>
            <a:ext cx="224175" cy="2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6" name="Google Shape;1206;p6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37825" y="3049613"/>
            <a:ext cx="224175" cy="2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" name="Google Shape;1207;p69" title="586.jp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899000" y="559425"/>
            <a:ext cx="2737200" cy="4239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s Brokerage Company Profile by Slidesgo">
  <a:themeElements>
    <a:clrScheme name="Simple Light">
      <a:dk1>
        <a:srgbClr val="221F4A"/>
      </a:dk1>
      <a:lt1>
        <a:srgbClr val="EEEEEE"/>
      </a:lt1>
      <a:dk2>
        <a:srgbClr val="D9DFF2"/>
      </a:dk2>
      <a:lt2>
        <a:srgbClr val="A1B5E5"/>
      </a:lt2>
      <a:accent1>
        <a:srgbClr val="3F91E3"/>
      </a:accent1>
      <a:accent2>
        <a:srgbClr val="3751E5"/>
      </a:accent2>
      <a:accent3>
        <a:srgbClr val="FEB15F"/>
      </a:accent3>
      <a:accent4>
        <a:srgbClr val="FE8A0D"/>
      </a:accent4>
      <a:accent5>
        <a:srgbClr val="EF6856"/>
      </a:accent5>
      <a:accent6>
        <a:srgbClr val="FFFFFF"/>
      </a:accent6>
      <a:hlink>
        <a:srgbClr val="221F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s Brokerage Company Profile by Slidesgo">
  <a:themeElements>
    <a:clrScheme name="Simple Light">
      <a:dk1>
        <a:srgbClr val="221F4A"/>
      </a:dk1>
      <a:lt1>
        <a:srgbClr val="EEEEEE"/>
      </a:lt1>
      <a:dk2>
        <a:srgbClr val="D9DFF2"/>
      </a:dk2>
      <a:lt2>
        <a:srgbClr val="A1B5E5"/>
      </a:lt2>
      <a:accent1>
        <a:srgbClr val="3F91E3"/>
      </a:accent1>
      <a:accent2>
        <a:srgbClr val="3751E5"/>
      </a:accent2>
      <a:accent3>
        <a:srgbClr val="FEB15F"/>
      </a:accent3>
      <a:accent4>
        <a:srgbClr val="FE8A0D"/>
      </a:accent4>
      <a:accent5>
        <a:srgbClr val="EF6856"/>
      </a:accent5>
      <a:accent6>
        <a:srgbClr val="FFFFFF"/>
      </a:accent6>
      <a:hlink>
        <a:srgbClr val="221F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